
<file path=[Content_Types].xml><?xml version="1.0" encoding="utf-8"?>
<Types xmlns="http://schemas.openxmlformats.org/package/2006/content-types"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commentAuthors.xml" ContentType="application/vnd.openxmlformats-officedocument.presentationml.commentAuthor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8.xml" ContentType="application/vnd.openxmlformats-officedocument.presentationml.slideLayout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10"/>
  </p:notesMasterIdLst>
  <p:handoutMasterIdLst>
    <p:handoutMasterId r:id="rId11"/>
  </p:handoutMasterIdLst>
  <p:sldIdLst>
    <p:sldId id="2547" r:id="rId2"/>
    <p:sldId id="2585" r:id="rId3"/>
    <p:sldId id="2587" r:id="rId4"/>
    <p:sldId id="2590" r:id="rId5"/>
    <p:sldId id="2588" r:id="rId6"/>
    <p:sldId id="2589" r:id="rId7"/>
    <p:sldId id="2591" r:id="rId8"/>
    <p:sldId id="2583" r:id="rId9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menkeu" initials="k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9D8E2"/>
    <a:srgbClr val="860D4D"/>
    <a:srgbClr val="000000"/>
    <a:srgbClr val="0E8FBC"/>
    <a:srgbClr val="B31166"/>
    <a:srgbClr val="CCECFF"/>
    <a:srgbClr val="99CCFF"/>
    <a:srgbClr val="0D5EAD"/>
    <a:srgbClr val="4C2D64"/>
    <a:srgbClr val="592C5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79" autoAdjust="0"/>
    <p:restoredTop sz="92804" autoAdjust="0"/>
  </p:normalViewPr>
  <p:slideViewPr>
    <p:cSldViewPr snapToGrid="0">
      <p:cViewPr>
        <p:scale>
          <a:sx n="70" d="100"/>
          <a:sy n="70" d="100"/>
        </p:scale>
        <p:origin x="-414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ika.Hijriyanti\Documents\DATABASE%20DAKNF\Data%20DAK%20NF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9.2717130037907949E-2"/>
          <c:y val="5.0925925925925937E-2"/>
          <c:w val="0.8661877073189187"/>
          <c:h val="0.73577136191309511"/>
        </c:manualLayout>
      </c:layout>
      <c:barChart>
        <c:barDir val="col"/>
        <c:grouping val="clustered"/>
        <c:ser>
          <c:idx val="0"/>
          <c:order val="0"/>
          <c:tx>
            <c:strRef>
              <c:f>'Nasional per jenis'!$C$19</c:f>
              <c:strCache>
                <c:ptCount val="1"/>
                <c:pt idx="0">
                  <c:v>Alokasi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dLbls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128,77</a:t>
                    </a:r>
                    <a:endParaRPr lang="en-US" dirty="0"/>
                  </a:p>
                </c:rich>
              </c:tx>
              <c:dLblPos val="ctr"/>
              <c:showVal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358-425A-9128-72D92FB9D91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'Nasional per jenis'!$B$20:$B$25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'Nasional per jenis'!$C$20:$C$25</c:f>
              <c:numCache>
                <c:formatCode>0.00</c:formatCode>
                <c:ptCount val="6"/>
                <c:pt idx="0">
                  <c:v>102.74426761700018</c:v>
                </c:pt>
                <c:pt idx="1">
                  <c:v>121.21288197200001</c:v>
                </c:pt>
                <c:pt idx="2">
                  <c:v>115.09499959999999</c:v>
                </c:pt>
                <c:pt idx="3">
                  <c:v>123.45180879999998</c:v>
                </c:pt>
                <c:pt idx="4">
                  <c:v>131.042143603</c:v>
                </c:pt>
                <c:pt idx="5">
                  <c:v>130.57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358-425A-9128-72D92FB9D916}"/>
            </c:ext>
          </c:extLst>
        </c:ser>
        <c:axId val="184025472"/>
        <c:axId val="184853248"/>
      </c:barChart>
      <c:lineChart>
        <c:grouping val="standard"/>
        <c:ser>
          <c:idx val="1"/>
          <c:order val="1"/>
          <c:tx>
            <c:strRef>
              <c:f>'Nasional per jenis'!$D$19</c:f>
              <c:strCache>
                <c:ptCount val="1"/>
                <c:pt idx="0">
                  <c:v>Realisasi</c:v>
                </c:pt>
              </c:strCache>
            </c:strRef>
          </c:tx>
          <c:spPr>
            <a:ln w="317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5.0356613190072806E-2"/>
                  <c:y val="-0.24156853729099381"/>
                </c:manualLayout>
              </c:layout>
              <c:dLblPos val="r"/>
              <c:showVal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E358-425A-9128-72D92FB9D91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4.1524907615261772E-2"/>
                  <c:y val="-0.10695610965296004"/>
                </c:manualLayout>
              </c:layout>
              <c:dLblPos val="r"/>
              <c:showVal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358-425A-9128-72D92FB9D91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4.6666885409784892E-2"/>
                  <c:y val="-8.8437591134441565E-2"/>
                </c:manualLayout>
              </c:layout>
              <c:dLblPos val="r"/>
              <c:showVal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E358-425A-9128-72D92FB9D91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'Nasional per jenis'!$B$20:$B$23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'Nasional per jenis'!$D$20:$D$24</c:f>
              <c:numCache>
                <c:formatCode>0.00</c:formatCode>
                <c:ptCount val="5"/>
                <c:pt idx="0">
                  <c:v>97.227467374435989</c:v>
                </c:pt>
                <c:pt idx="1">
                  <c:v>88.662380434933809</c:v>
                </c:pt>
                <c:pt idx="2">
                  <c:v>105.56376919897502</c:v>
                </c:pt>
                <c:pt idx="3">
                  <c:v>115.30027263648478</c:v>
                </c:pt>
                <c:pt idx="4">
                  <c:v>125.744973842408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E358-425A-9128-72D92FB9D916}"/>
            </c:ext>
          </c:extLst>
        </c:ser>
        <c:marker val="1"/>
        <c:axId val="184025472"/>
        <c:axId val="184853248"/>
      </c:lineChart>
      <c:catAx>
        <c:axId val="184025472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853248"/>
        <c:crosses val="autoZero"/>
        <c:auto val="1"/>
        <c:lblAlgn val="ctr"/>
        <c:lblOffset val="100"/>
      </c:catAx>
      <c:valAx>
        <c:axId val="184853248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025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 sz="900"/>
      </a:pPr>
      <a:endParaRPr lang="en-US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DE77F2B-CDFA-46C4-A89A-C84FC534B6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5DBDFB8-30CA-4BB5-86AE-DBE7BF5EED02}" type="datetimeFigureOut">
              <a:rPr lang="en-US" smtClean="0"/>
              <a:pPr/>
              <a:t>5/28/2020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8183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C7A378F-0377-4B46-9EEA-A1007D8D386B}" type="datetimeFigureOut">
              <a:rPr lang="en-US" smtClean="0"/>
              <a:pPr/>
              <a:t>5/28/2020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79F904F-1852-4709-92C8-CC2E8E4BD9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65295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0D7EF4B-EC9B-48DC-8484-1948EFA0A49B}" type="slidenum">
              <a:rPr lang="en-US" altLang="en-US" smtClean="0">
                <a:solidFill>
                  <a:srgbClr val="000000"/>
                </a:solidFill>
              </a:rPr>
              <a:pPr/>
              <a:t>2</a:t>
            </a:fld>
            <a:endParaRPr lang="en-US" alt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5A36C1F-56A3-4FD4-A50F-31B34D37075D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3598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30AE-7F8C-4B84-A539-818C2C11E927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9670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1D9D-2724-4E69-928B-D5E54214AA09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9302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9123-431B-4A89-B8AF-993E347C91E0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9597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E64-1394-4F80-8349-E2E2DBF8D26C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98377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F748-9CE9-4B17-8438-1312FC73CC0C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92371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D042-7182-4866-BA5D-31071749648A}" type="datetime1">
              <a:rPr lang="en-US" smtClean="0"/>
              <a:pPr/>
              <a:t>5/28/2020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83835" y="6007994"/>
            <a:ext cx="838199" cy="7676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11A70D8A-E604-428A-904A-3CA59F0BAB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831695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BC55-2881-42F0-82A6-F78171593CFD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9736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EADA-E3C5-4553-92DC-5C2DB84253F9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1747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74383-FB87-4C66-BA3D-BD5CFA7F96AE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1252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15D5-E8C7-494B-B53B-2925220496EB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91894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718D-B1D3-4FF7-8929-521F791370CD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76871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AB9E9-593B-4BDB-B04B-F3633B18A3F9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85074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09758-38DB-48D9-8C53-9846A7B1BE7A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82104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B9D3-BBF8-411D-9C7B-113F2821AE83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72773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35263EC-C829-4CBF-9245-B072B56241E1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70531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D473605-E17D-4376-8F85-B6D746039AAC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698887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25285" y="6320116"/>
            <a:ext cx="2820650" cy="0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298385" y="6409156"/>
            <a:ext cx="267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www.djpk.kemenkeu.go.id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9159" y="207975"/>
            <a:ext cx="701537" cy="65424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975"/>
            <a:ext cx="2117035" cy="84681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18981613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25285" y="6320116"/>
            <a:ext cx="2820650" cy="0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298385" y="6409156"/>
            <a:ext cx="267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www.djpk.kemenkeu.go.id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9159" y="207975"/>
            <a:ext cx="701537" cy="65424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975"/>
            <a:ext cx="2117035" cy="84681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59534882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1505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72358393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033037" y="2215944"/>
            <a:ext cx="6297309" cy="2456892"/>
          </a:xfrm>
          <a:custGeom>
            <a:avLst/>
            <a:gdLst>
              <a:gd name="connsiteX0" fmla="*/ 2697791 w 6297309"/>
              <a:gd name="connsiteY0" fmla="*/ 600870 h 2456892"/>
              <a:gd name="connsiteX1" fmla="*/ 2460225 w 6297309"/>
              <a:gd name="connsiteY1" fmla="*/ 1382744 h 2456892"/>
              <a:gd name="connsiteX2" fmla="*/ 2937862 w 6297309"/>
              <a:gd name="connsiteY2" fmla="*/ 1382744 h 2456892"/>
              <a:gd name="connsiteX3" fmla="*/ 5082216 w 6297309"/>
              <a:gd name="connsiteY3" fmla="*/ 508885 h 2456892"/>
              <a:gd name="connsiteX4" fmla="*/ 4757301 w 6297309"/>
              <a:gd name="connsiteY4" fmla="*/ 652797 h 2456892"/>
              <a:gd name="connsiteX5" fmla="*/ 4632676 w 6297309"/>
              <a:gd name="connsiteY5" fmla="*/ 1102337 h 2456892"/>
              <a:gd name="connsiteX6" fmla="*/ 4754334 w 6297309"/>
              <a:gd name="connsiteY6" fmla="*/ 1602321 h 2456892"/>
              <a:gd name="connsiteX7" fmla="*/ 5088150 w 6297309"/>
              <a:gd name="connsiteY7" fmla="*/ 1746233 h 2456892"/>
              <a:gd name="connsiteX8" fmla="*/ 5217226 w 6297309"/>
              <a:gd name="connsiteY8" fmla="*/ 1732881 h 2456892"/>
              <a:gd name="connsiteX9" fmla="*/ 4950173 w 6297309"/>
              <a:gd name="connsiteY9" fmla="*/ 1578583 h 2456892"/>
              <a:gd name="connsiteX10" fmla="*/ 5055511 w 6297309"/>
              <a:gd name="connsiteY10" fmla="*/ 1336751 h 2456892"/>
              <a:gd name="connsiteX11" fmla="*/ 5194230 w 6297309"/>
              <a:gd name="connsiteY11" fmla="*/ 1376809 h 2456892"/>
              <a:gd name="connsiteX12" fmla="*/ 5387843 w 6297309"/>
              <a:gd name="connsiteY12" fmla="*/ 1501434 h 2456892"/>
              <a:gd name="connsiteX13" fmla="*/ 5462025 w 6297309"/>
              <a:gd name="connsiteY13" fmla="*/ 1550394 h 2456892"/>
              <a:gd name="connsiteX14" fmla="*/ 5542141 w 6297309"/>
              <a:gd name="connsiteY14" fmla="*/ 1120141 h 2456892"/>
              <a:gd name="connsiteX15" fmla="*/ 5419741 w 6297309"/>
              <a:gd name="connsiteY15" fmla="*/ 649830 h 2456892"/>
              <a:gd name="connsiteX16" fmla="*/ 5082216 w 6297309"/>
              <a:gd name="connsiteY16" fmla="*/ 508885 h 2456892"/>
              <a:gd name="connsiteX17" fmla="*/ 2339495 w 6297309"/>
              <a:gd name="connsiteY17" fmla="*/ 37091 h 2456892"/>
              <a:gd name="connsiteX18" fmla="*/ 3072594 w 6297309"/>
              <a:gd name="connsiteY18" fmla="*/ 37091 h 2456892"/>
              <a:gd name="connsiteX19" fmla="*/ 3889889 w 6297309"/>
              <a:gd name="connsiteY19" fmla="*/ 2212093 h 2456892"/>
              <a:gd name="connsiteX20" fmla="*/ 3186092 w 6297309"/>
              <a:gd name="connsiteY20" fmla="*/ 2212093 h 2456892"/>
              <a:gd name="connsiteX21" fmla="*/ 3077276 w 6297309"/>
              <a:gd name="connsiteY21" fmla="*/ 1853054 h 2456892"/>
              <a:gd name="connsiteX22" fmla="*/ 2314250 w 6297309"/>
              <a:gd name="connsiteY22" fmla="*/ 1853054 h 2456892"/>
              <a:gd name="connsiteX23" fmla="*/ 2208240 w 6297309"/>
              <a:gd name="connsiteY23" fmla="*/ 2212093 h 2456892"/>
              <a:gd name="connsiteX24" fmla="*/ 1522014 w 6297309"/>
              <a:gd name="connsiteY24" fmla="*/ 2212093 h 2456892"/>
              <a:gd name="connsiteX25" fmla="*/ 0 w 6297309"/>
              <a:gd name="connsiteY25" fmla="*/ 37091 h 2456892"/>
              <a:gd name="connsiteX26" fmla="*/ 1661666 w 6297309"/>
              <a:gd name="connsiteY26" fmla="*/ 37091 h 2456892"/>
              <a:gd name="connsiteX27" fmla="*/ 1661666 w 6297309"/>
              <a:gd name="connsiteY27" fmla="*/ 504434 h 2456892"/>
              <a:gd name="connsiteX28" fmla="*/ 675052 w 6297309"/>
              <a:gd name="connsiteY28" fmla="*/ 504434 h 2456892"/>
              <a:gd name="connsiteX29" fmla="*/ 675052 w 6297309"/>
              <a:gd name="connsiteY29" fmla="*/ 884244 h 2456892"/>
              <a:gd name="connsiteX30" fmla="*/ 1517754 w 6297309"/>
              <a:gd name="connsiteY30" fmla="*/ 884244 h 2456892"/>
              <a:gd name="connsiteX31" fmla="*/ 1517754 w 6297309"/>
              <a:gd name="connsiteY31" fmla="*/ 1323399 h 2456892"/>
              <a:gd name="connsiteX32" fmla="*/ 675052 w 6297309"/>
              <a:gd name="connsiteY32" fmla="*/ 1323399 h 2456892"/>
              <a:gd name="connsiteX33" fmla="*/ 675052 w 6297309"/>
              <a:gd name="connsiteY33" fmla="*/ 2212093 h 2456892"/>
              <a:gd name="connsiteX34" fmla="*/ 0 w 6297309"/>
              <a:gd name="connsiteY34" fmla="*/ 2212093 h 2456892"/>
              <a:gd name="connsiteX35" fmla="*/ 5083700 w 6297309"/>
              <a:gd name="connsiteY35" fmla="*/ 0 h 2456892"/>
              <a:gd name="connsiteX36" fmla="*/ 5919725 w 6297309"/>
              <a:gd name="connsiteY36" fmla="*/ 290792 h 2456892"/>
              <a:gd name="connsiteX37" fmla="*/ 6214226 w 6297309"/>
              <a:gd name="connsiteY37" fmla="*/ 1123108 h 2456892"/>
              <a:gd name="connsiteX38" fmla="*/ 5976845 w 6297309"/>
              <a:gd name="connsiteY38" fmla="*/ 1894596 h 2456892"/>
              <a:gd name="connsiteX39" fmla="*/ 6141529 w 6297309"/>
              <a:gd name="connsiteY39" fmla="*/ 2004385 h 2456892"/>
              <a:gd name="connsiteX40" fmla="*/ 6297309 w 6297309"/>
              <a:gd name="connsiteY40" fmla="*/ 2080050 h 2456892"/>
              <a:gd name="connsiteX41" fmla="*/ 6110372 w 6297309"/>
              <a:gd name="connsiteY41" fmla="*/ 2456892 h 2456892"/>
              <a:gd name="connsiteX42" fmla="*/ 5831449 w 6297309"/>
              <a:gd name="connsiteY42" fmla="*/ 2294434 h 2456892"/>
              <a:gd name="connsiteX43" fmla="*/ 5638577 w 6297309"/>
              <a:gd name="connsiteY43" fmla="*/ 2152748 h 2456892"/>
              <a:gd name="connsiteX44" fmla="*/ 5080732 w 6297309"/>
              <a:gd name="connsiteY44" fmla="*/ 2249184 h 2456892"/>
              <a:gd name="connsiteX45" fmla="*/ 4298859 w 6297309"/>
              <a:gd name="connsiteY45" fmla="*/ 1991032 h 2456892"/>
              <a:gd name="connsiteX46" fmla="*/ 3960591 w 6297309"/>
              <a:gd name="connsiteY46" fmla="*/ 1132010 h 2456892"/>
              <a:gd name="connsiteX47" fmla="*/ 4256576 w 6297309"/>
              <a:gd name="connsiteY47" fmla="*/ 297468 h 2456892"/>
              <a:gd name="connsiteX48" fmla="*/ 5083700 w 6297309"/>
              <a:gd name="connsiteY48" fmla="*/ 0 h 2456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297309" h="2456892">
                <a:moveTo>
                  <a:pt x="2697791" y="600870"/>
                </a:moveTo>
                <a:lnTo>
                  <a:pt x="2460225" y="1382744"/>
                </a:lnTo>
                <a:lnTo>
                  <a:pt x="2937862" y="1382744"/>
                </a:lnTo>
                <a:close/>
                <a:moveTo>
                  <a:pt x="5082216" y="508885"/>
                </a:moveTo>
                <a:cubicBezTo>
                  <a:pt x="4948689" y="508885"/>
                  <a:pt x="4840384" y="556856"/>
                  <a:pt x="4757301" y="652797"/>
                </a:cubicBezTo>
                <a:cubicBezTo>
                  <a:pt x="4674218" y="748739"/>
                  <a:pt x="4632676" y="898586"/>
                  <a:pt x="4632676" y="1102337"/>
                </a:cubicBezTo>
                <a:cubicBezTo>
                  <a:pt x="4632676" y="1339719"/>
                  <a:pt x="4673228" y="1506380"/>
                  <a:pt x="4754334" y="1602321"/>
                </a:cubicBezTo>
                <a:cubicBezTo>
                  <a:pt x="4835439" y="1698262"/>
                  <a:pt x="4946711" y="1746233"/>
                  <a:pt x="5088150" y="1746233"/>
                </a:cubicBezTo>
                <a:cubicBezTo>
                  <a:pt x="5133648" y="1746233"/>
                  <a:pt x="5176674" y="1741782"/>
                  <a:pt x="5217226" y="1732881"/>
                </a:cubicBezTo>
                <a:cubicBezTo>
                  <a:pt x="5160848" y="1678481"/>
                  <a:pt x="5071830" y="1627048"/>
                  <a:pt x="4950173" y="1578583"/>
                </a:cubicBezTo>
                <a:lnTo>
                  <a:pt x="5055511" y="1336751"/>
                </a:lnTo>
                <a:cubicBezTo>
                  <a:pt x="5114856" y="1347631"/>
                  <a:pt x="5161095" y="1360984"/>
                  <a:pt x="5194230" y="1376809"/>
                </a:cubicBezTo>
                <a:cubicBezTo>
                  <a:pt x="5227364" y="1392635"/>
                  <a:pt x="5291902" y="1434176"/>
                  <a:pt x="5387843" y="1501434"/>
                </a:cubicBezTo>
                <a:cubicBezTo>
                  <a:pt x="5410593" y="1517260"/>
                  <a:pt x="5435319" y="1533579"/>
                  <a:pt x="5462025" y="1550394"/>
                </a:cubicBezTo>
                <a:cubicBezTo>
                  <a:pt x="5515435" y="1454453"/>
                  <a:pt x="5542141" y="1311035"/>
                  <a:pt x="5542141" y="1120141"/>
                </a:cubicBezTo>
                <a:cubicBezTo>
                  <a:pt x="5542141" y="900564"/>
                  <a:pt x="5501341" y="743793"/>
                  <a:pt x="5419741" y="649830"/>
                </a:cubicBezTo>
                <a:cubicBezTo>
                  <a:pt x="5338142" y="555867"/>
                  <a:pt x="5225633" y="508885"/>
                  <a:pt x="5082216" y="508885"/>
                </a:cubicBezTo>
                <a:close/>
                <a:moveTo>
                  <a:pt x="2339495" y="37091"/>
                </a:moveTo>
                <a:lnTo>
                  <a:pt x="3072594" y="37091"/>
                </a:lnTo>
                <a:lnTo>
                  <a:pt x="3889889" y="2212093"/>
                </a:lnTo>
                <a:lnTo>
                  <a:pt x="3186092" y="2212093"/>
                </a:lnTo>
                <a:lnTo>
                  <a:pt x="3077276" y="1853054"/>
                </a:lnTo>
                <a:lnTo>
                  <a:pt x="2314250" y="1853054"/>
                </a:lnTo>
                <a:lnTo>
                  <a:pt x="2208240" y="2212093"/>
                </a:lnTo>
                <a:lnTo>
                  <a:pt x="1522014" y="2212093"/>
                </a:lnTo>
                <a:close/>
                <a:moveTo>
                  <a:pt x="0" y="37091"/>
                </a:moveTo>
                <a:lnTo>
                  <a:pt x="1661666" y="37091"/>
                </a:lnTo>
                <a:lnTo>
                  <a:pt x="1661666" y="504434"/>
                </a:lnTo>
                <a:lnTo>
                  <a:pt x="675052" y="504434"/>
                </a:lnTo>
                <a:lnTo>
                  <a:pt x="675052" y="884244"/>
                </a:lnTo>
                <a:lnTo>
                  <a:pt x="1517754" y="884244"/>
                </a:lnTo>
                <a:lnTo>
                  <a:pt x="1517754" y="1323399"/>
                </a:lnTo>
                <a:lnTo>
                  <a:pt x="675052" y="1323399"/>
                </a:lnTo>
                <a:lnTo>
                  <a:pt x="675052" y="2212093"/>
                </a:lnTo>
                <a:lnTo>
                  <a:pt x="0" y="2212093"/>
                </a:lnTo>
                <a:close/>
                <a:moveTo>
                  <a:pt x="5083700" y="0"/>
                </a:moveTo>
                <a:cubicBezTo>
                  <a:pt x="5444716" y="0"/>
                  <a:pt x="5723391" y="96931"/>
                  <a:pt x="5919725" y="290792"/>
                </a:cubicBezTo>
                <a:cubicBezTo>
                  <a:pt x="6116059" y="484652"/>
                  <a:pt x="6214226" y="762092"/>
                  <a:pt x="6214226" y="1123108"/>
                </a:cubicBezTo>
                <a:cubicBezTo>
                  <a:pt x="6214226" y="1444562"/>
                  <a:pt x="6135099" y="1701724"/>
                  <a:pt x="5976845" y="1894596"/>
                </a:cubicBezTo>
                <a:cubicBezTo>
                  <a:pt x="6060917" y="1952952"/>
                  <a:pt x="6115811" y="1989548"/>
                  <a:pt x="6141529" y="2004385"/>
                </a:cubicBezTo>
                <a:cubicBezTo>
                  <a:pt x="6180103" y="2026145"/>
                  <a:pt x="6232030" y="2051366"/>
                  <a:pt x="6297309" y="2080050"/>
                </a:cubicBezTo>
                <a:lnTo>
                  <a:pt x="6110372" y="2456892"/>
                </a:lnTo>
                <a:cubicBezTo>
                  <a:pt x="6016408" y="2411394"/>
                  <a:pt x="5923435" y="2357242"/>
                  <a:pt x="5831449" y="2294434"/>
                </a:cubicBezTo>
                <a:cubicBezTo>
                  <a:pt x="5739464" y="2231628"/>
                  <a:pt x="5675173" y="2184399"/>
                  <a:pt x="5638577" y="2152748"/>
                </a:cubicBezTo>
                <a:cubicBezTo>
                  <a:pt x="5490214" y="2217039"/>
                  <a:pt x="5304266" y="2249184"/>
                  <a:pt x="5080732" y="2249184"/>
                </a:cubicBezTo>
                <a:cubicBezTo>
                  <a:pt x="4750377" y="2249184"/>
                  <a:pt x="4489753" y="2163133"/>
                  <a:pt x="4298859" y="1991032"/>
                </a:cubicBezTo>
                <a:cubicBezTo>
                  <a:pt x="4073347" y="1787280"/>
                  <a:pt x="3960591" y="1500940"/>
                  <a:pt x="3960591" y="1132010"/>
                </a:cubicBezTo>
                <a:cubicBezTo>
                  <a:pt x="3960591" y="773961"/>
                  <a:pt x="4059253" y="495780"/>
                  <a:pt x="4256576" y="297468"/>
                </a:cubicBezTo>
                <a:cubicBezTo>
                  <a:pt x="4453898" y="99156"/>
                  <a:pt x="4729606" y="0"/>
                  <a:pt x="50837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64311064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197599" y="18735"/>
            <a:ext cx="5994401" cy="6858000"/>
          </a:xfrm>
          <a:custGeom>
            <a:avLst/>
            <a:gdLst>
              <a:gd name="connsiteX0" fmla="*/ 0 w 5994401"/>
              <a:gd name="connsiteY0" fmla="*/ 0 h 6858000"/>
              <a:gd name="connsiteX1" fmla="*/ 5994401 w 5994401"/>
              <a:gd name="connsiteY1" fmla="*/ 0 h 6858000"/>
              <a:gd name="connsiteX2" fmla="*/ 5994401 w 5994401"/>
              <a:gd name="connsiteY2" fmla="*/ 6858000 h 6858000"/>
              <a:gd name="connsiteX3" fmla="*/ 1198881 w 59944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6858000">
                <a:moveTo>
                  <a:pt x="0" y="0"/>
                </a:moveTo>
                <a:lnTo>
                  <a:pt x="5994401" y="0"/>
                </a:lnTo>
                <a:lnTo>
                  <a:pt x="5994401" y="6858000"/>
                </a:lnTo>
                <a:lnTo>
                  <a:pt x="1198881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32147539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2769326"/>
            <a:ext cx="12192000" cy="40886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65459657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441269"/>
            <a:ext cx="12192000" cy="40886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5578910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000847" y="1129662"/>
            <a:ext cx="3971928" cy="3971928"/>
          </a:xfrm>
          <a:custGeom>
            <a:avLst/>
            <a:gdLst>
              <a:gd name="connsiteX0" fmla="*/ 1985964 w 3971928"/>
              <a:gd name="connsiteY0" fmla="*/ 0 h 3971928"/>
              <a:gd name="connsiteX1" fmla="*/ 3971928 w 3971928"/>
              <a:gd name="connsiteY1" fmla="*/ 1985964 h 3971928"/>
              <a:gd name="connsiteX2" fmla="*/ 1985964 w 3971928"/>
              <a:gd name="connsiteY2" fmla="*/ 3971928 h 3971928"/>
              <a:gd name="connsiteX3" fmla="*/ 0 w 3971928"/>
              <a:gd name="connsiteY3" fmla="*/ 1985964 h 3971928"/>
              <a:gd name="connsiteX4" fmla="*/ 1985964 w 3971928"/>
              <a:gd name="connsiteY4" fmla="*/ 0 h 397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1928" h="3971928">
                <a:moveTo>
                  <a:pt x="1985964" y="0"/>
                </a:moveTo>
                <a:cubicBezTo>
                  <a:pt x="3082782" y="0"/>
                  <a:pt x="3971928" y="889146"/>
                  <a:pt x="3971928" y="1985964"/>
                </a:cubicBezTo>
                <a:cubicBezTo>
                  <a:pt x="3971928" y="3082782"/>
                  <a:pt x="3082782" y="3971928"/>
                  <a:pt x="1985964" y="3971928"/>
                </a:cubicBezTo>
                <a:cubicBezTo>
                  <a:pt x="889146" y="3971928"/>
                  <a:pt x="0" y="3082782"/>
                  <a:pt x="0" y="1985964"/>
                </a:cubicBezTo>
                <a:cubicBezTo>
                  <a:pt x="0" y="889146"/>
                  <a:pt x="889146" y="0"/>
                  <a:pt x="198596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13767296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886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88320888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987552" y="841248"/>
            <a:ext cx="4535424" cy="601675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18660140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381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4742074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192289" y="1708382"/>
            <a:ext cx="1946447" cy="3425095"/>
          </a:xfrm>
          <a:custGeom>
            <a:avLst/>
            <a:gdLst>
              <a:gd name="connsiteX0" fmla="*/ 0 w 1946447"/>
              <a:gd name="connsiteY0" fmla="*/ 0 h 3425095"/>
              <a:gd name="connsiteX1" fmla="*/ 1946447 w 1946447"/>
              <a:gd name="connsiteY1" fmla="*/ 0 h 3425095"/>
              <a:gd name="connsiteX2" fmla="*/ 1946447 w 1946447"/>
              <a:gd name="connsiteY2" fmla="*/ 3425095 h 3425095"/>
              <a:gd name="connsiteX3" fmla="*/ 0 w 1946447"/>
              <a:gd name="connsiteY3" fmla="*/ 3425095 h 342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6447" h="3425095">
                <a:moveTo>
                  <a:pt x="0" y="0"/>
                </a:moveTo>
                <a:lnTo>
                  <a:pt x="1946447" y="0"/>
                </a:lnTo>
                <a:lnTo>
                  <a:pt x="1946447" y="3425095"/>
                </a:lnTo>
                <a:lnTo>
                  <a:pt x="0" y="34250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58680087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381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10140184" y="1981292"/>
            <a:ext cx="1734275" cy="1082750"/>
          </a:xfrm>
          <a:custGeom>
            <a:avLst/>
            <a:gdLst>
              <a:gd name="connsiteX0" fmla="*/ 0 w 1734275"/>
              <a:gd name="connsiteY0" fmla="*/ 0 h 1082750"/>
              <a:gd name="connsiteX1" fmla="*/ 1734275 w 1734275"/>
              <a:gd name="connsiteY1" fmla="*/ 0 h 1082750"/>
              <a:gd name="connsiteX2" fmla="*/ 1734275 w 1734275"/>
              <a:gd name="connsiteY2" fmla="*/ 1082750 h 1082750"/>
              <a:gd name="connsiteX3" fmla="*/ 0 w 1734275"/>
              <a:gd name="connsiteY3" fmla="*/ 1082750 h 108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275" h="1082750">
                <a:moveTo>
                  <a:pt x="0" y="0"/>
                </a:moveTo>
                <a:lnTo>
                  <a:pt x="1734275" y="0"/>
                </a:lnTo>
                <a:lnTo>
                  <a:pt x="1734275" y="1082750"/>
                </a:lnTo>
                <a:lnTo>
                  <a:pt x="0" y="10827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8277726" y="2681597"/>
            <a:ext cx="2192015" cy="1368528"/>
          </a:xfrm>
          <a:custGeom>
            <a:avLst/>
            <a:gdLst>
              <a:gd name="connsiteX0" fmla="*/ 0 w 2192015"/>
              <a:gd name="connsiteY0" fmla="*/ 0 h 1368528"/>
              <a:gd name="connsiteX1" fmla="*/ 2192015 w 2192015"/>
              <a:gd name="connsiteY1" fmla="*/ 0 h 1368528"/>
              <a:gd name="connsiteX2" fmla="*/ 2192015 w 2192015"/>
              <a:gd name="connsiteY2" fmla="*/ 1368528 h 1368528"/>
              <a:gd name="connsiteX3" fmla="*/ 0 w 2192015"/>
              <a:gd name="connsiteY3" fmla="*/ 1368528 h 1368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2015" h="1368528">
                <a:moveTo>
                  <a:pt x="0" y="0"/>
                </a:moveTo>
                <a:lnTo>
                  <a:pt x="2192015" y="0"/>
                </a:lnTo>
                <a:lnTo>
                  <a:pt x="2192015" y="1368528"/>
                </a:lnTo>
                <a:lnTo>
                  <a:pt x="0" y="13685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5950317" y="3415954"/>
            <a:ext cx="2924838" cy="1826047"/>
          </a:xfrm>
          <a:custGeom>
            <a:avLst/>
            <a:gdLst>
              <a:gd name="connsiteX0" fmla="*/ 0 w 2924838"/>
              <a:gd name="connsiteY0" fmla="*/ 0 h 1826047"/>
              <a:gd name="connsiteX1" fmla="*/ 2924838 w 2924838"/>
              <a:gd name="connsiteY1" fmla="*/ 0 h 1826047"/>
              <a:gd name="connsiteX2" fmla="*/ 2924838 w 2924838"/>
              <a:gd name="connsiteY2" fmla="*/ 1826047 h 1826047"/>
              <a:gd name="connsiteX3" fmla="*/ 0 w 2924838"/>
              <a:gd name="connsiteY3" fmla="*/ 1826047 h 182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4838" h="1826047">
                <a:moveTo>
                  <a:pt x="0" y="0"/>
                </a:moveTo>
                <a:lnTo>
                  <a:pt x="2924838" y="0"/>
                </a:lnTo>
                <a:lnTo>
                  <a:pt x="2924838" y="1826047"/>
                </a:lnTo>
                <a:lnTo>
                  <a:pt x="0" y="18260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56463188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381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4504940" y="2216888"/>
            <a:ext cx="3169488" cy="1826047"/>
          </a:xfrm>
          <a:custGeom>
            <a:avLst/>
            <a:gdLst>
              <a:gd name="connsiteX0" fmla="*/ 0 w 3169488"/>
              <a:gd name="connsiteY0" fmla="*/ 0 h 1826047"/>
              <a:gd name="connsiteX1" fmla="*/ 3169488 w 3169488"/>
              <a:gd name="connsiteY1" fmla="*/ 0 h 1826047"/>
              <a:gd name="connsiteX2" fmla="*/ 3169488 w 3169488"/>
              <a:gd name="connsiteY2" fmla="*/ 1826047 h 1826047"/>
              <a:gd name="connsiteX3" fmla="*/ 0 w 3169488"/>
              <a:gd name="connsiteY3" fmla="*/ 1826047 h 182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9488" h="1826047">
                <a:moveTo>
                  <a:pt x="0" y="0"/>
                </a:moveTo>
                <a:lnTo>
                  <a:pt x="3169488" y="0"/>
                </a:lnTo>
                <a:lnTo>
                  <a:pt x="3169488" y="1826047"/>
                </a:lnTo>
                <a:lnTo>
                  <a:pt x="0" y="18260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2423943" y="1637736"/>
            <a:ext cx="2592438" cy="1493589"/>
          </a:xfrm>
          <a:custGeom>
            <a:avLst/>
            <a:gdLst>
              <a:gd name="connsiteX0" fmla="*/ 0 w 2592438"/>
              <a:gd name="connsiteY0" fmla="*/ 0 h 1493589"/>
              <a:gd name="connsiteX1" fmla="*/ 2592438 w 2592438"/>
              <a:gd name="connsiteY1" fmla="*/ 0 h 1493589"/>
              <a:gd name="connsiteX2" fmla="*/ 2592438 w 2592438"/>
              <a:gd name="connsiteY2" fmla="*/ 1493589 h 1493589"/>
              <a:gd name="connsiteX3" fmla="*/ 0 w 2592438"/>
              <a:gd name="connsiteY3" fmla="*/ 1493589 h 149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2438" h="1493589">
                <a:moveTo>
                  <a:pt x="0" y="0"/>
                </a:moveTo>
                <a:lnTo>
                  <a:pt x="2592438" y="0"/>
                </a:lnTo>
                <a:lnTo>
                  <a:pt x="2592438" y="1493589"/>
                </a:lnTo>
                <a:lnTo>
                  <a:pt x="0" y="149358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7172726" y="1636322"/>
            <a:ext cx="2592438" cy="1493589"/>
          </a:xfrm>
          <a:custGeom>
            <a:avLst/>
            <a:gdLst>
              <a:gd name="connsiteX0" fmla="*/ 0 w 2592438"/>
              <a:gd name="connsiteY0" fmla="*/ 0 h 1493589"/>
              <a:gd name="connsiteX1" fmla="*/ 2592438 w 2592438"/>
              <a:gd name="connsiteY1" fmla="*/ 0 h 1493589"/>
              <a:gd name="connsiteX2" fmla="*/ 2592438 w 2592438"/>
              <a:gd name="connsiteY2" fmla="*/ 1493589 h 1493589"/>
              <a:gd name="connsiteX3" fmla="*/ 0 w 2592438"/>
              <a:gd name="connsiteY3" fmla="*/ 1493589 h 149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2438" h="1493589">
                <a:moveTo>
                  <a:pt x="0" y="0"/>
                </a:moveTo>
                <a:lnTo>
                  <a:pt x="2592438" y="0"/>
                </a:lnTo>
                <a:lnTo>
                  <a:pt x="2592438" y="1493589"/>
                </a:lnTo>
                <a:lnTo>
                  <a:pt x="0" y="149358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82604577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381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4635305" y="2331418"/>
            <a:ext cx="2924838" cy="1826047"/>
          </a:xfrm>
          <a:custGeom>
            <a:avLst/>
            <a:gdLst>
              <a:gd name="connsiteX0" fmla="*/ 0 w 2924838"/>
              <a:gd name="connsiteY0" fmla="*/ 0 h 1826047"/>
              <a:gd name="connsiteX1" fmla="*/ 2924838 w 2924838"/>
              <a:gd name="connsiteY1" fmla="*/ 0 h 1826047"/>
              <a:gd name="connsiteX2" fmla="*/ 2924838 w 2924838"/>
              <a:gd name="connsiteY2" fmla="*/ 1826047 h 1826047"/>
              <a:gd name="connsiteX3" fmla="*/ 0 w 2924838"/>
              <a:gd name="connsiteY3" fmla="*/ 1826047 h 182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4838" h="1826047">
                <a:moveTo>
                  <a:pt x="0" y="0"/>
                </a:moveTo>
                <a:lnTo>
                  <a:pt x="2924838" y="0"/>
                </a:lnTo>
                <a:lnTo>
                  <a:pt x="2924838" y="1826047"/>
                </a:lnTo>
                <a:lnTo>
                  <a:pt x="0" y="18260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2732339" y="2492187"/>
            <a:ext cx="1924114" cy="1404471"/>
          </a:xfrm>
          <a:custGeom>
            <a:avLst/>
            <a:gdLst>
              <a:gd name="connsiteX0" fmla="*/ 0 w 1924114"/>
              <a:gd name="connsiteY0" fmla="*/ 0 h 1404471"/>
              <a:gd name="connsiteX1" fmla="*/ 1924114 w 1924114"/>
              <a:gd name="connsiteY1" fmla="*/ 0 h 1404471"/>
              <a:gd name="connsiteX2" fmla="*/ 1924114 w 1924114"/>
              <a:gd name="connsiteY2" fmla="*/ 1404471 h 1404471"/>
              <a:gd name="connsiteX3" fmla="*/ 0 w 1924114"/>
              <a:gd name="connsiteY3" fmla="*/ 1404471 h 140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114" h="1404471">
                <a:moveTo>
                  <a:pt x="0" y="0"/>
                </a:moveTo>
                <a:lnTo>
                  <a:pt x="1924114" y="0"/>
                </a:lnTo>
                <a:lnTo>
                  <a:pt x="1924114" y="1404471"/>
                </a:lnTo>
                <a:lnTo>
                  <a:pt x="0" y="14044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7519216" y="2492188"/>
            <a:ext cx="1924114" cy="1404471"/>
          </a:xfrm>
          <a:custGeom>
            <a:avLst/>
            <a:gdLst>
              <a:gd name="connsiteX0" fmla="*/ 0 w 1924114"/>
              <a:gd name="connsiteY0" fmla="*/ 0 h 1404471"/>
              <a:gd name="connsiteX1" fmla="*/ 1924114 w 1924114"/>
              <a:gd name="connsiteY1" fmla="*/ 0 h 1404471"/>
              <a:gd name="connsiteX2" fmla="*/ 1924114 w 1924114"/>
              <a:gd name="connsiteY2" fmla="*/ 1404471 h 1404471"/>
              <a:gd name="connsiteX3" fmla="*/ 0 w 1924114"/>
              <a:gd name="connsiteY3" fmla="*/ 1404471 h 140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114" h="1404471">
                <a:moveTo>
                  <a:pt x="0" y="0"/>
                </a:moveTo>
                <a:lnTo>
                  <a:pt x="1924114" y="0"/>
                </a:lnTo>
                <a:lnTo>
                  <a:pt x="1924114" y="1404471"/>
                </a:lnTo>
                <a:lnTo>
                  <a:pt x="0" y="14044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19669258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381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517976" y="1881054"/>
            <a:ext cx="1118053" cy="2033686"/>
          </a:xfrm>
          <a:custGeom>
            <a:avLst/>
            <a:gdLst>
              <a:gd name="connsiteX0" fmla="*/ 0 w 1118053"/>
              <a:gd name="connsiteY0" fmla="*/ 0 h 2033686"/>
              <a:gd name="connsiteX1" fmla="*/ 1118053 w 1118053"/>
              <a:gd name="connsiteY1" fmla="*/ 0 h 2033686"/>
              <a:gd name="connsiteX2" fmla="*/ 1118053 w 1118053"/>
              <a:gd name="connsiteY2" fmla="*/ 2033686 h 2033686"/>
              <a:gd name="connsiteX3" fmla="*/ 0 w 1118053"/>
              <a:gd name="connsiteY3" fmla="*/ 2033686 h 2033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053" h="2033686">
                <a:moveTo>
                  <a:pt x="0" y="0"/>
                </a:moveTo>
                <a:lnTo>
                  <a:pt x="1118053" y="0"/>
                </a:lnTo>
                <a:lnTo>
                  <a:pt x="1118053" y="2033686"/>
                </a:lnTo>
                <a:lnTo>
                  <a:pt x="0" y="20336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544904" y="1853989"/>
            <a:ext cx="1118053" cy="2033686"/>
          </a:xfrm>
          <a:custGeom>
            <a:avLst/>
            <a:gdLst>
              <a:gd name="connsiteX0" fmla="*/ 0 w 1118053"/>
              <a:gd name="connsiteY0" fmla="*/ 0 h 2033686"/>
              <a:gd name="connsiteX1" fmla="*/ 1118053 w 1118053"/>
              <a:gd name="connsiteY1" fmla="*/ 0 h 2033686"/>
              <a:gd name="connsiteX2" fmla="*/ 1118053 w 1118053"/>
              <a:gd name="connsiteY2" fmla="*/ 2033686 h 2033686"/>
              <a:gd name="connsiteX3" fmla="*/ 0 w 1118053"/>
              <a:gd name="connsiteY3" fmla="*/ 2033686 h 2033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053" h="2033686">
                <a:moveTo>
                  <a:pt x="0" y="0"/>
                </a:moveTo>
                <a:lnTo>
                  <a:pt x="1118053" y="0"/>
                </a:lnTo>
                <a:lnTo>
                  <a:pt x="1118053" y="2033686"/>
                </a:lnTo>
                <a:lnTo>
                  <a:pt x="0" y="20336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7440980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381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2671857" y="2332267"/>
            <a:ext cx="2602523" cy="1624818"/>
          </a:xfrm>
          <a:custGeom>
            <a:avLst/>
            <a:gdLst>
              <a:gd name="connsiteX0" fmla="*/ 0 w 2602523"/>
              <a:gd name="connsiteY0" fmla="*/ 0 h 1624818"/>
              <a:gd name="connsiteX1" fmla="*/ 2602523 w 2602523"/>
              <a:gd name="connsiteY1" fmla="*/ 0 h 1624818"/>
              <a:gd name="connsiteX2" fmla="*/ 2602523 w 2602523"/>
              <a:gd name="connsiteY2" fmla="*/ 1624818 h 1624818"/>
              <a:gd name="connsiteX3" fmla="*/ 0 w 2602523"/>
              <a:gd name="connsiteY3" fmla="*/ 1624818 h 162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2523" h="1624818">
                <a:moveTo>
                  <a:pt x="0" y="0"/>
                </a:moveTo>
                <a:lnTo>
                  <a:pt x="2602523" y="0"/>
                </a:lnTo>
                <a:lnTo>
                  <a:pt x="2602523" y="1624818"/>
                </a:lnTo>
                <a:lnTo>
                  <a:pt x="0" y="16248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5180645" y="2561845"/>
            <a:ext cx="808520" cy="1470660"/>
          </a:xfrm>
          <a:custGeom>
            <a:avLst/>
            <a:gdLst>
              <a:gd name="connsiteX0" fmla="*/ 0 w 808520"/>
              <a:gd name="connsiteY0" fmla="*/ 0 h 1470660"/>
              <a:gd name="connsiteX1" fmla="*/ 808520 w 808520"/>
              <a:gd name="connsiteY1" fmla="*/ 0 h 1470660"/>
              <a:gd name="connsiteX2" fmla="*/ 808520 w 808520"/>
              <a:gd name="connsiteY2" fmla="*/ 1470660 h 1470660"/>
              <a:gd name="connsiteX3" fmla="*/ 0 w 808520"/>
              <a:gd name="connsiteY3" fmla="*/ 1470660 h 147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20" h="1470660">
                <a:moveTo>
                  <a:pt x="0" y="0"/>
                </a:moveTo>
                <a:lnTo>
                  <a:pt x="808520" y="0"/>
                </a:lnTo>
                <a:lnTo>
                  <a:pt x="808520" y="1470660"/>
                </a:lnTo>
                <a:lnTo>
                  <a:pt x="0" y="14706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5192774" y="1432661"/>
            <a:ext cx="3251028" cy="1799210"/>
          </a:xfrm>
          <a:custGeom>
            <a:avLst/>
            <a:gdLst>
              <a:gd name="connsiteX0" fmla="*/ 0 w 3251028"/>
              <a:gd name="connsiteY0" fmla="*/ 0 h 1799210"/>
              <a:gd name="connsiteX1" fmla="*/ 3251028 w 3251028"/>
              <a:gd name="connsiteY1" fmla="*/ 0 h 1799210"/>
              <a:gd name="connsiteX2" fmla="*/ 3251028 w 3251028"/>
              <a:gd name="connsiteY2" fmla="*/ 1799210 h 1799210"/>
              <a:gd name="connsiteX3" fmla="*/ 0 w 3251028"/>
              <a:gd name="connsiteY3" fmla="*/ 1799210 h 179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1028" h="1799210">
                <a:moveTo>
                  <a:pt x="0" y="0"/>
                </a:moveTo>
                <a:lnTo>
                  <a:pt x="3251028" y="0"/>
                </a:lnTo>
                <a:lnTo>
                  <a:pt x="3251028" y="1799210"/>
                </a:lnTo>
                <a:lnTo>
                  <a:pt x="0" y="17992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8015829" y="2177936"/>
            <a:ext cx="1407826" cy="1915288"/>
          </a:xfrm>
          <a:custGeom>
            <a:avLst/>
            <a:gdLst>
              <a:gd name="connsiteX0" fmla="*/ 0 w 1407826"/>
              <a:gd name="connsiteY0" fmla="*/ 0 h 1915288"/>
              <a:gd name="connsiteX1" fmla="*/ 1407826 w 1407826"/>
              <a:gd name="connsiteY1" fmla="*/ 0 h 1915288"/>
              <a:gd name="connsiteX2" fmla="*/ 1407826 w 1407826"/>
              <a:gd name="connsiteY2" fmla="*/ 1915288 h 1915288"/>
              <a:gd name="connsiteX3" fmla="*/ 0 w 1407826"/>
              <a:gd name="connsiteY3" fmla="*/ 1915288 h 1915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826" h="1915288">
                <a:moveTo>
                  <a:pt x="0" y="0"/>
                </a:moveTo>
                <a:lnTo>
                  <a:pt x="1407826" y="0"/>
                </a:lnTo>
                <a:lnTo>
                  <a:pt x="1407826" y="1915288"/>
                </a:lnTo>
                <a:lnTo>
                  <a:pt x="0" y="19152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61508439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381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606902" y="1967484"/>
            <a:ext cx="1776312" cy="3231028"/>
          </a:xfrm>
          <a:custGeom>
            <a:avLst/>
            <a:gdLst>
              <a:gd name="connsiteX0" fmla="*/ 0 w 1776312"/>
              <a:gd name="connsiteY0" fmla="*/ 0 h 3231028"/>
              <a:gd name="connsiteX1" fmla="*/ 1776312 w 1776312"/>
              <a:gd name="connsiteY1" fmla="*/ 0 h 3231028"/>
              <a:gd name="connsiteX2" fmla="*/ 1776312 w 1776312"/>
              <a:gd name="connsiteY2" fmla="*/ 3231028 h 3231028"/>
              <a:gd name="connsiteX3" fmla="*/ 0 w 1776312"/>
              <a:gd name="connsiteY3" fmla="*/ 3231028 h 3231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6312" h="3231028">
                <a:moveTo>
                  <a:pt x="0" y="0"/>
                </a:moveTo>
                <a:lnTo>
                  <a:pt x="1776312" y="0"/>
                </a:lnTo>
                <a:lnTo>
                  <a:pt x="1776312" y="3231028"/>
                </a:lnTo>
                <a:lnTo>
                  <a:pt x="0" y="32310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344446" y="2202263"/>
            <a:ext cx="1776312" cy="3231028"/>
          </a:xfrm>
          <a:custGeom>
            <a:avLst/>
            <a:gdLst>
              <a:gd name="connsiteX0" fmla="*/ 0 w 1776312"/>
              <a:gd name="connsiteY0" fmla="*/ 0 h 3231028"/>
              <a:gd name="connsiteX1" fmla="*/ 1776312 w 1776312"/>
              <a:gd name="connsiteY1" fmla="*/ 0 h 3231028"/>
              <a:gd name="connsiteX2" fmla="*/ 1776312 w 1776312"/>
              <a:gd name="connsiteY2" fmla="*/ 3231028 h 3231028"/>
              <a:gd name="connsiteX3" fmla="*/ 0 w 1776312"/>
              <a:gd name="connsiteY3" fmla="*/ 3231028 h 3231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6312" h="3231028">
                <a:moveTo>
                  <a:pt x="0" y="0"/>
                </a:moveTo>
                <a:lnTo>
                  <a:pt x="1776312" y="0"/>
                </a:lnTo>
                <a:lnTo>
                  <a:pt x="1776312" y="3231028"/>
                </a:lnTo>
                <a:lnTo>
                  <a:pt x="0" y="32310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95041350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1290824" y="1999821"/>
            <a:ext cx="3612956" cy="2255656"/>
          </a:xfrm>
          <a:custGeom>
            <a:avLst/>
            <a:gdLst>
              <a:gd name="connsiteX0" fmla="*/ 0 w 3612956"/>
              <a:gd name="connsiteY0" fmla="*/ 0 h 2255656"/>
              <a:gd name="connsiteX1" fmla="*/ 3612956 w 3612956"/>
              <a:gd name="connsiteY1" fmla="*/ 0 h 2255656"/>
              <a:gd name="connsiteX2" fmla="*/ 3612956 w 3612956"/>
              <a:gd name="connsiteY2" fmla="*/ 2255656 h 2255656"/>
              <a:gd name="connsiteX3" fmla="*/ 0 w 3612956"/>
              <a:gd name="connsiteY3" fmla="*/ 2255656 h 2255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2956" h="2255656">
                <a:moveTo>
                  <a:pt x="0" y="0"/>
                </a:moveTo>
                <a:lnTo>
                  <a:pt x="3612956" y="0"/>
                </a:lnTo>
                <a:lnTo>
                  <a:pt x="3612956" y="2255656"/>
                </a:lnTo>
                <a:lnTo>
                  <a:pt x="0" y="22556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4476261" y="3373832"/>
            <a:ext cx="1133041" cy="1994581"/>
          </a:xfrm>
          <a:custGeom>
            <a:avLst/>
            <a:gdLst>
              <a:gd name="connsiteX0" fmla="*/ 0 w 1133041"/>
              <a:gd name="connsiteY0" fmla="*/ 0 h 1994581"/>
              <a:gd name="connsiteX1" fmla="*/ 1133041 w 1133041"/>
              <a:gd name="connsiteY1" fmla="*/ 0 h 1994581"/>
              <a:gd name="connsiteX2" fmla="*/ 1133041 w 1133041"/>
              <a:gd name="connsiteY2" fmla="*/ 1994581 h 1994581"/>
              <a:gd name="connsiteX3" fmla="*/ 0 w 1133041"/>
              <a:gd name="connsiteY3" fmla="*/ 1994581 h 1994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041" h="1994581">
                <a:moveTo>
                  <a:pt x="0" y="0"/>
                </a:moveTo>
                <a:lnTo>
                  <a:pt x="1133041" y="0"/>
                </a:lnTo>
                <a:lnTo>
                  <a:pt x="1133041" y="1994581"/>
                </a:lnTo>
                <a:lnTo>
                  <a:pt x="0" y="19945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87463022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777537" y="1885985"/>
            <a:ext cx="1829749" cy="3328228"/>
          </a:xfrm>
          <a:custGeom>
            <a:avLst/>
            <a:gdLst>
              <a:gd name="connsiteX0" fmla="*/ 0 w 1829749"/>
              <a:gd name="connsiteY0" fmla="*/ 0 h 3328228"/>
              <a:gd name="connsiteX1" fmla="*/ 1829749 w 1829749"/>
              <a:gd name="connsiteY1" fmla="*/ 0 h 3328228"/>
              <a:gd name="connsiteX2" fmla="*/ 1829749 w 1829749"/>
              <a:gd name="connsiteY2" fmla="*/ 3328228 h 3328228"/>
              <a:gd name="connsiteX3" fmla="*/ 0 w 1829749"/>
              <a:gd name="connsiteY3" fmla="*/ 3328228 h 332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9749" h="3328228">
                <a:moveTo>
                  <a:pt x="0" y="0"/>
                </a:moveTo>
                <a:lnTo>
                  <a:pt x="1829749" y="0"/>
                </a:lnTo>
                <a:lnTo>
                  <a:pt x="1829749" y="3328228"/>
                </a:lnTo>
                <a:lnTo>
                  <a:pt x="0" y="33282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8607286" y="2432075"/>
            <a:ext cx="1318529" cy="2398342"/>
          </a:xfrm>
          <a:custGeom>
            <a:avLst/>
            <a:gdLst>
              <a:gd name="connsiteX0" fmla="*/ 0 w 1318529"/>
              <a:gd name="connsiteY0" fmla="*/ 0 h 2398342"/>
              <a:gd name="connsiteX1" fmla="*/ 1318529 w 1318529"/>
              <a:gd name="connsiteY1" fmla="*/ 0 h 2398342"/>
              <a:gd name="connsiteX2" fmla="*/ 1318529 w 1318529"/>
              <a:gd name="connsiteY2" fmla="*/ 2398342 h 2398342"/>
              <a:gd name="connsiteX3" fmla="*/ 0 w 1318529"/>
              <a:gd name="connsiteY3" fmla="*/ 2398342 h 2398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8529" h="2398342">
                <a:moveTo>
                  <a:pt x="0" y="0"/>
                </a:moveTo>
                <a:lnTo>
                  <a:pt x="1318529" y="0"/>
                </a:lnTo>
                <a:lnTo>
                  <a:pt x="1318529" y="2398342"/>
                </a:lnTo>
                <a:lnTo>
                  <a:pt x="0" y="23983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3303932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4381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2152357" y="2349304"/>
            <a:ext cx="2602523" cy="1624818"/>
          </a:xfrm>
          <a:custGeom>
            <a:avLst/>
            <a:gdLst>
              <a:gd name="connsiteX0" fmla="*/ 0 w 2602523"/>
              <a:gd name="connsiteY0" fmla="*/ 0 h 1624818"/>
              <a:gd name="connsiteX1" fmla="*/ 2602523 w 2602523"/>
              <a:gd name="connsiteY1" fmla="*/ 0 h 1624818"/>
              <a:gd name="connsiteX2" fmla="*/ 2602523 w 2602523"/>
              <a:gd name="connsiteY2" fmla="*/ 1624818 h 1624818"/>
              <a:gd name="connsiteX3" fmla="*/ 0 w 2602523"/>
              <a:gd name="connsiteY3" fmla="*/ 1624818 h 162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2523" h="1624818">
                <a:moveTo>
                  <a:pt x="0" y="0"/>
                </a:moveTo>
                <a:lnTo>
                  <a:pt x="2602523" y="0"/>
                </a:lnTo>
                <a:lnTo>
                  <a:pt x="2602523" y="1624818"/>
                </a:lnTo>
                <a:lnTo>
                  <a:pt x="0" y="16248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4677645" y="1425864"/>
            <a:ext cx="3251028" cy="1799210"/>
          </a:xfrm>
          <a:custGeom>
            <a:avLst/>
            <a:gdLst>
              <a:gd name="connsiteX0" fmla="*/ 0 w 3251028"/>
              <a:gd name="connsiteY0" fmla="*/ 0 h 1799210"/>
              <a:gd name="connsiteX1" fmla="*/ 3251028 w 3251028"/>
              <a:gd name="connsiteY1" fmla="*/ 0 h 1799210"/>
              <a:gd name="connsiteX2" fmla="*/ 3251028 w 3251028"/>
              <a:gd name="connsiteY2" fmla="*/ 1799210 h 1799210"/>
              <a:gd name="connsiteX3" fmla="*/ 0 w 3251028"/>
              <a:gd name="connsiteY3" fmla="*/ 1799210 h 179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1028" h="1799210">
                <a:moveTo>
                  <a:pt x="0" y="0"/>
                </a:moveTo>
                <a:lnTo>
                  <a:pt x="3251028" y="0"/>
                </a:lnTo>
                <a:lnTo>
                  <a:pt x="3251028" y="1799210"/>
                </a:lnTo>
                <a:lnTo>
                  <a:pt x="0" y="17992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7491246" y="2220539"/>
            <a:ext cx="1407826" cy="1915288"/>
          </a:xfrm>
          <a:custGeom>
            <a:avLst/>
            <a:gdLst>
              <a:gd name="connsiteX0" fmla="*/ 0 w 1407826"/>
              <a:gd name="connsiteY0" fmla="*/ 0 h 1915288"/>
              <a:gd name="connsiteX1" fmla="*/ 1407826 w 1407826"/>
              <a:gd name="connsiteY1" fmla="*/ 0 h 1915288"/>
              <a:gd name="connsiteX2" fmla="*/ 1407826 w 1407826"/>
              <a:gd name="connsiteY2" fmla="*/ 1915288 h 1915288"/>
              <a:gd name="connsiteX3" fmla="*/ 0 w 1407826"/>
              <a:gd name="connsiteY3" fmla="*/ 1915288 h 1915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826" h="1915288">
                <a:moveTo>
                  <a:pt x="0" y="0"/>
                </a:moveTo>
                <a:lnTo>
                  <a:pt x="1407826" y="0"/>
                </a:lnTo>
                <a:lnTo>
                  <a:pt x="1407826" y="1915288"/>
                </a:lnTo>
                <a:lnTo>
                  <a:pt x="0" y="19152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9252699" y="2606041"/>
            <a:ext cx="808520" cy="1470660"/>
          </a:xfrm>
          <a:custGeom>
            <a:avLst/>
            <a:gdLst>
              <a:gd name="connsiteX0" fmla="*/ 0 w 808520"/>
              <a:gd name="connsiteY0" fmla="*/ 0 h 1470660"/>
              <a:gd name="connsiteX1" fmla="*/ 808520 w 808520"/>
              <a:gd name="connsiteY1" fmla="*/ 0 h 1470660"/>
              <a:gd name="connsiteX2" fmla="*/ 808520 w 808520"/>
              <a:gd name="connsiteY2" fmla="*/ 1470660 h 1470660"/>
              <a:gd name="connsiteX3" fmla="*/ 0 w 808520"/>
              <a:gd name="connsiteY3" fmla="*/ 1470660 h 147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20" h="1470660">
                <a:moveTo>
                  <a:pt x="0" y="0"/>
                </a:moveTo>
                <a:lnTo>
                  <a:pt x="808520" y="0"/>
                </a:lnTo>
                <a:lnTo>
                  <a:pt x="808520" y="1470660"/>
                </a:lnTo>
                <a:lnTo>
                  <a:pt x="0" y="14706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73020634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176333" y="1738163"/>
            <a:ext cx="1395664" cy="1395664"/>
          </a:xfrm>
          <a:custGeom>
            <a:avLst/>
            <a:gdLst>
              <a:gd name="connsiteX0" fmla="*/ 697832 w 1395664"/>
              <a:gd name="connsiteY0" fmla="*/ 0 h 1395664"/>
              <a:gd name="connsiteX1" fmla="*/ 1395664 w 1395664"/>
              <a:gd name="connsiteY1" fmla="*/ 697832 h 1395664"/>
              <a:gd name="connsiteX2" fmla="*/ 697832 w 1395664"/>
              <a:gd name="connsiteY2" fmla="*/ 1395664 h 1395664"/>
              <a:gd name="connsiteX3" fmla="*/ 0 w 1395664"/>
              <a:gd name="connsiteY3" fmla="*/ 697832 h 1395664"/>
              <a:gd name="connsiteX4" fmla="*/ 697832 w 1395664"/>
              <a:gd name="connsiteY4" fmla="*/ 0 h 139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664" h="1395664">
                <a:moveTo>
                  <a:pt x="697832" y="0"/>
                </a:moveTo>
                <a:cubicBezTo>
                  <a:pt x="1083234" y="0"/>
                  <a:pt x="1395664" y="312430"/>
                  <a:pt x="1395664" y="697832"/>
                </a:cubicBezTo>
                <a:cubicBezTo>
                  <a:pt x="1395664" y="1083234"/>
                  <a:pt x="1083234" y="1395664"/>
                  <a:pt x="697832" y="1395664"/>
                </a:cubicBezTo>
                <a:cubicBezTo>
                  <a:pt x="312430" y="1395664"/>
                  <a:pt x="0" y="1083234"/>
                  <a:pt x="0" y="697832"/>
                </a:cubicBezTo>
                <a:cubicBezTo>
                  <a:pt x="0" y="312430"/>
                  <a:pt x="312430" y="0"/>
                  <a:pt x="6978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789387" y="4272814"/>
            <a:ext cx="1395664" cy="1395664"/>
          </a:xfrm>
          <a:custGeom>
            <a:avLst/>
            <a:gdLst>
              <a:gd name="connsiteX0" fmla="*/ 697832 w 1395664"/>
              <a:gd name="connsiteY0" fmla="*/ 0 h 1395664"/>
              <a:gd name="connsiteX1" fmla="*/ 1395664 w 1395664"/>
              <a:gd name="connsiteY1" fmla="*/ 697832 h 1395664"/>
              <a:gd name="connsiteX2" fmla="*/ 697832 w 1395664"/>
              <a:gd name="connsiteY2" fmla="*/ 1395664 h 1395664"/>
              <a:gd name="connsiteX3" fmla="*/ 0 w 1395664"/>
              <a:gd name="connsiteY3" fmla="*/ 697832 h 1395664"/>
              <a:gd name="connsiteX4" fmla="*/ 697832 w 1395664"/>
              <a:gd name="connsiteY4" fmla="*/ 0 h 139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664" h="1395664">
                <a:moveTo>
                  <a:pt x="697832" y="0"/>
                </a:moveTo>
                <a:cubicBezTo>
                  <a:pt x="1083234" y="0"/>
                  <a:pt x="1395664" y="312430"/>
                  <a:pt x="1395664" y="697832"/>
                </a:cubicBezTo>
                <a:cubicBezTo>
                  <a:pt x="1395664" y="1083234"/>
                  <a:pt x="1083234" y="1395664"/>
                  <a:pt x="697832" y="1395664"/>
                </a:cubicBezTo>
                <a:cubicBezTo>
                  <a:pt x="312430" y="1395664"/>
                  <a:pt x="0" y="1083234"/>
                  <a:pt x="0" y="697832"/>
                </a:cubicBezTo>
                <a:cubicBezTo>
                  <a:pt x="0" y="312430"/>
                  <a:pt x="312430" y="0"/>
                  <a:pt x="6978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8402443" y="1738163"/>
            <a:ext cx="1395664" cy="1395664"/>
          </a:xfrm>
          <a:custGeom>
            <a:avLst/>
            <a:gdLst>
              <a:gd name="connsiteX0" fmla="*/ 697832 w 1395664"/>
              <a:gd name="connsiteY0" fmla="*/ 0 h 1395664"/>
              <a:gd name="connsiteX1" fmla="*/ 1395664 w 1395664"/>
              <a:gd name="connsiteY1" fmla="*/ 697832 h 1395664"/>
              <a:gd name="connsiteX2" fmla="*/ 697832 w 1395664"/>
              <a:gd name="connsiteY2" fmla="*/ 1395664 h 1395664"/>
              <a:gd name="connsiteX3" fmla="*/ 0 w 1395664"/>
              <a:gd name="connsiteY3" fmla="*/ 697832 h 1395664"/>
              <a:gd name="connsiteX4" fmla="*/ 697832 w 1395664"/>
              <a:gd name="connsiteY4" fmla="*/ 0 h 139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664" h="1395664">
                <a:moveTo>
                  <a:pt x="697832" y="0"/>
                </a:moveTo>
                <a:cubicBezTo>
                  <a:pt x="1083234" y="0"/>
                  <a:pt x="1395664" y="312430"/>
                  <a:pt x="1395664" y="697832"/>
                </a:cubicBezTo>
                <a:cubicBezTo>
                  <a:pt x="1395664" y="1083234"/>
                  <a:pt x="1083234" y="1395664"/>
                  <a:pt x="697832" y="1395664"/>
                </a:cubicBezTo>
                <a:cubicBezTo>
                  <a:pt x="312430" y="1395664"/>
                  <a:pt x="0" y="1083234"/>
                  <a:pt x="0" y="697832"/>
                </a:cubicBezTo>
                <a:cubicBezTo>
                  <a:pt x="0" y="312430"/>
                  <a:pt x="312430" y="0"/>
                  <a:pt x="6978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31219283"/>
      </p:ext>
    </p:extLst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/>
          </p:nvPr>
        </p:nvSpPr>
        <p:spPr>
          <a:xfrm>
            <a:off x="2281989" y="1738163"/>
            <a:ext cx="1395664" cy="1395664"/>
          </a:xfrm>
          <a:custGeom>
            <a:avLst/>
            <a:gdLst>
              <a:gd name="connsiteX0" fmla="*/ 697832 w 1395664"/>
              <a:gd name="connsiteY0" fmla="*/ 0 h 1395664"/>
              <a:gd name="connsiteX1" fmla="*/ 1395664 w 1395664"/>
              <a:gd name="connsiteY1" fmla="*/ 697832 h 1395664"/>
              <a:gd name="connsiteX2" fmla="*/ 697832 w 1395664"/>
              <a:gd name="connsiteY2" fmla="*/ 1395664 h 1395664"/>
              <a:gd name="connsiteX3" fmla="*/ 0 w 1395664"/>
              <a:gd name="connsiteY3" fmla="*/ 697832 h 1395664"/>
              <a:gd name="connsiteX4" fmla="*/ 697832 w 1395664"/>
              <a:gd name="connsiteY4" fmla="*/ 0 h 139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664" h="1395664">
                <a:moveTo>
                  <a:pt x="697832" y="0"/>
                </a:moveTo>
                <a:cubicBezTo>
                  <a:pt x="1083234" y="0"/>
                  <a:pt x="1395664" y="312430"/>
                  <a:pt x="1395664" y="697832"/>
                </a:cubicBezTo>
                <a:cubicBezTo>
                  <a:pt x="1395664" y="1083234"/>
                  <a:pt x="1083234" y="1395664"/>
                  <a:pt x="697832" y="1395664"/>
                </a:cubicBezTo>
                <a:cubicBezTo>
                  <a:pt x="312430" y="1395664"/>
                  <a:pt x="0" y="1083234"/>
                  <a:pt x="0" y="697832"/>
                </a:cubicBezTo>
                <a:cubicBezTo>
                  <a:pt x="0" y="312430"/>
                  <a:pt x="312430" y="0"/>
                  <a:pt x="6978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5398168" y="4272815"/>
            <a:ext cx="1395664" cy="1395664"/>
          </a:xfrm>
          <a:custGeom>
            <a:avLst/>
            <a:gdLst>
              <a:gd name="connsiteX0" fmla="*/ 697832 w 1395664"/>
              <a:gd name="connsiteY0" fmla="*/ 0 h 1395664"/>
              <a:gd name="connsiteX1" fmla="*/ 1395664 w 1395664"/>
              <a:gd name="connsiteY1" fmla="*/ 697832 h 1395664"/>
              <a:gd name="connsiteX2" fmla="*/ 697832 w 1395664"/>
              <a:gd name="connsiteY2" fmla="*/ 1395664 h 1395664"/>
              <a:gd name="connsiteX3" fmla="*/ 0 w 1395664"/>
              <a:gd name="connsiteY3" fmla="*/ 697832 h 1395664"/>
              <a:gd name="connsiteX4" fmla="*/ 697832 w 1395664"/>
              <a:gd name="connsiteY4" fmla="*/ 0 h 139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664" h="1395664">
                <a:moveTo>
                  <a:pt x="697832" y="0"/>
                </a:moveTo>
                <a:cubicBezTo>
                  <a:pt x="1083234" y="0"/>
                  <a:pt x="1395664" y="312430"/>
                  <a:pt x="1395664" y="697832"/>
                </a:cubicBezTo>
                <a:cubicBezTo>
                  <a:pt x="1395664" y="1083234"/>
                  <a:pt x="1083234" y="1395664"/>
                  <a:pt x="697832" y="1395664"/>
                </a:cubicBezTo>
                <a:cubicBezTo>
                  <a:pt x="312430" y="1395664"/>
                  <a:pt x="0" y="1083234"/>
                  <a:pt x="0" y="697832"/>
                </a:cubicBezTo>
                <a:cubicBezTo>
                  <a:pt x="0" y="312430"/>
                  <a:pt x="312430" y="0"/>
                  <a:pt x="6978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8514347" y="1738163"/>
            <a:ext cx="1395664" cy="1395664"/>
          </a:xfrm>
          <a:custGeom>
            <a:avLst/>
            <a:gdLst>
              <a:gd name="connsiteX0" fmla="*/ 697832 w 1395664"/>
              <a:gd name="connsiteY0" fmla="*/ 0 h 1395664"/>
              <a:gd name="connsiteX1" fmla="*/ 1395664 w 1395664"/>
              <a:gd name="connsiteY1" fmla="*/ 697832 h 1395664"/>
              <a:gd name="connsiteX2" fmla="*/ 697832 w 1395664"/>
              <a:gd name="connsiteY2" fmla="*/ 1395664 h 1395664"/>
              <a:gd name="connsiteX3" fmla="*/ 0 w 1395664"/>
              <a:gd name="connsiteY3" fmla="*/ 697832 h 1395664"/>
              <a:gd name="connsiteX4" fmla="*/ 697832 w 1395664"/>
              <a:gd name="connsiteY4" fmla="*/ 0 h 139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5664" h="1395664">
                <a:moveTo>
                  <a:pt x="697832" y="0"/>
                </a:moveTo>
                <a:cubicBezTo>
                  <a:pt x="1083234" y="0"/>
                  <a:pt x="1395664" y="312430"/>
                  <a:pt x="1395664" y="697832"/>
                </a:cubicBezTo>
                <a:cubicBezTo>
                  <a:pt x="1395664" y="1083234"/>
                  <a:pt x="1083234" y="1395664"/>
                  <a:pt x="697832" y="1395664"/>
                </a:cubicBezTo>
                <a:cubicBezTo>
                  <a:pt x="312430" y="1395664"/>
                  <a:pt x="0" y="1083234"/>
                  <a:pt x="0" y="697832"/>
                </a:cubicBezTo>
                <a:cubicBezTo>
                  <a:pt x="0" y="312430"/>
                  <a:pt x="312430" y="0"/>
                  <a:pt x="6978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84901539"/>
      </p:ext>
    </p:extLst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450377" y="1843789"/>
            <a:ext cx="2158584" cy="2158584"/>
          </a:xfrm>
          <a:custGeom>
            <a:avLst/>
            <a:gdLst>
              <a:gd name="connsiteX0" fmla="*/ 1079292 w 2158584"/>
              <a:gd name="connsiteY0" fmla="*/ 0 h 2158584"/>
              <a:gd name="connsiteX1" fmla="*/ 2158584 w 2158584"/>
              <a:gd name="connsiteY1" fmla="*/ 1079292 h 2158584"/>
              <a:gd name="connsiteX2" fmla="*/ 1079292 w 2158584"/>
              <a:gd name="connsiteY2" fmla="*/ 2158584 h 2158584"/>
              <a:gd name="connsiteX3" fmla="*/ 0 w 2158584"/>
              <a:gd name="connsiteY3" fmla="*/ 1079292 h 2158584"/>
              <a:gd name="connsiteX4" fmla="*/ 1079292 w 2158584"/>
              <a:gd name="connsiteY4" fmla="*/ 0 h 2158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584" h="2158584">
                <a:moveTo>
                  <a:pt x="1079292" y="0"/>
                </a:moveTo>
                <a:cubicBezTo>
                  <a:pt x="1675369" y="0"/>
                  <a:pt x="2158584" y="483215"/>
                  <a:pt x="2158584" y="1079292"/>
                </a:cubicBezTo>
                <a:cubicBezTo>
                  <a:pt x="2158584" y="1675369"/>
                  <a:pt x="1675369" y="2158584"/>
                  <a:pt x="1079292" y="2158584"/>
                </a:cubicBezTo>
                <a:cubicBezTo>
                  <a:pt x="483215" y="2158584"/>
                  <a:pt x="0" y="1675369"/>
                  <a:pt x="0" y="1079292"/>
                </a:cubicBezTo>
                <a:cubicBezTo>
                  <a:pt x="0" y="483215"/>
                  <a:pt x="483215" y="0"/>
                  <a:pt x="10792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1588957" y="1843789"/>
            <a:ext cx="2158584" cy="2158584"/>
          </a:xfrm>
          <a:custGeom>
            <a:avLst/>
            <a:gdLst>
              <a:gd name="connsiteX0" fmla="*/ 1079292 w 2158584"/>
              <a:gd name="connsiteY0" fmla="*/ 0 h 2158584"/>
              <a:gd name="connsiteX1" fmla="*/ 2158584 w 2158584"/>
              <a:gd name="connsiteY1" fmla="*/ 1079292 h 2158584"/>
              <a:gd name="connsiteX2" fmla="*/ 1079292 w 2158584"/>
              <a:gd name="connsiteY2" fmla="*/ 2158584 h 2158584"/>
              <a:gd name="connsiteX3" fmla="*/ 0 w 2158584"/>
              <a:gd name="connsiteY3" fmla="*/ 1079292 h 2158584"/>
              <a:gd name="connsiteX4" fmla="*/ 1079292 w 2158584"/>
              <a:gd name="connsiteY4" fmla="*/ 0 h 2158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584" h="2158584">
                <a:moveTo>
                  <a:pt x="1079292" y="0"/>
                </a:moveTo>
                <a:cubicBezTo>
                  <a:pt x="1675369" y="0"/>
                  <a:pt x="2158584" y="483215"/>
                  <a:pt x="2158584" y="1079292"/>
                </a:cubicBezTo>
                <a:cubicBezTo>
                  <a:pt x="2158584" y="1675369"/>
                  <a:pt x="1675369" y="2158584"/>
                  <a:pt x="1079292" y="2158584"/>
                </a:cubicBezTo>
                <a:cubicBezTo>
                  <a:pt x="483215" y="2158584"/>
                  <a:pt x="0" y="1675369"/>
                  <a:pt x="0" y="1079292"/>
                </a:cubicBezTo>
                <a:cubicBezTo>
                  <a:pt x="0" y="483215"/>
                  <a:pt x="483215" y="0"/>
                  <a:pt x="10792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5016708" y="1843789"/>
            <a:ext cx="2158584" cy="2158584"/>
          </a:xfrm>
          <a:custGeom>
            <a:avLst/>
            <a:gdLst>
              <a:gd name="connsiteX0" fmla="*/ 1079292 w 2158584"/>
              <a:gd name="connsiteY0" fmla="*/ 0 h 2158584"/>
              <a:gd name="connsiteX1" fmla="*/ 2158584 w 2158584"/>
              <a:gd name="connsiteY1" fmla="*/ 1079292 h 2158584"/>
              <a:gd name="connsiteX2" fmla="*/ 1079292 w 2158584"/>
              <a:gd name="connsiteY2" fmla="*/ 2158584 h 2158584"/>
              <a:gd name="connsiteX3" fmla="*/ 0 w 2158584"/>
              <a:gd name="connsiteY3" fmla="*/ 1079292 h 2158584"/>
              <a:gd name="connsiteX4" fmla="*/ 1079292 w 2158584"/>
              <a:gd name="connsiteY4" fmla="*/ 0 h 2158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584" h="2158584">
                <a:moveTo>
                  <a:pt x="1079292" y="0"/>
                </a:moveTo>
                <a:cubicBezTo>
                  <a:pt x="1675369" y="0"/>
                  <a:pt x="2158584" y="483215"/>
                  <a:pt x="2158584" y="1079292"/>
                </a:cubicBezTo>
                <a:cubicBezTo>
                  <a:pt x="2158584" y="1675369"/>
                  <a:pt x="1675369" y="2158584"/>
                  <a:pt x="1079292" y="2158584"/>
                </a:cubicBezTo>
                <a:cubicBezTo>
                  <a:pt x="483215" y="2158584"/>
                  <a:pt x="0" y="1675369"/>
                  <a:pt x="0" y="1079292"/>
                </a:cubicBezTo>
                <a:cubicBezTo>
                  <a:pt x="0" y="483215"/>
                  <a:pt x="483215" y="0"/>
                  <a:pt x="10792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90216231"/>
      </p:ext>
    </p:extLst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475451" y="2314636"/>
            <a:ext cx="2850365" cy="2850365"/>
          </a:xfrm>
          <a:custGeom>
            <a:avLst/>
            <a:gdLst>
              <a:gd name="connsiteX0" fmla="*/ 1015705 w 2031410"/>
              <a:gd name="connsiteY0" fmla="*/ 0 h 2031410"/>
              <a:gd name="connsiteX1" fmla="*/ 2031410 w 2031410"/>
              <a:gd name="connsiteY1" fmla="*/ 1015705 h 2031410"/>
              <a:gd name="connsiteX2" fmla="*/ 1015705 w 2031410"/>
              <a:gd name="connsiteY2" fmla="*/ 2031410 h 2031410"/>
              <a:gd name="connsiteX3" fmla="*/ 0 w 2031410"/>
              <a:gd name="connsiteY3" fmla="*/ 1015705 h 2031410"/>
              <a:gd name="connsiteX4" fmla="*/ 1015705 w 2031410"/>
              <a:gd name="connsiteY4" fmla="*/ 0 h 2031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1410" h="2031410">
                <a:moveTo>
                  <a:pt x="1015705" y="0"/>
                </a:moveTo>
                <a:cubicBezTo>
                  <a:pt x="1576663" y="0"/>
                  <a:pt x="2031410" y="454747"/>
                  <a:pt x="2031410" y="1015705"/>
                </a:cubicBezTo>
                <a:cubicBezTo>
                  <a:pt x="2031410" y="1576663"/>
                  <a:pt x="1576663" y="2031410"/>
                  <a:pt x="1015705" y="2031410"/>
                </a:cubicBezTo>
                <a:cubicBezTo>
                  <a:pt x="454747" y="2031410"/>
                  <a:pt x="0" y="1576663"/>
                  <a:pt x="0" y="1015705"/>
                </a:cubicBezTo>
                <a:cubicBezTo>
                  <a:pt x="0" y="454747"/>
                  <a:pt x="454747" y="0"/>
                  <a:pt x="10157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28916808"/>
      </p:ext>
    </p:extLst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11247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864249" y="1880725"/>
            <a:ext cx="2463503" cy="2463503"/>
          </a:xfrm>
          <a:custGeom>
            <a:avLst/>
            <a:gdLst>
              <a:gd name="connsiteX0" fmla="*/ 1015705 w 2031410"/>
              <a:gd name="connsiteY0" fmla="*/ 0 h 2031410"/>
              <a:gd name="connsiteX1" fmla="*/ 2031410 w 2031410"/>
              <a:gd name="connsiteY1" fmla="*/ 1015705 h 2031410"/>
              <a:gd name="connsiteX2" fmla="*/ 1015705 w 2031410"/>
              <a:gd name="connsiteY2" fmla="*/ 2031410 h 2031410"/>
              <a:gd name="connsiteX3" fmla="*/ 0 w 2031410"/>
              <a:gd name="connsiteY3" fmla="*/ 1015705 h 2031410"/>
              <a:gd name="connsiteX4" fmla="*/ 1015705 w 2031410"/>
              <a:gd name="connsiteY4" fmla="*/ 0 h 2031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1410" h="2031410">
                <a:moveTo>
                  <a:pt x="1015705" y="0"/>
                </a:moveTo>
                <a:cubicBezTo>
                  <a:pt x="1576663" y="0"/>
                  <a:pt x="2031410" y="454747"/>
                  <a:pt x="2031410" y="1015705"/>
                </a:cubicBezTo>
                <a:cubicBezTo>
                  <a:pt x="2031410" y="1576663"/>
                  <a:pt x="1576663" y="2031410"/>
                  <a:pt x="1015705" y="2031410"/>
                </a:cubicBezTo>
                <a:cubicBezTo>
                  <a:pt x="454747" y="2031410"/>
                  <a:pt x="0" y="1576663"/>
                  <a:pt x="0" y="1015705"/>
                </a:cubicBezTo>
                <a:cubicBezTo>
                  <a:pt x="0" y="454747"/>
                  <a:pt x="454747" y="0"/>
                  <a:pt x="10157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08608253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864249" y="860818"/>
            <a:ext cx="2463503" cy="2463503"/>
          </a:xfrm>
          <a:custGeom>
            <a:avLst/>
            <a:gdLst>
              <a:gd name="connsiteX0" fmla="*/ 1015705 w 2031410"/>
              <a:gd name="connsiteY0" fmla="*/ 0 h 2031410"/>
              <a:gd name="connsiteX1" fmla="*/ 2031410 w 2031410"/>
              <a:gd name="connsiteY1" fmla="*/ 1015705 h 2031410"/>
              <a:gd name="connsiteX2" fmla="*/ 1015705 w 2031410"/>
              <a:gd name="connsiteY2" fmla="*/ 2031410 h 2031410"/>
              <a:gd name="connsiteX3" fmla="*/ 0 w 2031410"/>
              <a:gd name="connsiteY3" fmla="*/ 1015705 h 2031410"/>
              <a:gd name="connsiteX4" fmla="*/ 1015705 w 2031410"/>
              <a:gd name="connsiteY4" fmla="*/ 0 h 2031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1410" h="2031410">
                <a:moveTo>
                  <a:pt x="1015705" y="0"/>
                </a:moveTo>
                <a:cubicBezTo>
                  <a:pt x="1576663" y="0"/>
                  <a:pt x="2031410" y="454747"/>
                  <a:pt x="2031410" y="1015705"/>
                </a:cubicBezTo>
                <a:cubicBezTo>
                  <a:pt x="2031410" y="1576663"/>
                  <a:pt x="1576663" y="2031410"/>
                  <a:pt x="1015705" y="2031410"/>
                </a:cubicBezTo>
                <a:cubicBezTo>
                  <a:pt x="454747" y="2031410"/>
                  <a:pt x="0" y="1576663"/>
                  <a:pt x="0" y="1015705"/>
                </a:cubicBezTo>
                <a:cubicBezTo>
                  <a:pt x="0" y="454747"/>
                  <a:pt x="454747" y="0"/>
                  <a:pt x="10157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75483870"/>
      </p:ext>
    </p:extLst>
  </p:cSld>
  <p:clrMapOvr>
    <a:masterClrMapping/>
  </p:clrMapOvr>
  <p:transition spd="slow">
    <p:wip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994031" cy="6858000"/>
          </a:xfrm>
          <a:custGeom>
            <a:avLst/>
            <a:gdLst>
              <a:gd name="connsiteX0" fmla="*/ 0 w 4876800"/>
              <a:gd name="connsiteY0" fmla="*/ 0 h 6248400"/>
              <a:gd name="connsiteX1" fmla="*/ 4876800 w 4876800"/>
              <a:gd name="connsiteY1" fmla="*/ 0 h 6248400"/>
              <a:gd name="connsiteX2" fmla="*/ 4876800 w 4876800"/>
              <a:gd name="connsiteY2" fmla="*/ 6248400 h 6248400"/>
              <a:gd name="connsiteX3" fmla="*/ 0 w 48768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6800" h="6248400">
                <a:moveTo>
                  <a:pt x="0" y="0"/>
                </a:moveTo>
                <a:lnTo>
                  <a:pt x="4876800" y="0"/>
                </a:lnTo>
                <a:lnTo>
                  <a:pt x="4876800" y="6248400"/>
                </a:lnTo>
                <a:lnTo>
                  <a:pt x="0" y="624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67288983"/>
      </p:ext>
    </p:extLst>
  </p:cSld>
  <p:clrMapOvr>
    <a:masterClrMapping/>
  </p:clrMapOvr>
  <p:transition spd="slow"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243255" y="-1"/>
            <a:ext cx="4948745" cy="6858000"/>
          </a:xfrm>
          <a:custGeom>
            <a:avLst/>
            <a:gdLst>
              <a:gd name="connsiteX0" fmla="*/ 0 w 4948745"/>
              <a:gd name="connsiteY0" fmla="*/ 0 h 6858000"/>
              <a:gd name="connsiteX1" fmla="*/ 4948745 w 4948745"/>
              <a:gd name="connsiteY1" fmla="*/ 0 h 6858000"/>
              <a:gd name="connsiteX2" fmla="*/ 4948745 w 4948745"/>
              <a:gd name="connsiteY2" fmla="*/ 6858000 h 6858000"/>
              <a:gd name="connsiteX3" fmla="*/ 0 w 494874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8745" h="6858000">
                <a:moveTo>
                  <a:pt x="0" y="0"/>
                </a:moveTo>
                <a:lnTo>
                  <a:pt x="4948745" y="0"/>
                </a:lnTo>
                <a:lnTo>
                  <a:pt x="494874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23203510"/>
      </p:ext>
    </p:extLst>
  </p:cSld>
  <p:clrMapOvr>
    <a:masterClrMapping/>
  </p:clrMapOvr>
  <p:transition spd="slow"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243255" y="-1"/>
            <a:ext cx="4948745" cy="6858000"/>
          </a:xfrm>
          <a:custGeom>
            <a:avLst/>
            <a:gdLst>
              <a:gd name="connsiteX0" fmla="*/ 0 w 4948745"/>
              <a:gd name="connsiteY0" fmla="*/ 0 h 6858000"/>
              <a:gd name="connsiteX1" fmla="*/ 4948745 w 4948745"/>
              <a:gd name="connsiteY1" fmla="*/ 0 h 6858000"/>
              <a:gd name="connsiteX2" fmla="*/ 4948745 w 4948745"/>
              <a:gd name="connsiteY2" fmla="*/ 6858000 h 6858000"/>
              <a:gd name="connsiteX3" fmla="*/ 0 w 494874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8745" h="6858000">
                <a:moveTo>
                  <a:pt x="0" y="0"/>
                </a:moveTo>
                <a:lnTo>
                  <a:pt x="4948745" y="0"/>
                </a:lnTo>
                <a:lnTo>
                  <a:pt x="494874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58322" y="1467033"/>
            <a:ext cx="6513760" cy="2930128"/>
          </a:xfrm>
          <a:custGeom>
            <a:avLst/>
            <a:gdLst>
              <a:gd name="connsiteX0" fmla="*/ 6162824 w 6513760"/>
              <a:gd name="connsiteY0" fmla="*/ 2696170 h 2930128"/>
              <a:gd name="connsiteX1" fmla="*/ 6344543 w 6513760"/>
              <a:gd name="connsiteY1" fmla="*/ 2696170 h 2930128"/>
              <a:gd name="connsiteX2" fmla="*/ 6344543 w 6513760"/>
              <a:gd name="connsiteY2" fmla="*/ 2856458 h 2930128"/>
              <a:gd name="connsiteX3" fmla="*/ 6162824 w 6513760"/>
              <a:gd name="connsiteY3" fmla="*/ 2856458 h 2930128"/>
              <a:gd name="connsiteX4" fmla="*/ 4185642 w 6513760"/>
              <a:gd name="connsiteY4" fmla="*/ 2343894 h 2930128"/>
              <a:gd name="connsiteX5" fmla="*/ 4087415 w 6513760"/>
              <a:gd name="connsiteY5" fmla="*/ 2387203 h 2930128"/>
              <a:gd name="connsiteX6" fmla="*/ 4050357 w 6513760"/>
              <a:gd name="connsiteY6" fmla="*/ 2530524 h 2930128"/>
              <a:gd name="connsiteX7" fmla="*/ 4087192 w 6513760"/>
              <a:gd name="connsiteY7" fmla="*/ 2672953 h 2930128"/>
              <a:gd name="connsiteX8" fmla="*/ 4187428 w 6513760"/>
              <a:gd name="connsiteY8" fmla="*/ 2716262 h 2930128"/>
              <a:gd name="connsiteX9" fmla="*/ 4288333 w 6513760"/>
              <a:gd name="connsiteY9" fmla="*/ 2673846 h 2930128"/>
              <a:gd name="connsiteX10" fmla="*/ 4324052 w 6513760"/>
              <a:gd name="connsiteY10" fmla="*/ 2521595 h 2930128"/>
              <a:gd name="connsiteX11" fmla="*/ 4286771 w 6513760"/>
              <a:gd name="connsiteY11" fmla="*/ 2386533 h 2930128"/>
              <a:gd name="connsiteX12" fmla="*/ 4185642 w 6513760"/>
              <a:gd name="connsiteY12" fmla="*/ 2343894 h 2930128"/>
              <a:gd name="connsiteX13" fmla="*/ 337542 w 6513760"/>
              <a:gd name="connsiteY13" fmla="*/ 2343894 h 2930128"/>
              <a:gd name="connsiteX14" fmla="*/ 239762 w 6513760"/>
              <a:gd name="connsiteY14" fmla="*/ 2387203 h 2930128"/>
              <a:gd name="connsiteX15" fmla="*/ 202257 w 6513760"/>
              <a:gd name="connsiteY15" fmla="*/ 2522488 h 2930128"/>
              <a:gd name="connsiteX16" fmla="*/ 238869 w 6513760"/>
              <a:gd name="connsiteY16" fmla="*/ 2672953 h 2930128"/>
              <a:gd name="connsiteX17" fmla="*/ 339328 w 6513760"/>
              <a:gd name="connsiteY17" fmla="*/ 2716262 h 2930128"/>
              <a:gd name="connsiteX18" fmla="*/ 378172 w 6513760"/>
              <a:gd name="connsiteY18" fmla="*/ 2712244 h 2930128"/>
              <a:gd name="connsiteX19" fmla="*/ 297805 w 6513760"/>
              <a:gd name="connsiteY19" fmla="*/ 2665809 h 2930128"/>
              <a:gd name="connsiteX20" fmla="*/ 329505 w 6513760"/>
              <a:gd name="connsiteY20" fmla="*/ 2593032 h 2930128"/>
              <a:gd name="connsiteX21" fmla="*/ 371252 w 6513760"/>
              <a:gd name="connsiteY21" fmla="*/ 2605087 h 2930128"/>
              <a:gd name="connsiteX22" fmla="*/ 429518 w 6513760"/>
              <a:gd name="connsiteY22" fmla="*/ 2642592 h 2930128"/>
              <a:gd name="connsiteX23" fmla="*/ 451842 w 6513760"/>
              <a:gd name="connsiteY23" fmla="*/ 2657326 h 2930128"/>
              <a:gd name="connsiteX24" fmla="*/ 475952 w 6513760"/>
              <a:gd name="connsiteY24" fmla="*/ 2527846 h 2930128"/>
              <a:gd name="connsiteX25" fmla="*/ 439117 w 6513760"/>
              <a:gd name="connsiteY25" fmla="*/ 2386310 h 2930128"/>
              <a:gd name="connsiteX26" fmla="*/ 337542 w 6513760"/>
              <a:gd name="connsiteY26" fmla="*/ 2343894 h 2930128"/>
              <a:gd name="connsiteX27" fmla="*/ 4636889 w 6513760"/>
              <a:gd name="connsiteY27" fmla="*/ 2201912 h 2930128"/>
              <a:gd name="connsiteX28" fmla="*/ 4825752 w 6513760"/>
              <a:gd name="connsiteY28" fmla="*/ 2201912 h 2930128"/>
              <a:gd name="connsiteX29" fmla="*/ 5072211 w 6513760"/>
              <a:gd name="connsiteY29" fmla="*/ 2564039 h 2930128"/>
              <a:gd name="connsiteX30" fmla="*/ 5072211 w 6513760"/>
              <a:gd name="connsiteY30" fmla="*/ 2201912 h 2930128"/>
              <a:gd name="connsiteX31" fmla="*/ 5262860 w 6513760"/>
              <a:gd name="connsiteY31" fmla="*/ 2201912 h 2930128"/>
              <a:gd name="connsiteX32" fmla="*/ 5262860 w 6513760"/>
              <a:gd name="connsiteY32" fmla="*/ 2856458 h 2930128"/>
              <a:gd name="connsiteX33" fmla="*/ 5072211 w 6513760"/>
              <a:gd name="connsiteY33" fmla="*/ 2856458 h 2930128"/>
              <a:gd name="connsiteX34" fmla="*/ 4827091 w 6513760"/>
              <a:gd name="connsiteY34" fmla="*/ 2497066 h 2930128"/>
              <a:gd name="connsiteX35" fmla="*/ 4827091 w 6513760"/>
              <a:gd name="connsiteY35" fmla="*/ 2856458 h 2930128"/>
              <a:gd name="connsiteX36" fmla="*/ 4636889 w 6513760"/>
              <a:gd name="connsiteY36" fmla="*/ 2856458 h 2930128"/>
              <a:gd name="connsiteX37" fmla="*/ 3529161 w 6513760"/>
              <a:gd name="connsiteY37" fmla="*/ 2201912 h 2930128"/>
              <a:gd name="connsiteX38" fmla="*/ 3731865 w 6513760"/>
              <a:gd name="connsiteY38" fmla="*/ 2201912 h 2930128"/>
              <a:gd name="connsiteX39" fmla="*/ 3731865 w 6513760"/>
              <a:gd name="connsiteY39" fmla="*/ 2856458 h 2930128"/>
              <a:gd name="connsiteX40" fmla="*/ 3529161 w 6513760"/>
              <a:gd name="connsiteY40" fmla="*/ 2856458 h 2930128"/>
              <a:gd name="connsiteX41" fmla="*/ 2817912 w 6513760"/>
              <a:gd name="connsiteY41" fmla="*/ 2201912 h 2930128"/>
              <a:gd name="connsiteX42" fmla="*/ 3432720 w 6513760"/>
              <a:gd name="connsiteY42" fmla="*/ 2201912 h 2930128"/>
              <a:gd name="connsiteX43" fmla="*/ 3432720 w 6513760"/>
              <a:gd name="connsiteY43" fmla="*/ 2363539 h 2930128"/>
              <a:gd name="connsiteX44" fmla="*/ 3226445 w 6513760"/>
              <a:gd name="connsiteY44" fmla="*/ 2363539 h 2930128"/>
              <a:gd name="connsiteX45" fmla="*/ 3226445 w 6513760"/>
              <a:gd name="connsiteY45" fmla="*/ 2856458 h 2930128"/>
              <a:gd name="connsiteX46" fmla="*/ 3024187 w 6513760"/>
              <a:gd name="connsiteY46" fmla="*/ 2856458 h 2930128"/>
              <a:gd name="connsiteX47" fmla="*/ 3024187 w 6513760"/>
              <a:gd name="connsiteY47" fmla="*/ 2363539 h 2930128"/>
              <a:gd name="connsiteX48" fmla="*/ 2817912 w 6513760"/>
              <a:gd name="connsiteY48" fmla="*/ 2363539 h 2930128"/>
              <a:gd name="connsiteX49" fmla="*/ 1549003 w 6513760"/>
              <a:gd name="connsiteY49" fmla="*/ 2201912 h 2930128"/>
              <a:gd name="connsiteX50" fmla="*/ 2091035 w 6513760"/>
              <a:gd name="connsiteY50" fmla="*/ 2201912 h 2930128"/>
              <a:gd name="connsiteX51" fmla="*/ 2091035 w 6513760"/>
              <a:gd name="connsiteY51" fmla="*/ 2341662 h 2930128"/>
              <a:gd name="connsiteX52" fmla="*/ 1751707 w 6513760"/>
              <a:gd name="connsiteY52" fmla="*/ 2341662 h 2930128"/>
              <a:gd name="connsiteX53" fmla="*/ 1751707 w 6513760"/>
              <a:gd name="connsiteY53" fmla="*/ 2445692 h 2930128"/>
              <a:gd name="connsiteX54" fmla="*/ 2066479 w 6513760"/>
              <a:gd name="connsiteY54" fmla="*/ 2445692 h 2930128"/>
              <a:gd name="connsiteX55" fmla="*/ 2066479 w 6513760"/>
              <a:gd name="connsiteY55" fmla="*/ 2579191 h 2930128"/>
              <a:gd name="connsiteX56" fmla="*/ 1751707 w 6513760"/>
              <a:gd name="connsiteY56" fmla="*/ 2579191 h 2930128"/>
              <a:gd name="connsiteX57" fmla="*/ 1751707 w 6513760"/>
              <a:gd name="connsiteY57" fmla="*/ 2708225 h 2930128"/>
              <a:gd name="connsiteX58" fmla="*/ 2100858 w 6513760"/>
              <a:gd name="connsiteY58" fmla="*/ 2708225 h 2930128"/>
              <a:gd name="connsiteX59" fmla="*/ 2100858 w 6513760"/>
              <a:gd name="connsiteY59" fmla="*/ 2856458 h 2930128"/>
              <a:gd name="connsiteX60" fmla="*/ 1549003 w 6513760"/>
              <a:gd name="connsiteY60" fmla="*/ 2856458 h 2930128"/>
              <a:gd name="connsiteX61" fmla="*/ 787896 w 6513760"/>
              <a:gd name="connsiteY61" fmla="*/ 2201912 h 2930128"/>
              <a:gd name="connsiteX62" fmla="*/ 989707 w 6513760"/>
              <a:gd name="connsiteY62" fmla="*/ 2201912 h 2930128"/>
              <a:gd name="connsiteX63" fmla="*/ 989707 w 6513760"/>
              <a:gd name="connsiteY63" fmla="*/ 2601167 h 2930128"/>
              <a:gd name="connsiteX64" fmla="*/ 1019398 w 6513760"/>
              <a:gd name="connsiteY64" fmla="*/ 2684813 h 2930128"/>
              <a:gd name="connsiteX65" fmla="*/ 1101774 w 6513760"/>
              <a:gd name="connsiteY65" fmla="*/ 2714922 h 2930128"/>
              <a:gd name="connsiteX66" fmla="*/ 1183704 w 6513760"/>
              <a:gd name="connsiteY66" fmla="*/ 2685256 h 2930128"/>
              <a:gd name="connsiteX67" fmla="*/ 1213396 w 6513760"/>
              <a:gd name="connsiteY67" fmla="*/ 2601167 h 2930128"/>
              <a:gd name="connsiteX68" fmla="*/ 1213396 w 6513760"/>
              <a:gd name="connsiteY68" fmla="*/ 2201912 h 2930128"/>
              <a:gd name="connsiteX69" fmla="*/ 1415206 w 6513760"/>
              <a:gd name="connsiteY69" fmla="*/ 2201912 h 2930128"/>
              <a:gd name="connsiteX70" fmla="*/ 1415206 w 6513760"/>
              <a:gd name="connsiteY70" fmla="*/ 2591881 h 2930128"/>
              <a:gd name="connsiteX71" fmla="*/ 1397124 w 6513760"/>
              <a:gd name="connsiteY71" fmla="*/ 2701416 h 2930128"/>
              <a:gd name="connsiteX72" fmla="*/ 1340420 w 6513760"/>
              <a:gd name="connsiteY72" fmla="*/ 2791547 h 2930128"/>
              <a:gd name="connsiteX73" fmla="*/ 1259384 w 6513760"/>
              <a:gd name="connsiteY73" fmla="*/ 2845756 h 2930128"/>
              <a:gd name="connsiteX74" fmla="*/ 1117848 w 6513760"/>
              <a:gd name="connsiteY74" fmla="*/ 2867620 h 2930128"/>
              <a:gd name="connsiteX75" fmla="*/ 1013594 w 6513760"/>
              <a:gd name="connsiteY75" fmla="*/ 2860926 h 2930128"/>
              <a:gd name="connsiteX76" fmla="*/ 919162 w 6513760"/>
              <a:gd name="connsiteY76" fmla="*/ 2834378 h 2930128"/>
              <a:gd name="connsiteX77" fmla="*/ 849734 w 6513760"/>
              <a:gd name="connsiteY77" fmla="*/ 2777936 h 2930128"/>
              <a:gd name="connsiteX78" fmla="*/ 806648 w 6513760"/>
              <a:gd name="connsiteY78" fmla="*/ 2702533 h 2930128"/>
              <a:gd name="connsiteX79" fmla="*/ 787896 w 6513760"/>
              <a:gd name="connsiteY79" fmla="*/ 2591881 h 2930128"/>
              <a:gd name="connsiteX80" fmla="*/ 6275338 w 6513760"/>
              <a:gd name="connsiteY80" fmla="*/ 2190750 h 2930128"/>
              <a:gd name="connsiteX81" fmla="*/ 6432500 w 6513760"/>
              <a:gd name="connsiteY81" fmla="*/ 2231380 h 2930128"/>
              <a:gd name="connsiteX82" fmla="*/ 6513760 w 6513760"/>
              <a:gd name="connsiteY82" fmla="*/ 2377827 h 2930128"/>
              <a:gd name="connsiteX83" fmla="*/ 6492776 w 6513760"/>
              <a:gd name="connsiteY83" fmla="*/ 2451050 h 2930128"/>
              <a:gd name="connsiteX84" fmla="*/ 6407051 w 6513760"/>
              <a:gd name="connsiteY84" fmla="*/ 2537222 h 2930128"/>
              <a:gd name="connsiteX85" fmla="*/ 6350124 w 6513760"/>
              <a:gd name="connsiteY85" fmla="*/ 2594595 h 2930128"/>
              <a:gd name="connsiteX86" fmla="*/ 6338292 w 6513760"/>
              <a:gd name="connsiteY86" fmla="*/ 2651075 h 2930128"/>
              <a:gd name="connsiteX87" fmla="*/ 6168628 w 6513760"/>
              <a:gd name="connsiteY87" fmla="*/ 2651075 h 2930128"/>
              <a:gd name="connsiteX88" fmla="*/ 6168628 w 6513760"/>
              <a:gd name="connsiteY88" fmla="*/ 2634109 h 2930128"/>
              <a:gd name="connsiteX89" fmla="*/ 6178451 w 6513760"/>
              <a:gd name="connsiteY89" fmla="*/ 2563788 h 2930128"/>
              <a:gd name="connsiteX90" fmla="*/ 6207695 w 6513760"/>
              <a:gd name="connsiteY90" fmla="*/ 2514451 h 2930128"/>
              <a:gd name="connsiteX91" fmla="*/ 6294983 w 6513760"/>
              <a:gd name="connsiteY91" fmla="*/ 2435870 h 2930128"/>
              <a:gd name="connsiteX92" fmla="*/ 6331148 w 6513760"/>
              <a:gd name="connsiteY92" fmla="*/ 2381845 h 2930128"/>
              <a:gd name="connsiteX93" fmla="*/ 6316637 w 6513760"/>
              <a:gd name="connsiteY93" fmla="*/ 2343671 h 2930128"/>
              <a:gd name="connsiteX94" fmla="*/ 6272659 w 6513760"/>
              <a:gd name="connsiteY94" fmla="*/ 2330053 h 2930128"/>
              <a:gd name="connsiteX95" fmla="*/ 6220197 w 6513760"/>
              <a:gd name="connsiteY95" fmla="*/ 2351038 h 2930128"/>
              <a:gd name="connsiteX96" fmla="*/ 6193631 w 6513760"/>
              <a:gd name="connsiteY96" fmla="*/ 2424261 h 2930128"/>
              <a:gd name="connsiteX97" fmla="*/ 6020395 w 6513760"/>
              <a:gd name="connsiteY97" fmla="*/ 2402830 h 2930128"/>
              <a:gd name="connsiteX98" fmla="*/ 6089823 w 6513760"/>
              <a:gd name="connsiteY98" fmla="*/ 2249016 h 2930128"/>
              <a:gd name="connsiteX99" fmla="*/ 6275338 w 6513760"/>
              <a:gd name="connsiteY99" fmla="*/ 2190750 h 2930128"/>
              <a:gd name="connsiteX100" fmla="*/ 5664994 w 6513760"/>
              <a:gd name="connsiteY100" fmla="*/ 2190750 h 2930128"/>
              <a:gd name="connsiteX101" fmla="*/ 5856312 w 6513760"/>
              <a:gd name="connsiteY101" fmla="*/ 2237407 h 2930128"/>
              <a:gd name="connsiteX102" fmla="*/ 5934670 w 6513760"/>
              <a:gd name="connsiteY102" fmla="*/ 2385863 h 2930128"/>
              <a:gd name="connsiteX103" fmla="*/ 5744021 w 6513760"/>
              <a:gd name="connsiteY103" fmla="*/ 2397026 h 2930128"/>
              <a:gd name="connsiteX104" fmla="*/ 5712098 w 6513760"/>
              <a:gd name="connsiteY104" fmla="*/ 2332732 h 2930128"/>
              <a:gd name="connsiteX105" fmla="*/ 5644902 w 6513760"/>
              <a:gd name="connsiteY105" fmla="*/ 2312640 h 2930128"/>
              <a:gd name="connsiteX106" fmla="*/ 5591770 w 6513760"/>
              <a:gd name="connsiteY106" fmla="*/ 2327597 h 2930128"/>
              <a:gd name="connsiteX107" fmla="*/ 5573911 w 6513760"/>
              <a:gd name="connsiteY107" fmla="*/ 2363986 h 2930128"/>
              <a:gd name="connsiteX108" fmla="*/ 5588645 w 6513760"/>
              <a:gd name="connsiteY108" fmla="*/ 2392114 h 2930128"/>
              <a:gd name="connsiteX109" fmla="*/ 5656510 w 6513760"/>
              <a:gd name="connsiteY109" fmla="*/ 2416224 h 2930128"/>
              <a:gd name="connsiteX110" fmla="*/ 5846489 w 6513760"/>
              <a:gd name="connsiteY110" fmla="*/ 2474044 h 2930128"/>
              <a:gd name="connsiteX111" fmla="*/ 5929982 w 6513760"/>
              <a:gd name="connsiteY111" fmla="*/ 2546598 h 2930128"/>
              <a:gd name="connsiteX112" fmla="*/ 5956101 w 6513760"/>
              <a:gd name="connsiteY112" fmla="*/ 2643485 h 2930128"/>
              <a:gd name="connsiteX113" fmla="*/ 5921276 w 6513760"/>
              <a:gd name="connsiteY113" fmla="*/ 2759571 h 2930128"/>
              <a:gd name="connsiteX114" fmla="*/ 5823942 w 6513760"/>
              <a:gd name="connsiteY114" fmla="*/ 2840161 h 2930128"/>
              <a:gd name="connsiteX115" fmla="*/ 5666333 w 6513760"/>
              <a:gd name="connsiteY115" fmla="*/ 2867620 h 2930128"/>
              <a:gd name="connsiteX116" fmla="*/ 5435054 w 6513760"/>
              <a:gd name="connsiteY116" fmla="*/ 2803326 h 2930128"/>
              <a:gd name="connsiteX117" fmla="*/ 5362277 w 6513760"/>
              <a:gd name="connsiteY117" fmla="*/ 2639913 h 2930128"/>
              <a:gd name="connsiteX118" fmla="*/ 5554712 w 6513760"/>
              <a:gd name="connsiteY118" fmla="*/ 2627858 h 2930128"/>
              <a:gd name="connsiteX119" fmla="*/ 5580162 w 6513760"/>
              <a:gd name="connsiteY119" fmla="*/ 2699296 h 2930128"/>
              <a:gd name="connsiteX120" fmla="*/ 5669458 w 6513760"/>
              <a:gd name="connsiteY120" fmla="*/ 2739033 h 2930128"/>
              <a:gd name="connsiteX121" fmla="*/ 5736208 w 6513760"/>
              <a:gd name="connsiteY121" fmla="*/ 2718718 h 2930128"/>
              <a:gd name="connsiteX122" fmla="*/ 5759648 w 6513760"/>
              <a:gd name="connsiteY122" fmla="*/ 2671613 h 2930128"/>
              <a:gd name="connsiteX123" fmla="*/ 5737324 w 6513760"/>
              <a:gd name="connsiteY123" fmla="*/ 2626072 h 2930128"/>
              <a:gd name="connsiteX124" fmla="*/ 5633740 w 6513760"/>
              <a:gd name="connsiteY124" fmla="*/ 2588121 h 2930128"/>
              <a:gd name="connsiteX125" fmla="*/ 5443984 w 6513760"/>
              <a:gd name="connsiteY125" fmla="*/ 2508647 h 2930128"/>
              <a:gd name="connsiteX126" fmla="*/ 5386834 w 6513760"/>
              <a:gd name="connsiteY126" fmla="*/ 2382292 h 2930128"/>
              <a:gd name="connsiteX127" fmla="*/ 5416078 w 6513760"/>
              <a:gd name="connsiteY127" fmla="*/ 2286967 h 2930128"/>
              <a:gd name="connsiteX128" fmla="*/ 5504036 w 6513760"/>
              <a:gd name="connsiteY128" fmla="*/ 2216423 h 2930128"/>
              <a:gd name="connsiteX129" fmla="*/ 5664994 w 6513760"/>
              <a:gd name="connsiteY129" fmla="*/ 2190750 h 2930128"/>
              <a:gd name="connsiteX130" fmla="*/ 4186088 w 6513760"/>
              <a:gd name="connsiteY130" fmla="*/ 2190750 h 2930128"/>
              <a:gd name="connsiteX131" fmla="*/ 4437906 w 6513760"/>
              <a:gd name="connsiteY131" fmla="*/ 2278484 h 2930128"/>
              <a:gd name="connsiteX132" fmla="*/ 4526310 w 6513760"/>
              <a:gd name="connsiteY132" fmla="*/ 2524274 h 2930128"/>
              <a:gd name="connsiteX133" fmla="*/ 4487689 w 6513760"/>
              <a:gd name="connsiteY133" fmla="*/ 2712467 h 2930128"/>
              <a:gd name="connsiteX134" fmla="*/ 4376068 w 6513760"/>
              <a:gd name="connsiteY134" fmla="*/ 2826767 h 2930128"/>
              <a:gd name="connsiteX135" fmla="*/ 4194125 w 6513760"/>
              <a:gd name="connsiteY135" fmla="*/ 2867620 h 2930128"/>
              <a:gd name="connsiteX136" fmla="*/ 4010843 w 6513760"/>
              <a:gd name="connsiteY136" fmla="*/ 2832348 h 2930128"/>
              <a:gd name="connsiteX137" fmla="*/ 3893195 w 6513760"/>
              <a:gd name="connsiteY137" fmla="*/ 2720727 h 2930128"/>
              <a:gd name="connsiteX138" fmla="*/ 3848100 w 6513760"/>
              <a:gd name="connsiteY138" fmla="*/ 2529631 h 2930128"/>
              <a:gd name="connsiteX139" fmla="*/ 3937397 w 6513760"/>
              <a:gd name="connsiteY139" fmla="*/ 2280047 h 2930128"/>
              <a:gd name="connsiteX140" fmla="*/ 4186088 w 6513760"/>
              <a:gd name="connsiteY140" fmla="*/ 2190750 h 2930128"/>
              <a:gd name="connsiteX141" fmla="*/ 2474118 w 6513760"/>
              <a:gd name="connsiteY141" fmla="*/ 2190750 h 2930128"/>
              <a:gd name="connsiteX142" fmla="*/ 2665437 w 6513760"/>
              <a:gd name="connsiteY142" fmla="*/ 2237407 h 2930128"/>
              <a:gd name="connsiteX143" fmla="*/ 2743795 w 6513760"/>
              <a:gd name="connsiteY143" fmla="*/ 2385863 h 2930128"/>
              <a:gd name="connsiteX144" fmla="*/ 2553146 w 6513760"/>
              <a:gd name="connsiteY144" fmla="*/ 2397026 h 2930128"/>
              <a:gd name="connsiteX145" fmla="*/ 2521223 w 6513760"/>
              <a:gd name="connsiteY145" fmla="*/ 2332732 h 2930128"/>
              <a:gd name="connsiteX146" fmla="*/ 2454027 w 6513760"/>
              <a:gd name="connsiteY146" fmla="*/ 2312640 h 2930128"/>
              <a:gd name="connsiteX147" fmla="*/ 2400895 w 6513760"/>
              <a:gd name="connsiteY147" fmla="*/ 2327597 h 2930128"/>
              <a:gd name="connsiteX148" fmla="*/ 2383036 w 6513760"/>
              <a:gd name="connsiteY148" fmla="*/ 2363986 h 2930128"/>
              <a:gd name="connsiteX149" fmla="*/ 2397770 w 6513760"/>
              <a:gd name="connsiteY149" fmla="*/ 2392114 h 2930128"/>
              <a:gd name="connsiteX150" fmla="*/ 2465635 w 6513760"/>
              <a:gd name="connsiteY150" fmla="*/ 2416224 h 2930128"/>
              <a:gd name="connsiteX151" fmla="*/ 2655615 w 6513760"/>
              <a:gd name="connsiteY151" fmla="*/ 2474044 h 2930128"/>
              <a:gd name="connsiteX152" fmla="*/ 2739107 w 6513760"/>
              <a:gd name="connsiteY152" fmla="*/ 2546598 h 2930128"/>
              <a:gd name="connsiteX153" fmla="*/ 2765226 w 6513760"/>
              <a:gd name="connsiteY153" fmla="*/ 2643485 h 2930128"/>
              <a:gd name="connsiteX154" fmla="*/ 2730400 w 6513760"/>
              <a:gd name="connsiteY154" fmla="*/ 2759571 h 2930128"/>
              <a:gd name="connsiteX155" fmla="*/ 2633067 w 6513760"/>
              <a:gd name="connsiteY155" fmla="*/ 2840161 h 2930128"/>
              <a:gd name="connsiteX156" fmla="*/ 2475458 w 6513760"/>
              <a:gd name="connsiteY156" fmla="*/ 2867620 h 2930128"/>
              <a:gd name="connsiteX157" fmla="*/ 2244179 w 6513760"/>
              <a:gd name="connsiteY157" fmla="*/ 2803326 h 2930128"/>
              <a:gd name="connsiteX158" fmla="*/ 2171402 w 6513760"/>
              <a:gd name="connsiteY158" fmla="*/ 2639913 h 2930128"/>
              <a:gd name="connsiteX159" fmla="*/ 2363837 w 6513760"/>
              <a:gd name="connsiteY159" fmla="*/ 2627858 h 2930128"/>
              <a:gd name="connsiteX160" fmla="*/ 2389287 w 6513760"/>
              <a:gd name="connsiteY160" fmla="*/ 2699296 h 2930128"/>
              <a:gd name="connsiteX161" fmla="*/ 2478584 w 6513760"/>
              <a:gd name="connsiteY161" fmla="*/ 2739033 h 2930128"/>
              <a:gd name="connsiteX162" fmla="*/ 2545333 w 6513760"/>
              <a:gd name="connsiteY162" fmla="*/ 2718718 h 2930128"/>
              <a:gd name="connsiteX163" fmla="*/ 2568773 w 6513760"/>
              <a:gd name="connsiteY163" fmla="*/ 2671613 h 2930128"/>
              <a:gd name="connsiteX164" fmla="*/ 2546449 w 6513760"/>
              <a:gd name="connsiteY164" fmla="*/ 2626072 h 2930128"/>
              <a:gd name="connsiteX165" fmla="*/ 2442865 w 6513760"/>
              <a:gd name="connsiteY165" fmla="*/ 2588121 h 2930128"/>
              <a:gd name="connsiteX166" fmla="*/ 2253109 w 6513760"/>
              <a:gd name="connsiteY166" fmla="*/ 2508647 h 2930128"/>
              <a:gd name="connsiteX167" fmla="*/ 2195959 w 6513760"/>
              <a:gd name="connsiteY167" fmla="*/ 2382292 h 2930128"/>
              <a:gd name="connsiteX168" fmla="*/ 2225204 w 6513760"/>
              <a:gd name="connsiteY168" fmla="*/ 2286967 h 2930128"/>
              <a:gd name="connsiteX169" fmla="*/ 2313161 w 6513760"/>
              <a:gd name="connsiteY169" fmla="*/ 2216423 h 2930128"/>
              <a:gd name="connsiteX170" fmla="*/ 2474118 w 6513760"/>
              <a:gd name="connsiteY170" fmla="*/ 2190750 h 2930128"/>
              <a:gd name="connsiteX171" fmla="*/ 337988 w 6513760"/>
              <a:gd name="connsiteY171" fmla="*/ 2190750 h 2930128"/>
              <a:gd name="connsiteX172" fmla="*/ 589582 w 6513760"/>
              <a:gd name="connsiteY172" fmla="*/ 2278261 h 2930128"/>
              <a:gd name="connsiteX173" fmla="*/ 678210 w 6513760"/>
              <a:gd name="connsiteY173" fmla="*/ 2528738 h 2930128"/>
              <a:gd name="connsiteX174" fmla="*/ 606772 w 6513760"/>
              <a:gd name="connsiteY174" fmla="*/ 2760910 h 2930128"/>
              <a:gd name="connsiteX175" fmla="*/ 656332 w 6513760"/>
              <a:gd name="connsiteY175" fmla="*/ 2793950 h 2930128"/>
              <a:gd name="connsiteX176" fmla="*/ 703213 w 6513760"/>
              <a:gd name="connsiteY176" fmla="*/ 2816721 h 2930128"/>
              <a:gd name="connsiteX177" fmla="*/ 646956 w 6513760"/>
              <a:gd name="connsiteY177" fmla="*/ 2930128 h 2930128"/>
              <a:gd name="connsiteX178" fmla="*/ 563017 w 6513760"/>
              <a:gd name="connsiteY178" fmla="*/ 2881238 h 2930128"/>
              <a:gd name="connsiteX179" fmla="*/ 504974 w 6513760"/>
              <a:gd name="connsiteY179" fmla="*/ 2838599 h 2930128"/>
              <a:gd name="connsiteX180" fmla="*/ 337096 w 6513760"/>
              <a:gd name="connsiteY180" fmla="*/ 2867620 h 2930128"/>
              <a:gd name="connsiteX181" fmla="*/ 101798 w 6513760"/>
              <a:gd name="connsiteY181" fmla="*/ 2789932 h 2930128"/>
              <a:gd name="connsiteX182" fmla="*/ 0 w 6513760"/>
              <a:gd name="connsiteY182" fmla="*/ 2531417 h 2930128"/>
              <a:gd name="connsiteX183" fmla="*/ 89073 w 6513760"/>
              <a:gd name="connsiteY183" fmla="*/ 2280270 h 2930128"/>
              <a:gd name="connsiteX184" fmla="*/ 337988 w 6513760"/>
              <a:gd name="connsiteY184" fmla="*/ 2190750 h 2930128"/>
              <a:gd name="connsiteX185" fmla="*/ 4066505 w 6513760"/>
              <a:gd name="connsiteY185" fmla="*/ 1276201 h 2930128"/>
              <a:gd name="connsiteX186" fmla="*/ 3995012 w 6513760"/>
              <a:gd name="connsiteY186" fmla="*/ 1511498 h 2930128"/>
              <a:gd name="connsiteX187" fmla="*/ 4138752 w 6513760"/>
              <a:gd name="connsiteY187" fmla="*/ 1511498 h 2930128"/>
              <a:gd name="connsiteX188" fmla="*/ 1732880 w 6513760"/>
              <a:gd name="connsiteY188" fmla="*/ 1276201 h 2930128"/>
              <a:gd name="connsiteX189" fmla="*/ 1661387 w 6513760"/>
              <a:gd name="connsiteY189" fmla="*/ 1511498 h 2930128"/>
              <a:gd name="connsiteX190" fmla="*/ 1805127 w 6513760"/>
              <a:gd name="connsiteY190" fmla="*/ 1511498 h 2930128"/>
              <a:gd name="connsiteX191" fmla="*/ 5188595 w 6513760"/>
              <a:gd name="connsiteY191" fmla="*/ 1106537 h 2930128"/>
              <a:gd name="connsiteX192" fmla="*/ 5413260 w 6513760"/>
              <a:gd name="connsiteY192" fmla="*/ 1106537 h 2930128"/>
              <a:gd name="connsiteX193" fmla="*/ 5545133 w 6513760"/>
              <a:gd name="connsiteY193" fmla="*/ 1327351 h 2930128"/>
              <a:gd name="connsiteX194" fmla="*/ 5677279 w 6513760"/>
              <a:gd name="connsiteY194" fmla="*/ 1106537 h 2930128"/>
              <a:gd name="connsiteX195" fmla="*/ 5900737 w 6513760"/>
              <a:gd name="connsiteY195" fmla="*/ 1106537 h 2930128"/>
              <a:gd name="connsiteX196" fmla="*/ 5646241 w 6513760"/>
              <a:gd name="connsiteY196" fmla="*/ 1486942 h 2930128"/>
              <a:gd name="connsiteX197" fmla="*/ 5646241 w 6513760"/>
              <a:gd name="connsiteY197" fmla="*/ 1761083 h 2930128"/>
              <a:gd name="connsiteX198" fmla="*/ 5443537 w 6513760"/>
              <a:gd name="connsiteY198" fmla="*/ 1761083 h 2930128"/>
              <a:gd name="connsiteX199" fmla="*/ 5443537 w 6513760"/>
              <a:gd name="connsiteY199" fmla="*/ 1486942 h 2930128"/>
              <a:gd name="connsiteX200" fmla="*/ 4494014 w 6513760"/>
              <a:gd name="connsiteY200" fmla="*/ 1106537 h 2930128"/>
              <a:gd name="connsiteX201" fmla="*/ 4682877 w 6513760"/>
              <a:gd name="connsiteY201" fmla="*/ 1106537 h 2930128"/>
              <a:gd name="connsiteX202" fmla="*/ 4929336 w 6513760"/>
              <a:gd name="connsiteY202" fmla="*/ 1468664 h 2930128"/>
              <a:gd name="connsiteX203" fmla="*/ 4929336 w 6513760"/>
              <a:gd name="connsiteY203" fmla="*/ 1106537 h 2930128"/>
              <a:gd name="connsiteX204" fmla="*/ 5119985 w 6513760"/>
              <a:gd name="connsiteY204" fmla="*/ 1106537 h 2930128"/>
              <a:gd name="connsiteX205" fmla="*/ 5119985 w 6513760"/>
              <a:gd name="connsiteY205" fmla="*/ 1761083 h 2930128"/>
              <a:gd name="connsiteX206" fmla="*/ 4929336 w 6513760"/>
              <a:gd name="connsiteY206" fmla="*/ 1761083 h 2930128"/>
              <a:gd name="connsiteX207" fmla="*/ 4684216 w 6513760"/>
              <a:gd name="connsiteY207" fmla="*/ 1401691 h 2930128"/>
              <a:gd name="connsiteX208" fmla="*/ 4684216 w 6513760"/>
              <a:gd name="connsiteY208" fmla="*/ 1761083 h 2930128"/>
              <a:gd name="connsiteX209" fmla="*/ 4494014 w 6513760"/>
              <a:gd name="connsiteY209" fmla="*/ 1761083 h 2930128"/>
              <a:gd name="connsiteX210" fmla="*/ 3958679 w 6513760"/>
              <a:gd name="connsiteY210" fmla="*/ 1106537 h 2930128"/>
              <a:gd name="connsiteX211" fmla="*/ 4179298 w 6513760"/>
              <a:gd name="connsiteY211" fmla="*/ 1106537 h 2930128"/>
              <a:gd name="connsiteX212" fmla="*/ 4425255 w 6513760"/>
              <a:gd name="connsiteY212" fmla="*/ 1761083 h 2930128"/>
              <a:gd name="connsiteX213" fmla="*/ 4213454 w 6513760"/>
              <a:gd name="connsiteY213" fmla="*/ 1761083 h 2930128"/>
              <a:gd name="connsiteX214" fmla="*/ 4180707 w 6513760"/>
              <a:gd name="connsiteY214" fmla="*/ 1653034 h 2930128"/>
              <a:gd name="connsiteX215" fmla="*/ 3951082 w 6513760"/>
              <a:gd name="connsiteY215" fmla="*/ 1653034 h 2930128"/>
              <a:gd name="connsiteX216" fmla="*/ 3919179 w 6513760"/>
              <a:gd name="connsiteY216" fmla="*/ 1761083 h 2930128"/>
              <a:gd name="connsiteX217" fmla="*/ 3712666 w 6513760"/>
              <a:gd name="connsiteY217" fmla="*/ 1761083 h 2930128"/>
              <a:gd name="connsiteX218" fmla="*/ 2825353 w 6513760"/>
              <a:gd name="connsiteY218" fmla="*/ 1106537 h 2930128"/>
              <a:gd name="connsiteX219" fmla="*/ 3367385 w 6513760"/>
              <a:gd name="connsiteY219" fmla="*/ 1106537 h 2930128"/>
              <a:gd name="connsiteX220" fmla="*/ 3367385 w 6513760"/>
              <a:gd name="connsiteY220" fmla="*/ 1246286 h 2930128"/>
              <a:gd name="connsiteX221" fmla="*/ 3028057 w 6513760"/>
              <a:gd name="connsiteY221" fmla="*/ 1246286 h 2930128"/>
              <a:gd name="connsiteX222" fmla="*/ 3028057 w 6513760"/>
              <a:gd name="connsiteY222" fmla="*/ 1350317 h 2930128"/>
              <a:gd name="connsiteX223" fmla="*/ 3342828 w 6513760"/>
              <a:gd name="connsiteY223" fmla="*/ 1350317 h 2930128"/>
              <a:gd name="connsiteX224" fmla="*/ 3342828 w 6513760"/>
              <a:gd name="connsiteY224" fmla="*/ 1483816 h 2930128"/>
              <a:gd name="connsiteX225" fmla="*/ 3028057 w 6513760"/>
              <a:gd name="connsiteY225" fmla="*/ 1483816 h 2930128"/>
              <a:gd name="connsiteX226" fmla="*/ 3028057 w 6513760"/>
              <a:gd name="connsiteY226" fmla="*/ 1612850 h 2930128"/>
              <a:gd name="connsiteX227" fmla="*/ 3377207 w 6513760"/>
              <a:gd name="connsiteY227" fmla="*/ 1612850 h 2930128"/>
              <a:gd name="connsiteX228" fmla="*/ 3377207 w 6513760"/>
              <a:gd name="connsiteY228" fmla="*/ 1761083 h 2930128"/>
              <a:gd name="connsiteX229" fmla="*/ 2825353 w 6513760"/>
              <a:gd name="connsiteY229" fmla="*/ 1761083 h 2930128"/>
              <a:gd name="connsiteX230" fmla="*/ 2047131 w 6513760"/>
              <a:gd name="connsiteY230" fmla="*/ 1106537 h 2930128"/>
              <a:gd name="connsiteX231" fmla="*/ 2258562 w 6513760"/>
              <a:gd name="connsiteY231" fmla="*/ 1106537 h 2930128"/>
              <a:gd name="connsiteX232" fmla="*/ 2405881 w 6513760"/>
              <a:gd name="connsiteY232" fmla="*/ 1577578 h 2930128"/>
              <a:gd name="connsiteX233" fmla="*/ 2551316 w 6513760"/>
              <a:gd name="connsiteY233" fmla="*/ 1106537 h 2930128"/>
              <a:gd name="connsiteX234" fmla="*/ 2756594 w 6513760"/>
              <a:gd name="connsiteY234" fmla="*/ 1106537 h 2930128"/>
              <a:gd name="connsiteX235" fmla="*/ 2513553 w 6513760"/>
              <a:gd name="connsiteY235" fmla="*/ 1761083 h 2930128"/>
              <a:gd name="connsiteX236" fmla="*/ 2294329 w 6513760"/>
              <a:gd name="connsiteY236" fmla="*/ 1761083 h 2930128"/>
              <a:gd name="connsiteX237" fmla="*/ 1625054 w 6513760"/>
              <a:gd name="connsiteY237" fmla="*/ 1106537 h 2930128"/>
              <a:gd name="connsiteX238" fmla="*/ 1845673 w 6513760"/>
              <a:gd name="connsiteY238" fmla="*/ 1106537 h 2930128"/>
              <a:gd name="connsiteX239" fmla="*/ 2091630 w 6513760"/>
              <a:gd name="connsiteY239" fmla="*/ 1761083 h 2930128"/>
              <a:gd name="connsiteX240" fmla="*/ 1879829 w 6513760"/>
              <a:gd name="connsiteY240" fmla="*/ 1761083 h 2930128"/>
              <a:gd name="connsiteX241" fmla="*/ 1847082 w 6513760"/>
              <a:gd name="connsiteY241" fmla="*/ 1653034 h 2930128"/>
              <a:gd name="connsiteX242" fmla="*/ 1617457 w 6513760"/>
              <a:gd name="connsiteY242" fmla="*/ 1653034 h 2930128"/>
              <a:gd name="connsiteX243" fmla="*/ 1585554 w 6513760"/>
              <a:gd name="connsiteY243" fmla="*/ 1761083 h 2930128"/>
              <a:gd name="connsiteX244" fmla="*/ 1379041 w 6513760"/>
              <a:gd name="connsiteY244" fmla="*/ 1761083 h 2930128"/>
              <a:gd name="connsiteX245" fmla="*/ 683568 w 6513760"/>
              <a:gd name="connsiteY245" fmla="*/ 1106537 h 2930128"/>
              <a:gd name="connsiteX246" fmla="*/ 885825 w 6513760"/>
              <a:gd name="connsiteY246" fmla="*/ 1106537 h 2930128"/>
              <a:gd name="connsiteX247" fmla="*/ 885825 w 6513760"/>
              <a:gd name="connsiteY247" fmla="*/ 1335583 h 2930128"/>
              <a:gd name="connsiteX248" fmla="*/ 1106835 w 6513760"/>
              <a:gd name="connsiteY248" fmla="*/ 1335583 h 2930128"/>
              <a:gd name="connsiteX249" fmla="*/ 1106835 w 6513760"/>
              <a:gd name="connsiteY249" fmla="*/ 1106537 h 2930128"/>
              <a:gd name="connsiteX250" fmla="*/ 1309985 w 6513760"/>
              <a:gd name="connsiteY250" fmla="*/ 1106537 h 2930128"/>
              <a:gd name="connsiteX251" fmla="*/ 1309985 w 6513760"/>
              <a:gd name="connsiteY251" fmla="*/ 1761083 h 2930128"/>
              <a:gd name="connsiteX252" fmla="*/ 1106835 w 6513760"/>
              <a:gd name="connsiteY252" fmla="*/ 1761083 h 2930128"/>
              <a:gd name="connsiteX253" fmla="*/ 1106835 w 6513760"/>
              <a:gd name="connsiteY253" fmla="*/ 1496318 h 2930128"/>
              <a:gd name="connsiteX254" fmla="*/ 885825 w 6513760"/>
              <a:gd name="connsiteY254" fmla="*/ 1496318 h 2930128"/>
              <a:gd name="connsiteX255" fmla="*/ 885825 w 6513760"/>
              <a:gd name="connsiteY255" fmla="*/ 1761083 h 2930128"/>
              <a:gd name="connsiteX256" fmla="*/ 683568 w 6513760"/>
              <a:gd name="connsiteY256" fmla="*/ 1761083 h 2930128"/>
              <a:gd name="connsiteX257" fmla="*/ 1544836 w 6513760"/>
              <a:gd name="connsiteY257" fmla="*/ 159395 h 2930128"/>
              <a:gd name="connsiteX258" fmla="*/ 1544836 w 6513760"/>
              <a:gd name="connsiteY258" fmla="*/ 517029 h 2930128"/>
              <a:gd name="connsiteX259" fmla="*/ 1594395 w 6513760"/>
              <a:gd name="connsiteY259" fmla="*/ 517029 h 2930128"/>
              <a:gd name="connsiteX260" fmla="*/ 1684585 w 6513760"/>
              <a:gd name="connsiteY260" fmla="*/ 502965 h 2930128"/>
              <a:gd name="connsiteX261" fmla="*/ 1726555 w 6513760"/>
              <a:gd name="connsiteY261" fmla="*/ 453851 h 2930128"/>
              <a:gd name="connsiteX262" fmla="*/ 1741735 w 6513760"/>
              <a:gd name="connsiteY262" fmla="*/ 340221 h 2930128"/>
              <a:gd name="connsiteX263" fmla="*/ 1707802 w 6513760"/>
              <a:gd name="connsiteY263" fmla="*/ 197792 h 2930128"/>
              <a:gd name="connsiteX264" fmla="*/ 1595288 w 6513760"/>
              <a:gd name="connsiteY264" fmla="*/ 159395 h 2930128"/>
              <a:gd name="connsiteX265" fmla="*/ 4090392 w 6513760"/>
              <a:gd name="connsiteY265" fmla="*/ 153144 h 2930128"/>
              <a:gd name="connsiteX266" fmla="*/ 3992165 w 6513760"/>
              <a:gd name="connsiteY266" fmla="*/ 196453 h 2930128"/>
              <a:gd name="connsiteX267" fmla="*/ 3955107 w 6513760"/>
              <a:gd name="connsiteY267" fmla="*/ 339774 h 2930128"/>
              <a:gd name="connsiteX268" fmla="*/ 3991942 w 6513760"/>
              <a:gd name="connsiteY268" fmla="*/ 482203 h 2930128"/>
              <a:gd name="connsiteX269" fmla="*/ 4092178 w 6513760"/>
              <a:gd name="connsiteY269" fmla="*/ 525512 h 2930128"/>
              <a:gd name="connsiteX270" fmla="*/ 4193083 w 6513760"/>
              <a:gd name="connsiteY270" fmla="*/ 483096 h 2930128"/>
              <a:gd name="connsiteX271" fmla="*/ 4228802 w 6513760"/>
              <a:gd name="connsiteY271" fmla="*/ 330845 h 2930128"/>
              <a:gd name="connsiteX272" fmla="*/ 4191521 w 6513760"/>
              <a:gd name="connsiteY272" fmla="*/ 195783 h 2930128"/>
              <a:gd name="connsiteX273" fmla="*/ 4090392 w 6513760"/>
              <a:gd name="connsiteY273" fmla="*/ 153144 h 2930128"/>
              <a:gd name="connsiteX274" fmla="*/ 2366367 w 6513760"/>
              <a:gd name="connsiteY274" fmla="*/ 153144 h 2930128"/>
              <a:gd name="connsiteX275" fmla="*/ 2268140 w 6513760"/>
              <a:gd name="connsiteY275" fmla="*/ 196453 h 2930128"/>
              <a:gd name="connsiteX276" fmla="*/ 2231082 w 6513760"/>
              <a:gd name="connsiteY276" fmla="*/ 339774 h 2930128"/>
              <a:gd name="connsiteX277" fmla="*/ 2267918 w 6513760"/>
              <a:gd name="connsiteY277" fmla="*/ 482203 h 2930128"/>
              <a:gd name="connsiteX278" fmla="*/ 2368153 w 6513760"/>
              <a:gd name="connsiteY278" fmla="*/ 525512 h 2930128"/>
              <a:gd name="connsiteX279" fmla="*/ 2469059 w 6513760"/>
              <a:gd name="connsiteY279" fmla="*/ 483096 h 2930128"/>
              <a:gd name="connsiteX280" fmla="*/ 2504777 w 6513760"/>
              <a:gd name="connsiteY280" fmla="*/ 330845 h 2930128"/>
              <a:gd name="connsiteX281" fmla="*/ 2467496 w 6513760"/>
              <a:gd name="connsiteY281" fmla="*/ 195783 h 2930128"/>
              <a:gd name="connsiteX282" fmla="*/ 2366367 w 6513760"/>
              <a:gd name="connsiteY282" fmla="*/ 153144 h 2930128"/>
              <a:gd name="connsiteX283" fmla="*/ 4540746 w 6513760"/>
              <a:gd name="connsiteY283" fmla="*/ 11162 h 2930128"/>
              <a:gd name="connsiteX284" fmla="*/ 4742557 w 6513760"/>
              <a:gd name="connsiteY284" fmla="*/ 11162 h 2930128"/>
              <a:gd name="connsiteX285" fmla="*/ 4742557 w 6513760"/>
              <a:gd name="connsiteY285" fmla="*/ 410417 h 2930128"/>
              <a:gd name="connsiteX286" fmla="*/ 4772248 w 6513760"/>
              <a:gd name="connsiteY286" fmla="*/ 494063 h 2930128"/>
              <a:gd name="connsiteX287" fmla="*/ 4854624 w 6513760"/>
              <a:gd name="connsiteY287" fmla="*/ 524172 h 2930128"/>
              <a:gd name="connsiteX288" fmla="*/ 4936554 w 6513760"/>
              <a:gd name="connsiteY288" fmla="*/ 494506 h 2930128"/>
              <a:gd name="connsiteX289" fmla="*/ 4966245 w 6513760"/>
              <a:gd name="connsiteY289" fmla="*/ 410417 h 2930128"/>
              <a:gd name="connsiteX290" fmla="*/ 4966245 w 6513760"/>
              <a:gd name="connsiteY290" fmla="*/ 11162 h 2930128"/>
              <a:gd name="connsiteX291" fmla="*/ 5168056 w 6513760"/>
              <a:gd name="connsiteY291" fmla="*/ 11162 h 2930128"/>
              <a:gd name="connsiteX292" fmla="*/ 5168056 w 6513760"/>
              <a:gd name="connsiteY292" fmla="*/ 401131 h 2930128"/>
              <a:gd name="connsiteX293" fmla="*/ 5149974 w 6513760"/>
              <a:gd name="connsiteY293" fmla="*/ 510666 h 2930128"/>
              <a:gd name="connsiteX294" fmla="*/ 5093270 w 6513760"/>
              <a:gd name="connsiteY294" fmla="*/ 600797 h 2930128"/>
              <a:gd name="connsiteX295" fmla="*/ 5012233 w 6513760"/>
              <a:gd name="connsiteY295" fmla="*/ 655006 h 2930128"/>
              <a:gd name="connsiteX296" fmla="*/ 4870698 w 6513760"/>
              <a:gd name="connsiteY296" fmla="*/ 676870 h 2930128"/>
              <a:gd name="connsiteX297" fmla="*/ 4766444 w 6513760"/>
              <a:gd name="connsiteY297" fmla="*/ 670176 h 2930128"/>
              <a:gd name="connsiteX298" fmla="*/ 4672012 w 6513760"/>
              <a:gd name="connsiteY298" fmla="*/ 643628 h 2930128"/>
              <a:gd name="connsiteX299" fmla="*/ 4602584 w 6513760"/>
              <a:gd name="connsiteY299" fmla="*/ 587186 h 2930128"/>
              <a:gd name="connsiteX300" fmla="*/ 4559498 w 6513760"/>
              <a:gd name="connsiteY300" fmla="*/ 511782 h 2930128"/>
              <a:gd name="connsiteX301" fmla="*/ 4540746 w 6513760"/>
              <a:gd name="connsiteY301" fmla="*/ 401131 h 2930128"/>
              <a:gd name="connsiteX302" fmla="*/ 3054995 w 6513760"/>
              <a:gd name="connsiteY302" fmla="*/ 11162 h 2930128"/>
              <a:gd name="connsiteX303" fmla="*/ 3279660 w 6513760"/>
              <a:gd name="connsiteY303" fmla="*/ 11162 h 2930128"/>
              <a:gd name="connsiteX304" fmla="*/ 3411533 w 6513760"/>
              <a:gd name="connsiteY304" fmla="*/ 231976 h 2930128"/>
              <a:gd name="connsiteX305" fmla="*/ 3543679 w 6513760"/>
              <a:gd name="connsiteY305" fmla="*/ 11162 h 2930128"/>
              <a:gd name="connsiteX306" fmla="*/ 3767137 w 6513760"/>
              <a:gd name="connsiteY306" fmla="*/ 11162 h 2930128"/>
              <a:gd name="connsiteX307" fmla="*/ 3512641 w 6513760"/>
              <a:gd name="connsiteY307" fmla="*/ 391567 h 2930128"/>
              <a:gd name="connsiteX308" fmla="*/ 3512641 w 6513760"/>
              <a:gd name="connsiteY308" fmla="*/ 665708 h 2930128"/>
              <a:gd name="connsiteX309" fmla="*/ 3309937 w 6513760"/>
              <a:gd name="connsiteY309" fmla="*/ 665708 h 2930128"/>
              <a:gd name="connsiteX310" fmla="*/ 3309937 w 6513760"/>
              <a:gd name="connsiteY310" fmla="*/ 391567 h 2930128"/>
              <a:gd name="connsiteX311" fmla="*/ 1342578 w 6513760"/>
              <a:gd name="connsiteY311" fmla="*/ 11162 h 2930128"/>
              <a:gd name="connsiteX312" fmla="*/ 1643062 w 6513760"/>
              <a:gd name="connsiteY312" fmla="*/ 11162 h 2930128"/>
              <a:gd name="connsiteX313" fmla="*/ 1786607 w 6513760"/>
              <a:gd name="connsiteY313" fmla="*/ 35272 h 2930128"/>
              <a:gd name="connsiteX314" fmla="*/ 1877020 w 6513760"/>
              <a:gd name="connsiteY314" fmla="*/ 104477 h 2930128"/>
              <a:gd name="connsiteX315" fmla="*/ 1928812 w 6513760"/>
              <a:gd name="connsiteY315" fmla="*/ 209401 h 2930128"/>
              <a:gd name="connsiteX316" fmla="*/ 1944886 w 6513760"/>
              <a:gd name="connsiteY316" fmla="*/ 336202 h 2930128"/>
              <a:gd name="connsiteX317" fmla="*/ 1920999 w 6513760"/>
              <a:gd name="connsiteY317" fmla="*/ 498946 h 2930128"/>
              <a:gd name="connsiteX318" fmla="*/ 1854696 w 6513760"/>
              <a:gd name="connsiteY318" fmla="*/ 595833 h 2930128"/>
              <a:gd name="connsiteX319" fmla="*/ 1763613 w 6513760"/>
              <a:gd name="connsiteY319" fmla="*/ 647848 h 2930128"/>
              <a:gd name="connsiteX320" fmla="*/ 1643062 w 6513760"/>
              <a:gd name="connsiteY320" fmla="*/ 665708 h 2930128"/>
              <a:gd name="connsiteX321" fmla="*/ 1342578 w 6513760"/>
              <a:gd name="connsiteY321" fmla="*/ 665708 h 2930128"/>
              <a:gd name="connsiteX322" fmla="*/ 4090838 w 6513760"/>
              <a:gd name="connsiteY322" fmla="*/ 0 h 2930128"/>
              <a:gd name="connsiteX323" fmla="*/ 4342656 w 6513760"/>
              <a:gd name="connsiteY323" fmla="*/ 87734 h 2930128"/>
              <a:gd name="connsiteX324" fmla="*/ 4431060 w 6513760"/>
              <a:gd name="connsiteY324" fmla="*/ 333524 h 2930128"/>
              <a:gd name="connsiteX325" fmla="*/ 4392439 w 6513760"/>
              <a:gd name="connsiteY325" fmla="*/ 521717 h 2930128"/>
              <a:gd name="connsiteX326" fmla="*/ 4280818 w 6513760"/>
              <a:gd name="connsiteY326" fmla="*/ 636017 h 2930128"/>
              <a:gd name="connsiteX327" fmla="*/ 4098875 w 6513760"/>
              <a:gd name="connsiteY327" fmla="*/ 676870 h 2930128"/>
              <a:gd name="connsiteX328" fmla="*/ 3915593 w 6513760"/>
              <a:gd name="connsiteY328" fmla="*/ 641598 h 2930128"/>
              <a:gd name="connsiteX329" fmla="*/ 3797945 w 6513760"/>
              <a:gd name="connsiteY329" fmla="*/ 529977 h 2930128"/>
              <a:gd name="connsiteX330" fmla="*/ 3752850 w 6513760"/>
              <a:gd name="connsiteY330" fmla="*/ 338881 h 2930128"/>
              <a:gd name="connsiteX331" fmla="*/ 3842147 w 6513760"/>
              <a:gd name="connsiteY331" fmla="*/ 89297 h 2930128"/>
              <a:gd name="connsiteX332" fmla="*/ 4090838 w 6513760"/>
              <a:gd name="connsiteY332" fmla="*/ 0 h 2930128"/>
              <a:gd name="connsiteX333" fmla="*/ 2366814 w 6513760"/>
              <a:gd name="connsiteY333" fmla="*/ 0 h 2930128"/>
              <a:gd name="connsiteX334" fmla="*/ 2618631 w 6513760"/>
              <a:gd name="connsiteY334" fmla="*/ 87734 h 2930128"/>
              <a:gd name="connsiteX335" fmla="*/ 2707034 w 6513760"/>
              <a:gd name="connsiteY335" fmla="*/ 333524 h 2930128"/>
              <a:gd name="connsiteX336" fmla="*/ 2668414 w 6513760"/>
              <a:gd name="connsiteY336" fmla="*/ 521717 h 2930128"/>
              <a:gd name="connsiteX337" fmla="*/ 2556793 w 6513760"/>
              <a:gd name="connsiteY337" fmla="*/ 636017 h 2930128"/>
              <a:gd name="connsiteX338" fmla="*/ 2374850 w 6513760"/>
              <a:gd name="connsiteY338" fmla="*/ 676870 h 2930128"/>
              <a:gd name="connsiteX339" fmla="*/ 2191568 w 6513760"/>
              <a:gd name="connsiteY339" fmla="*/ 641598 h 2930128"/>
              <a:gd name="connsiteX340" fmla="*/ 2073920 w 6513760"/>
              <a:gd name="connsiteY340" fmla="*/ 529977 h 2930128"/>
              <a:gd name="connsiteX341" fmla="*/ 2028825 w 6513760"/>
              <a:gd name="connsiteY341" fmla="*/ 338881 h 2930128"/>
              <a:gd name="connsiteX342" fmla="*/ 2118122 w 6513760"/>
              <a:gd name="connsiteY342" fmla="*/ 89297 h 2930128"/>
              <a:gd name="connsiteX343" fmla="*/ 2366814 w 6513760"/>
              <a:gd name="connsiteY343" fmla="*/ 0 h 2930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</a:cxnLst>
            <a:rect l="l" t="t" r="r" b="b"/>
            <a:pathLst>
              <a:path w="6513760" h="2930128">
                <a:moveTo>
                  <a:pt x="6162824" y="2696170"/>
                </a:moveTo>
                <a:lnTo>
                  <a:pt x="6344543" y="2696170"/>
                </a:lnTo>
                <a:lnTo>
                  <a:pt x="6344543" y="2856458"/>
                </a:lnTo>
                <a:lnTo>
                  <a:pt x="6162824" y="2856458"/>
                </a:lnTo>
                <a:close/>
                <a:moveTo>
                  <a:pt x="4185642" y="2343894"/>
                </a:moveTo>
                <a:cubicBezTo>
                  <a:pt x="4144863" y="2343894"/>
                  <a:pt x="4112121" y="2358330"/>
                  <a:pt x="4087415" y="2387203"/>
                </a:cubicBezTo>
                <a:cubicBezTo>
                  <a:pt x="4062710" y="2416076"/>
                  <a:pt x="4050357" y="2463849"/>
                  <a:pt x="4050357" y="2530524"/>
                </a:cubicBezTo>
                <a:cubicBezTo>
                  <a:pt x="4050357" y="2596604"/>
                  <a:pt x="4062636" y="2644080"/>
                  <a:pt x="4087192" y="2672953"/>
                </a:cubicBezTo>
                <a:cubicBezTo>
                  <a:pt x="4111749" y="2701826"/>
                  <a:pt x="4145161" y="2716262"/>
                  <a:pt x="4187428" y="2716262"/>
                </a:cubicBezTo>
                <a:cubicBezTo>
                  <a:pt x="4230886" y="2716262"/>
                  <a:pt x="4264521" y="2702123"/>
                  <a:pt x="4288333" y="2673846"/>
                </a:cubicBezTo>
                <a:cubicBezTo>
                  <a:pt x="4312146" y="2645569"/>
                  <a:pt x="4324052" y="2594818"/>
                  <a:pt x="4324052" y="2521595"/>
                </a:cubicBezTo>
                <a:cubicBezTo>
                  <a:pt x="4324052" y="2459980"/>
                  <a:pt x="4311625" y="2414959"/>
                  <a:pt x="4286771" y="2386533"/>
                </a:cubicBezTo>
                <a:cubicBezTo>
                  <a:pt x="4261916" y="2358107"/>
                  <a:pt x="4228207" y="2343894"/>
                  <a:pt x="4185642" y="2343894"/>
                </a:cubicBezTo>
                <a:close/>
                <a:moveTo>
                  <a:pt x="337542" y="2343894"/>
                </a:moveTo>
                <a:cubicBezTo>
                  <a:pt x="297359" y="2343894"/>
                  <a:pt x="264765" y="2358330"/>
                  <a:pt x="239762" y="2387203"/>
                </a:cubicBezTo>
                <a:cubicBezTo>
                  <a:pt x="214759" y="2416076"/>
                  <a:pt x="202257" y="2461171"/>
                  <a:pt x="202257" y="2522488"/>
                </a:cubicBezTo>
                <a:cubicBezTo>
                  <a:pt x="202257" y="2593925"/>
                  <a:pt x="214461" y="2644080"/>
                  <a:pt x="238869" y="2672953"/>
                </a:cubicBezTo>
                <a:cubicBezTo>
                  <a:pt x="263277" y="2701826"/>
                  <a:pt x="296763" y="2716262"/>
                  <a:pt x="339328" y="2716262"/>
                </a:cubicBezTo>
                <a:cubicBezTo>
                  <a:pt x="353020" y="2716262"/>
                  <a:pt x="365968" y="2714922"/>
                  <a:pt x="378172" y="2712244"/>
                </a:cubicBezTo>
                <a:cubicBezTo>
                  <a:pt x="361206" y="2695872"/>
                  <a:pt x="334417" y="2680394"/>
                  <a:pt x="297805" y="2665809"/>
                </a:cubicBezTo>
                <a:lnTo>
                  <a:pt x="329505" y="2593032"/>
                </a:lnTo>
                <a:cubicBezTo>
                  <a:pt x="347365" y="2596306"/>
                  <a:pt x="361280" y="2600325"/>
                  <a:pt x="371252" y="2605087"/>
                </a:cubicBezTo>
                <a:cubicBezTo>
                  <a:pt x="381223" y="2609850"/>
                  <a:pt x="400645" y="2622351"/>
                  <a:pt x="429518" y="2642592"/>
                </a:cubicBezTo>
                <a:cubicBezTo>
                  <a:pt x="436364" y="2647354"/>
                  <a:pt x="443805" y="2652266"/>
                  <a:pt x="451842" y="2657326"/>
                </a:cubicBezTo>
                <a:cubicBezTo>
                  <a:pt x="467916" y="2628453"/>
                  <a:pt x="475952" y="2585293"/>
                  <a:pt x="475952" y="2527846"/>
                </a:cubicBezTo>
                <a:cubicBezTo>
                  <a:pt x="475952" y="2461766"/>
                  <a:pt x="463674" y="2414587"/>
                  <a:pt x="439117" y="2386310"/>
                </a:cubicBezTo>
                <a:cubicBezTo>
                  <a:pt x="414560" y="2358033"/>
                  <a:pt x="380702" y="2343894"/>
                  <a:pt x="337542" y="2343894"/>
                </a:cubicBezTo>
                <a:close/>
                <a:moveTo>
                  <a:pt x="4636889" y="2201912"/>
                </a:moveTo>
                <a:lnTo>
                  <a:pt x="4825752" y="2201912"/>
                </a:lnTo>
                <a:lnTo>
                  <a:pt x="5072211" y="2564039"/>
                </a:lnTo>
                <a:lnTo>
                  <a:pt x="5072211" y="2201912"/>
                </a:lnTo>
                <a:lnTo>
                  <a:pt x="5262860" y="2201912"/>
                </a:lnTo>
                <a:lnTo>
                  <a:pt x="5262860" y="2856458"/>
                </a:lnTo>
                <a:lnTo>
                  <a:pt x="5072211" y="2856458"/>
                </a:lnTo>
                <a:lnTo>
                  <a:pt x="4827091" y="2497066"/>
                </a:lnTo>
                <a:lnTo>
                  <a:pt x="4827091" y="2856458"/>
                </a:lnTo>
                <a:lnTo>
                  <a:pt x="4636889" y="2856458"/>
                </a:lnTo>
                <a:close/>
                <a:moveTo>
                  <a:pt x="3529161" y="2201912"/>
                </a:moveTo>
                <a:lnTo>
                  <a:pt x="3731865" y="2201912"/>
                </a:lnTo>
                <a:lnTo>
                  <a:pt x="3731865" y="2856458"/>
                </a:lnTo>
                <a:lnTo>
                  <a:pt x="3529161" y="2856458"/>
                </a:lnTo>
                <a:close/>
                <a:moveTo>
                  <a:pt x="2817912" y="2201912"/>
                </a:moveTo>
                <a:lnTo>
                  <a:pt x="3432720" y="2201912"/>
                </a:lnTo>
                <a:lnTo>
                  <a:pt x="3432720" y="2363539"/>
                </a:lnTo>
                <a:lnTo>
                  <a:pt x="3226445" y="2363539"/>
                </a:lnTo>
                <a:lnTo>
                  <a:pt x="3226445" y="2856458"/>
                </a:lnTo>
                <a:lnTo>
                  <a:pt x="3024187" y="2856458"/>
                </a:lnTo>
                <a:lnTo>
                  <a:pt x="3024187" y="2363539"/>
                </a:lnTo>
                <a:lnTo>
                  <a:pt x="2817912" y="2363539"/>
                </a:lnTo>
                <a:close/>
                <a:moveTo>
                  <a:pt x="1549003" y="2201912"/>
                </a:moveTo>
                <a:lnTo>
                  <a:pt x="2091035" y="2201912"/>
                </a:lnTo>
                <a:lnTo>
                  <a:pt x="2091035" y="2341662"/>
                </a:lnTo>
                <a:lnTo>
                  <a:pt x="1751707" y="2341662"/>
                </a:lnTo>
                <a:lnTo>
                  <a:pt x="1751707" y="2445692"/>
                </a:lnTo>
                <a:lnTo>
                  <a:pt x="2066479" y="2445692"/>
                </a:lnTo>
                <a:lnTo>
                  <a:pt x="2066479" y="2579191"/>
                </a:lnTo>
                <a:lnTo>
                  <a:pt x="1751707" y="2579191"/>
                </a:lnTo>
                <a:lnTo>
                  <a:pt x="1751707" y="2708225"/>
                </a:lnTo>
                <a:lnTo>
                  <a:pt x="2100858" y="2708225"/>
                </a:lnTo>
                <a:lnTo>
                  <a:pt x="2100858" y="2856458"/>
                </a:lnTo>
                <a:lnTo>
                  <a:pt x="1549003" y="2856458"/>
                </a:lnTo>
                <a:close/>
                <a:moveTo>
                  <a:pt x="787896" y="2201912"/>
                </a:moveTo>
                <a:lnTo>
                  <a:pt x="989707" y="2201912"/>
                </a:lnTo>
                <a:lnTo>
                  <a:pt x="989707" y="2601167"/>
                </a:lnTo>
                <a:cubicBezTo>
                  <a:pt x="989707" y="2636857"/>
                  <a:pt x="999604" y="2664739"/>
                  <a:pt x="1019398" y="2684813"/>
                </a:cubicBezTo>
                <a:cubicBezTo>
                  <a:pt x="1039192" y="2704886"/>
                  <a:pt x="1066651" y="2714922"/>
                  <a:pt x="1101774" y="2714922"/>
                </a:cubicBezTo>
                <a:cubicBezTo>
                  <a:pt x="1136600" y="2714922"/>
                  <a:pt x="1163910" y="2705034"/>
                  <a:pt x="1183704" y="2685256"/>
                </a:cubicBezTo>
                <a:cubicBezTo>
                  <a:pt x="1203499" y="2665478"/>
                  <a:pt x="1213396" y="2637448"/>
                  <a:pt x="1213396" y="2601167"/>
                </a:cubicBezTo>
                <a:lnTo>
                  <a:pt x="1213396" y="2201912"/>
                </a:lnTo>
                <a:lnTo>
                  <a:pt x="1415206" y="2201912"/>
                </a:lnTo>
                <a:lnTo>
                  <a:pt x="1415206" y="2591881"/>
                </a:lnTo>
                <a:cubicBezTo>
                  <a:pt x="1415206" y="2630549"/>
                  <a:pt x="1409179" y="2667060"/>
                  <a:pt x="1397124" y="2701416"/>
                </a:cubicBezTo>
                <a:cubicBezTo>
                  <a:pt x="1385069" y="2735772"/>
                  <a:pt x="1366167" y="2765816"/>
                  <a:pt x="1340420" y="2791547"/>
                </a:cubicBezTo>
                <a:cubicBezTo>
                  <a:pt x="1314674" y="2817278"/>
                  <a:pt x="1287661" y="2835348"/>
                  <a:pt x="1259384" y="2845756"/>
                </a:cubicBezTo>
                <a:cubicBezTo>
                  <a:pt x="1220093" y="2860332"/>
                  <a:pt x="1172914" y="2867620"/>
                  <a:pt x="1117848" y="2867620"/>
                </a:cubicBezTo>
                <a:cubicBezTo>
                  <a:pt x="1085999" y="2867620"/>
                  <a:pt x="1051247" y="2865389"/>
                  <a:pt x="1013594" y="2860926"/>
                </a:cubicBezTo>
                <a:cubicBezTo>
                  <a:pt x="975940" y="2856464"/>
                  <a:pt x="944463" y="2847614"/>
                  <a:pt x="919162" y="2834378"/>
                </a:cubicBezTo>
                <a:cubicBezTo>
                  <a:pt x="893862" y="2821142"/>
                  <a:pt x="870719" y="2802328"/>
                  <a:pt x="849734" y="2777936"/>
                </a:cubicBezTo>
                <a:cubicBezTo>
                  <a:pt x="828749" y="2753545"/>
                  <a:pt x="814387" y="2728410"/>
                  <a:pt x="806648" y="2702533"/>
                </a:cubicBezTo>
                <a:cubicBezTo>
                  <a:pt x="794147" y="2660889"/>
                  <a:pt x="787896" y="2624005"/>
                  <a:pt x="787896" y="2591881"/>
                </a:cubicBezTo>
                <a:close/>
                <a:moveTo>
                  <a:pt x="6275338" y="2190750"/>
                </a:moveTo>
                <a:cubicBezTo>
                  <a:pt x="6340227" y="2190750"/>
                  <a:pt x="6392614" y="2204293"/>
                  <a:pt x="6432500" y="2231380"/>
                </a:cubicBezTo>
                <a:cubicBezTo>
                  <a:pt x="6486674" y="2267992"/>
                  <a:pt x="6513760" y="2316807"/>
                  <a:pt x="6513760" y="2377827"/>
                </a:cubicBezTo>
                <a:cubicBezTo>
                  <a:pt x="6513760" y="2403128"/>
                  <a:pt x="6506765" y="2427535"/>
                  <a:pt x="6492776" y="2451050"/>
                </a:cubicBezTo>
                <a:cubicBezTo>
                  <a:pt x="6478786" y="2474565"/>
                  <a:pt x="6450211" y="2503289"/>
                  <a:pt x="6407051" y="2537222"/>
                </a:cubicBezTo>
                <a:cubicBezTo>
                  <a:pt x="6376987" y="2561034"/>
                  <a:pt x="6358012" y="2580159"/>
                  <a:pt x="6350124" y="2594595"/>
                </a:cubicBezTo>
                <a:cubicBezTo>
                  <a:pt x="6342236" y="2609031"/>
                  <a:pt x="6338292" y="2627858"/>
                  <a:pt x="6338292" y="2651075"/>
                </a:cubicBezTo>
                <a:lnTo>
                  <a:pt x="6168628" y="2651075"/>
                </a:lnTo>
                <a:lnTo>
                  <a:pt x="6168628" y="2634109"/>
                </a:lnTo>
                <a:cubicBezTo>
                  <a:pt x="6168628" y="2605236"/>
                  <a:pt x="6171902" y="2581796"/>
                  <a:pt x="6178451" y="2563788"/>
                </a:cubicBezTo>
                <a:cubicBezTo>
                  <a:pt x="6184999" y="2545779"/>
                  <a:pt x="6194747" y="2529334"/>
                  <a:pt x="6207695" y="2514451"/>
                </a:cubicBezTo>
                <a:cubicBezTo>
                  <a:pt x="6220643" y="2499568"/>
                  <a:pt x="6249739" y="2473374"/>
                  <a:pt x="6294983" y="2435870"/>
                </a:cubicBezTo>
                <a:cubicBezTo>
                  <a:pt x="6319093" y="2416224"/>
                  <a:pt x="6331148" y="2398216"/>
                  <a:pt x="6331148" y="2381845"/>
                </a:cubicBezTo>
                <a:cubicBezTo>
                  <a:pt x="6331148" y="2365474"/>
                  <a:pt x="6326311" y="2352749"/>
                  <a:pt x="6316637" y="2343671"/>
                </a:cubicBezTo>
                <a:cubicBezTo>
                  <a:pt x="6306964" y="2334592"/>
                  <a:pt x="6292304" y="2330053"/>
                  <a:pt x="6272659" y="2330053"/>
                </a:cubicBezTo>
                <a:cubicBezTo>
                  <a:pt x="6251525" y="2330053"/>
                  <a:pt x="6234038" y="2337048"/>
                  <a:pt x="6220197" y="2351038"/>
                </a:cubicBezTo>
                <a:cubicBezTo>
                  <a:pt x="6206356" y="2365028"/>
                  <a:pt x="6197501" y="2389435"/>
                  <a:pt x="6193631" y="2424261"/>
                </a:cubicBezTo>
                <a:lnTo>
                  <a:pt x="6020395" y="2402830"/>
                </a:lnTo>
                <a:cubicBezTo>
                  <a:pt x="6026348" y="2339131"/>
                  <a:pt x="6049491" y="2287860"/>
                  <a:pt x="6089823" y="2249016"/>
                </a:cubicBezTo>
                <a:cubicBezTo>
                  <a:pt x="6130156" y="2210172"/>
                  <a:pt x="6191994" y="2190750"/>
                  <a:pt x="6275338" y="2190750"/>
                </a:cubicBezTo>
                <a:close/>
                <a:moveTo>
                  <a:pt x="5664994" y="2190750"/>
                </a:moveTo>
                <a:cubicBezTo>
                  <a:pt x="5748635" y="2190750"/>
                  <a:pt x="5812408" y="2206302"/>
                  <a:pt x="5856312" y="2237407"/>
                </a:cubicBezTo>
                <a:cubicBezTo>
                  <a:pt x="5900216" y="2268513"/>
                  <a:pt x="5926336" y="2317998"/>
                  <a:pt x="5934670" y="2385863"/>
                </a:cubicBezTo>
                <a:lnTo>
                  <a:pt x="5744021" y="2397026"/>
                </a:lnTo>
                <a:cubicBezTo>
                  <a:pt x="5738961" y="2367558"/>
                  <a:pt x="5728320" y="2346126"/>
                  <a:pt x="5712098" y="2332732"/>
                </a:cubicBezTo>
                <a:cubicBezTo>
                  <a:pt x="5695875" y="2319337"/>
                  <a:pt x="5673477" y="2312640"/>
                  <a:pt x="5644902" y="2312640"/>
                </a:cubicBezTo>
                <a:cubicBezTo>
                  <a:pt x="5621387" y="2312640"/>
                  <a:pt x="5603676" y="2317626"/>
                  <a:pt x="5591770" y="2327597"/>
                </a:cubicBezTo>
                <a:cubicBezTo>
                  <a:pt x="5579864" y="2337569"/>
                  <a:pt x="5573911" y="2349698"/>
                  <a:pt x="5573911" y="2363986"/>
                </a:cubicBezTo>
                <a:cubicBezTo>
                  <a:pt x="5573911" y="2374404"/>
                  <a:pt x="5578822" y="2383780"/>
                  <a:pt x="5588645" y="2392114"/>
                </a:cubicBezTo>
                <a:cubicBezTo>
                  <a:pt x="5598170" y="2400746"/>
                  <a:pt x="5620792" y="2408783"/>
                  <a:pt x="5656510" y="2416224"/>
                </a:cubicBezTo>
                <a:cubicBezTo>
                  <a:pt x="5744914" y="2435274"/>
                  <a:pt x="5808241" y="2454548"/>
                  <a:pt x="5846489" y="2474044"/>
                </a:cubicBezTo>
                <a:cubicBezTo>
                  <a:pt x="5884738" y="2493541"/>
                  <a:pt x="5912569" y="2517725"/>
                  <a:pt x="5929982" y="2546598"/>
                </a:cubicBezTo>
                <a:cubicBezTo>
                  <a:pt x="5947395" y="2575471"/>
                  <a:pt x="5956101" y="2607766"/>
                  <a:pt x="5956101" y="2643485"/>
                </a:cubicBezTo>
                <a:cubicBezTo>
                  <a:pt x="5956101" y="2685454"/>
                  <a:pt x="5944493" y="2724150"/>
                  <a:pt x="5921276" y="2759571"/>
                </a:cubicBezTo>
                <a:cubicBezTo>
                  <a:pt x="5898058" y="2794992"/>
                  <a:pt x="5865614" y="2821855"/>
                  <a:pt x="5823942" y="2840161"/>
                </a:cubicBezTo>
                <a:cubicBezTo>
                  <a:pt x="5782270" y="2858467"/>
                  <a:pt x="5729734" y="2867620"/>
                  <a:pt x="5666333" y="2867620"/>
                </a:cubicBezTo>
                <a:cubicBezTo>
                  <a:pt x="5555010" y="2867620"/>
                  <a:pt x="5477917" y="2846189"/>
                  <a:pt x="5435054" y="2803326"/>
                </a:cubicBezTo>
                <a:cubicBezTo>
                  <a:pt x="5392192" y="2760464"/>
                  <a:pt x="5367933" y="2705993"/>
                  <a:pt x="5362277" y="2639913"/>
                </a:cubicBezTo>
                <a:lnTo>
                  <a:pt x="5554712" y="2627858"/>
                </a:lnTo>
                <a:cubicBezTo>
                  <a:pt x="5558879" y="2659112"/>
                  <a:pt x="5567362" y="2682924"/>
                  <a:pt x="5580162" y="2699296"/>
                </a:cubicBezTo>
                <a:cubicBezTo>
                  <a:pt x="5600997" y="2725787"/>
                  <a:pt x="5630763" y="2739033"/>
                  <a:pt x="5669458" y="2739033"/>
                </a:cubicBezTo>
                <a:cubicBezTo>
                  <a:pt x="5698331" y="2739033"/>
                  <a:pt x="5720581" y="2732261"/>
                  <a:pt x="5736208" y="2718718"/>
                </a:cubicBezTo>
                <a:cubicBezTo>
                  <a:pt x="5751835" y="2705174"/>
                  <a:pt x="5759648" y="2689473"/>
                  <a:pt x="5759648" y="2671613"/>
                </a:cubicBezTo>
                <a:cubicBezTo>
                  <a:pt x="5759648" y="2654647"/>
                  <a:pt x="5752207" y="2639467"/>
                  <a:pt x="5737324" y="2626072"/>
                </a:cubicBezTo>
                <a:cubicBezTo>
                  <a:pt x="5722441" y="2612678"/>
                  <a:pt x="5687913" y="2600027"/>
                  <a:pt x="5633740" y="2588121"/>
                </a:cubicBezTo>
                <a:cubicBezTo>
                  <a:pt x="5545038" y="2568178"/>
                  <a:pt x="5481786" y="2541687"/>
                  <a:pt x="5443984" y="2508647"/>
                </a:cubicBezTo>
                <a:cubicBezTo>
                  <a:pt x="5405884" y="2475607"/>
                  <a:pt x="5386834" y="2433488"/>
                  <a:pt x="5386834" y="2382292"/>
                </a:cubicBezTo>
                <a:cubicBezTo>
                  <a:pt x="5386834" y="2348656"/>
                  <a:pt x="5396582" y="2316882"/>
                  <a:pt x="5416078" y="2286967"/>
                </a:cubicBezTo>
                <a:cubicBezTo>
                  <a:pt x="5435575" y="2257053"/>
                  <a:pt x="5464894" y="2233538"/>
                  <a:pt x="5504036" y="2216423"/>
                </a:cubicBezTo>
                <a:cubicBezTo>
                  <a:pt x="5543178" y="2199308"/>
                  <a:pt x="5596830" y="2190750"/>
                  <a:pt x="5664994" y="2190750"/>
                </a:cubicBezTo>
                <a:close/>
                <a:moveTo>
                  <a:pt x="4186088" y="2190750"/>
                </a:moveTo>
                <a:cubicBezTo>
                  <a:pt x="4295031" y="2190750"/>
                  <a:pt x="4378970" y="2219995"/>
                  <a:pt x="4437906" y="2278484"/>
                </a:cubicBezTo>
                <a:cubicBezTo>
                  <a:pt x="4496842" y="2336973"/>
                  <a:pt x="4526310" y="2418903"/>
                  <a:pt x="4526310" y="2524274"/>
                </a:cubicBezTo>
                <a:cubicBezTo>
                  <a:pt x="4526310" y="2600771"/>
                  <a:pt x="4513436" y="2663502"/>
                  <a:pt x="4487689" y="2712467"/>
                </a:cubicBezTo>
                <a:cubicBezTo>
                  <a:pt x="4461941" y="2761431"/>
                  <a:pt x="4424734" y="2799531"/>
                  <a:pt x="4376068" y="2826767"/>
                </a:cubicBezTo>
                <a:cubicBezTo>
                  <a:pt x="4327401" y="2854002"/>
                  <a:pt x="4266753" y="2867620"/>
                  <a:pt x="4194125" y="2867620"/>
                </a:cubicBezTo>
                <a:cubicBezTo>
                  <a:pt x="4120306" y="2867620"/>
                  <a:pt x="4059212" y="2855863"/>
                  <a:pt x="4010843" y="2832348"/>
                </a:cubicBezTo>
                <a:cubicBezTo>
                  <a:pt x="3962474" y="2808833"/>
                  <a:pt x="3923258" y="2771626"/>
                  <a:pt x="3893195" y="2720727"/>
                </a:cubicBezTo>
                <a:cubicBezTo>
                  <a:pt x="3863131" y="2669828"/>
                  <a:pt x="3848100" y="2606129"/>
                  <a:pt x="3848100" y="2529631"/>
                </a:cubicBezTo>
                <a:cubicBezTo>
                  <a:pt x="3848100" y="2422773"/>
                  <a:pt x="3877865" y="2339578"/>
                  <a:pt x="3937397" y="2280047"/>
                </a:cubicBezTo>
                <a:cubicBezTo>
                  <a:pt x="3996928" y="2220515"/>
                  <a:pt x="4079825" y="2190750"/>
                  <a:pt x="4186088" y="2190750"/>
                </a:cubicBezTo>
                <a:close/>
                <a:moveTo>
                  <a:pt x="2474118" y="2190750"/>
                </a:moveTo>
                <a:cubicBezTo>
                  <a:pt x="2557760" y="2190750"/>
                  <a:pt x="2621533" y="2206302"/>
                  <a:pt x="2665437" y="2237407"/>
                </a:cubicBezTo>
                <a:cubicBezTo>
                  <a:pt x="2709342" y="2268513"/>
                  <a:pt x="2735461" y="2317998"/>
                  <a:pt x="2743795" y="2385863"/>
                </a:cubicBezTo>
                <a:lnTo>
                  <a:pt x="2553146" y="2397026"/>
                </a:lnTo>
                <a:cubicBezTo>
                  <a:pt x="2548086" y="2367558"/>
                  <a:pt x="2537445" y="2346126"/>
                  <a:pt x="2521223" y="2332732"/>
                </a:cubicBezTo>
                <a:cubicBezTo>
                  <a:pt x="2505000" y="2319337"/>
                  <a:pt x="2482602" y="2312640"/>
                  <a:pt x="2454027" y="2312640"/>
                </a:cubicBezTo>
                <a:cubicBezTo>
                  <a:pt x="2430512" y="2312640"/>
                  <a:pt x="2412801" y="2317626"/>
                  <a:pt x="2400895" y="2327597"/>
                </a:cubicBezTo>
                <a:cubicBezTo>
                  <a:pt x="2388989" y="2337569"/>
                  <a:pt x="2383036" y="2349698"/>
                  <a:pt x="2383036" y="2363986"/>
                </a:cubicBezTo>
                <a:cubicBezTo>
                  <a:pt x="2383036" y="2374404"/>
                  <a:pt x="2387947" y="2383780"/>
                  <a:pt x="2397770" y="2392114"/>
                </a:cubicBezTo>
                <a:cubicBezTo>
                  <a:pt x="2407295" y="2400746"/>
                  <a:pt x="2429916" y="2408783"/>
                  <a:pt x="2465635" y="2416224"/>
                </a:cubicBezTo>
                <a:cubicBezTo>
                  <a:pt x="2554039" y="2435274"/>
                  <a:pt x="2617365" y="2454548"/>
                  <a:pt x="2655615" y="2474044"/>
                </a:cubicBezTo>
                <a:cubicBezTo>
                  <a:pt x="2693863" y="2493541"/>
                  <a:pt x="2721694" y="2517725"/>
                  <a:pt x="2739107" y="2546598"/>
                </a:cubicBezTo>
                <a:cubicBezTo>
                  <a:pt x="2756520" y="2575471"/>
                  <a:pt x="2765226" y="2607766"/>
                  <a:pt x="2765226" y="2643485"/>
                </a:cubicBezTo>
                <a:cubicBezTo>
                  <a:pt x="2765226" y="2685454"/>
                  <a:pt x="2753618" y="2724150"/>
                  <a:pt x="2730400" y="2759571"/>
                </a:cubicBezTo>
                <a:cubicBezTo>
                  <a:pt x="2707184" y="2794992"/>
                  <a:pt x="2674739" y="2821855"/>
                  <a:pt x="2633067" y="2840161"/>
                </a:cubicBezTo>
                <a:cubicBezTo>
                  <a:pt x="2591395" y="2858467"/>
                  <a:pt x="2538859" y="2867620"/>
                  <a:pt x="2475458" y="2867620"/>
                </a:cubicBezTo>
                <a:cubicBezTo>
                  <a:pt x="2364134" y="2867620"/>
                  <a:pt x="2287042" y="2846189"/>
                  <a:pt x="2244179" y="2803326"/>
                </a:cubicBezTo>
                <a:cubicBezTo>
                  <a:pt x="2201316" y="2760464"/>
                  <a:pt x="2177058" y="2705993"/>
                  <a:pt x="2171402" y="2639913"/>
                </a:cubicBezTo>
                <a:lnTo>
                  <a:pt x="2363837" y="2627858"/>
                </a:lnTo>
                <a:cubicBezTo>
                  <a:pt x="2368004" y="2659112"/>
                  <a:pt x="2376487" y="2682924"/>
                  <a:pt x="2389287" y="2699296"/>
                </a:cubicBezTo>
                <a:cubicBezTo>
                  <a:pt x="2410122" y="2725787"/>
                  <a:pt x="2439888" y="2739033"/>
                  <a:pt x="2478584" y="2739033"/>
                </a:cubicBezTo>
                <a:cubicBezTo>
                  <a:pt x="2507456" y="2739033"/>
                  <a:pt x="2529706" y="2732261"/>
                  <a:pt x="2545333" y="2718718"/>
                </a:cubicBezTo>
                <a:cubicBezTo>
                  <a:pt x="2560960" y="2705174"/>
                  <a:pt x="2568773" y="2689473"/>
                  <a:pt x="2568773" y="2671613"/>
                </a:cubicBezTo>
                <a:cubicBezTo>
                  <a:pt x="2568773" y="2654647"/>
                  <a:pt x="2561332" y="2639467"/>
                  <a:pt x="2546449" y="2626072"/>
                </a:cubicBezTo>
                <a:cubicBezTo>
                  <a:pt x="2531566" y="2612678"/>
                  <a:pt x="2497038" y="2600027"/>
                  <a:pt x="2442865" y="2588121"/>
                </a:cubicBezTo>
                <a:cubicBezTo>
                  <a:pt x="2354163" y="2568178"/>
                  <a:pt x="2290911" y="2541687"/>
                  <a:pt x="2253109" y="2508647"/>
                </a:cubicBezTo>
                <a:cubicBezTo>
                  <a:pt x="2215009" y="2475607"/>
                  <a:pt x="2195959" y="2433488"/>
                  <a:pt x="2195959" y="2382292"/>
                </a:cubicBezTo>
                <a:cubicBezTo>
                  <a:pt x="2195959" y="2348656"/>
                  <a:pt x="2205707" y="2316882"/>
                  <a:pt x="2225204" y="2286967"/>
                </a:cubicBezTo>
                <a:cubicBezTo>
                  <a:pt x="2244700" y="2257053"/>
                  <a:pt x="2274019" y="2233538"/>
                  <a:pt x="2313161" y="2216423"/>
                </a:cubicBezTo>
                <a:cubicBezTo>
                  <a:pt x="2352303" y="2199308"/>
                  <a:pt x="2405955" y="2190750"/>
                  <a:pt x="2474118" y="2190750"/>
                </a:cubicBezTo>
                <a:close/>
                <a:moveTo>
                  <a:pt x="337988" y="2190750"/>
                </a:moveTo>
                <a:cubicBezTo>
                  <a:pt x="446633" y="2190750"/>
                  <a:pt x="530498" y="2219920"/>
                  <a:pt x="589582" y="2278261"/>
                </a:cubicBezTo>
                <a:cubicBezTo>
                  <a:pt x="648667" y="2336601"/>
                  <a:pt x="678210" y="2420094"/>
                  <a:pt x="678210" y="2528738"/>
                </a:cubicBezTo>
                <a:cubicBezTo>
                  <a:pt x="678210" y="2625477"/>
                  <a:pt x="654397" y="2702867"/>
                  <a:pt x="606772" y="2760910"/>
                </a:cubicBezTo>
                <a:cubicBezTo>
                  <a:pt x="632073" y="2778472"/>
                  <a:pt x="648593" y="2789485"/>
                  <a:pt x="656332" y="2793950"/>
                </a:cubicBezTo>
                <a:cubicBezTo>
                  <a:pt x="667940" y="2800499"/>
                  <a:pt x="683568" y="2808089"/>
                  <a:pt x="703213" y="2816721"/>
                </a:cubicBezTo>
                <a:lnTo>
                  <a:pt x="646956" y="2930128"/>
                </a:lnTo>
                <a:cubicBezTo>
                  <a:pt x="618679" y="2916436"/>
                  <a:pt x="590699" y="2900139"/>
                  <a:pt x="563017" y="2881238"/>
                </a:cubicBezTo>
                <a:cubicBezTo>
                  <a:pt x="535335" y="2862337"/>
                  <a:pt x="515987" y="2848124"/>
                  <a:pt x="504974" y="2838599"/>
                </a:cubicBezTo>
                <a:cubicBezTo>
                  <a:pt x="460325" y="2857946"/>
                  <a:pt x="404366" y="2867620"/>
                  <a:pt x="337096" y="2867620"/>
                </a:cubicBezTo>
                <a:cubicBezTo>
                  <a:pt x="237678" y="2867620"/>
                  <a:pt x="159246" y="2841724"/>
                  <a:pt x="101798" y="2789932"/>
                </a:cubicBezTo>
                <a:cubicBezTo>
                  <a:pt x="33933" y="2728615"/>
                  <a:pt x="0" y="2642443"/>
                  <a:pt x="0" y="2531417"/>
                </a:cubicBezTo>
                <a:cubicBezTo>
                  <a:pt x="0" y="2423666"/>
                  <a:pt x="29691" y="2339950"/>
                  <a:pt x="89073" y="2280270"/>
                </a:cubicBezTo>
                <a:cubicBezTo>
                  <a:pt x="148456" y="2220590"/>
                  <a:pt x="231428" y="2190750"/>
                  <a:pt x="337988" y="2190750"/>
                </a:cubicBezTo>
                <a:close/>
                <a:moveTo>
                  <a:pt x="4066505" y="1276201"/>
                </a:moveTo>
                <a:lnTo>
                  <a:pt x="3995012" y="1511498"/>
                </a:lnTo>
                <a:lnTo>
                  <a:pt x="4138752" y="1511498"/>
                </a:lnTo>
                <a:close/>
                <a:moveTo>
                  <a:pt x="1732880" y="1276201"/>
                </a:moveTo>
                <a:lnTo>
                  <a:pt x="1661387" y="1511498"/>
                </a:lnTo>
                <a:lnTo>
                  <a:pt x="1805127" y="1511498"/>
                </a:lnTo>
                <a:close/>
                <a:moveTo>
                  <a:pt x="5188595" y="1106537"/>
                </a:moveTo>
                <a:lnTo>
                  <a:pt x="5413260" y="1106537"/>
                </a:lnTo>
                <a:lnTo>
                  <a:pt x="5545133" y="1327351"/>
                </a:lnTo>
                <a:lnTo>
                  <a:pt x="5677279" y="1106537"/>
                </a:lnTo>
                <a:lnTo>
                  <a:pt x="5900737" y="1106537"/>
                </a:lnTo>
                <a:lnTo>
                  <a:pt x="5646241" y="1486942"/>
                </a:lnTo>
                <a:lnTo>
                  <a:pt x="5646241" y="1761083"/>
                </a:lnTo>
                <a:lnTo>
                  <a:pt x="5443537" y="1761083"/>
                </a:lnTo>
                <a:lnTo>
                  <a:pt x="5443537" y="1486942"/>
                </a:lnTo>
                <a:close/>
                <a:moveTo>
                  <a:pt x="4494014" y="1106537"/>
                </a:moveTo>
                <a:lnTo>
                  <a:pt x="4682877" y="1106537"/>
                </a:lnTo>
                <a:lnTo>
                  <a:pt x="4929336" y="1468664"/>
                </a:lnTo>
                <a:lnTo>
                  <a:pt x="4929336" y="1106537"/>
                </a:lnTo>
                <a:lnTo>
                  <a:pt x="5119985" y="1106537"/>
                </a:lnTo>
                <a:lnTo>
                  <a:pt x="5119985" y="1761083"/>
                </a:lnTo>
                <a:lnTo>
                  <a:pt x="4929336" y="1761083"/>
                </a:lnTo>
                <a:lnTo>
                  <a:pt x="4684216" y="1401691"/>
                </a:lnTo>
                <a:lnTo>
                  <a:pt x="4684216" y="1761083"/>
                </a:lnTo>
                <a:lnTo>
                  <a:pt x="4494014" y="1761083"/>
                </a:lnTo>
                <a:close/>
                <a:moveTo>
                  <a:pt x="3958679" y="1106537"/>
                </a:moveTo>
                <a:lnTo>
                  <a:pt x="4179298" y="1106537"/>
                </a:lnTo>
                <a:lnTo>
                  <a:pt x="4425255" y="1761083"/>
                </a:lnTo>
                <a:lnTo>
                  <a:pt x="4213454" y="1761083"/>
                </a:lnTo>
                <a:lnTo>
                  <a:pt x="4180707" y="1653034"/>
                </a:lnTo>
                <a:lnTo>
                  <a:pt x="3951082" y="1653034"/>
                </a:lnTo>
                <a:lnTo>
                  <a:pt x="3919179" y="1761083"/>
                </a:lnTo>
                <a:lnTo>
                  <a:pt x="3712666" y="1761083"/>
                </a:lnTo>
                <a:close/>
                <a:moveTo>
                  <a:pt x="2825353" y="1106537"/>
                </a:moveTo>
                <a:lnTo>
                  <a:pt x="3367385" y="1106537"/>
                </a:lnTo>
                <a:lnTo>
                  <a:pt x="3367385" y="1246286"/>
                </a:lnTo>
                <a:lnTo>
                  <a:pt x="3028057" y="1246286"/>
                </a:lnTo>
                <a:lnTo>
                  <a:pt x="3028057" y="1350317"/>
                </a:lnTo>
                <a:lnTo>
                  <a:pt x="3342828" y="1350317"/>
                </a:lnTo>
                <a:lnTo>
                  <a:pt x="3342828" y="1483816"/>
                </a:lnTo>
                <a:lnTo>
                  <a:pt x="3028057" y="1483816"/>
                </a:lnTo>
                <a:lnTo>
                  <a:pt x="3028057" y="1612850"/>
                </a:lnTo>
                <a:lnTo>
                  <a:pt x="3377207" y="1612850"/>
                </a:lnTo>
                <a:lnTo>
                  <a:pt x="3377207" y="1761083"/>
                </a:lnTo>
                <a:lnTo>
                  <a:pt x="2825353" y="1761083"/>
                </a:lnTo>
                <a:close/>
                <a:moveTo>
                  <a:pt x="2047131" y="1106537"/>
                </a:moveTo>
                <a:lnTo>
                  <a:pt x="2258562" y="1106537"/>
                </a:lnTo>
                <a:lnTo>
                  <a:pt x="2405881" y="1577578"/>
                </a:lnTo>
                <a:lnTo>
                  <a:pt x="2551316" y="1106537"/>
                </a:lnTo>
                <a:lnTo>
                  <a:pt x="2756594" y="1106537"/>
                </a:lnTo>
                <a:lnTo>
                  <a:pt x="2513553" y="1761083"/>
                </a:lnTo>
                <a:lnTo>
                  <a:pt x="2294329" y="1761083"/>
                </a:lnTo>
                <a:close/>
                <a:moveTo>
                  <a:pt x="1625054" y="1106537"/>
                </a:moveTo>
                <a:lnTo>
                  <a:pt x="1845673" y="1106537"/>
                </a:lnTo>
                <a:lnTo>
                  <a:pt x="2091630" y="1761083"/>
                </a:lnTo>
                <a:lnTo>
                  <a:pt x="1879829" y="1761083"/>
                </a:lnTo>
                <a:lnTo>
                  <a:pt x="1847082" y="1653034"/>
                </a:lnTo>
                <a:lnTo>
                  <a:pt x="1617457" y="1653034"/>
                </a:lnTo>
                <a:lnTo>
                  <a:pt x="1585554" y="1761083"/>
                </a:lnTo>
                <a:lnTo>
                  <a:pt x="1379041" y="1761083"/>
                </a:lnTo>
                <a:close/>
                <a:moveTo>
                  <a:pt x="683568" y="1106537"/>
                </a:moveTo>
                <a:lnTo>
                  <a:pt x="885825" y="1106537"/>
                </a:lnTo>
                <a:lnTo>
                  <a:pt x="885825" y="1335583"/>
                </a:lnTo>
                <a:lnTo>
                  <a:pt x="1106835" y="1335583"/>
                </a:lnTo>
                <a:lnTo>
                  <a:pt x="1106835" y="1106537"/>
                </a:lnTo>
                <a:lnTo>
                  <a:pt x="1309985" y="1106537"/>
                </a:lnTo>
                <a:lnTo>
                  <a:pt x="1309985" y="1761083"/>
                </a:lnTo>
                <a:lnTo>
                  <a:pt x="1106835" y="1761083"/>
                </a:lnTo>
                <a:lnTo>
                  <a:pt x="1106835" y="1496318"/>
                </a:lnTo>
                <a:lnTo>
                  <a:pt x="885825" y="1496318"/>
                </a:lnTo>
                <a:lnTo>
                  <a:pt x="885825" y="1761083"/>
                </a:lnTo>
                <a:lnTo>
                  <a:pt x="683568" y="1761083"/>
                </a:lnTo>
                <a:close/>
                <a:moveTo>
                  <a:pt x="1544836" y="159395"/>
                </a:moveTo>
                <a:lnTo>
                  <a:pt x="1544836" y="517029"/>
                </a:lnTo>
                <a:lnTo>
                  <a:pt x="1594395" y="517029"/>
                </a:lnTo>
                <a:cubicBezTo>
                  <a:pt x="1636663" y="517029"/>
                  <a:pt x="1666726" y="512341"/>
                  <a:pt x="1684585" y="502965"/>
                </a:cubicBezTo>
                <a:cubicBezTo>
                  <a:pt x="1702445" y="493588"/>
                  <a:pt x="1716435" y="477217"/>
                  <a:pt x="1726555" y="453851"/>
                </a:cubicBezTo>
                <a:cubicBezTo>
                  <a:pt x="1736675" y="430485"/>
                  <a:pt x="1741735" y="392608"/>
                  <a:pt x="1741735" y="340221"/>
                </a:cubicBezTo>
                <a:cubicBezTo>
                  <a:pt x="1741735" y="270867"/>
                  <a:pt x="1730424" y="223391"/>
                  <a:pt x="1707802" y="197792"/>
                </a:cubicBezTo>
                <a:cubicBezTo>
                  <a:pt x="1685181" y="172194"/>
                  <a:pt x="1647676" y="159395"/>
                  <a:pt x="1595288" y="159395"/>
                </a:cubicBezTo>
                <a:close/>
                <a:moveTo>
                  <a:pt x="4090392" y="153144"/>
                </a:moveTo>
                <a:cubicBezTo>
                  <a:pt x="4049613" y="153144"/>
                  <a:pt x="4016871" y="167580"/>
                  <a:pt x="3992165" y="196453"/>
                </a:cubicBezTo>
                <a:cubicBezTo>
                  <a:pt x="3967460" y="225325"/>
                  <a:pt x="3955107" y="273099"/>
                  <a:pt x="3955107" y="339774"/>
                </a:cubicBezTo>
                <a:cubicBezTo>
                  <a:pt x="3955107" y="405854"/>
                  <a:pt x="3967385" y="453330"/>
                  <a:pt x="3991942" y="482203"/>
                </a:cubicBezTo>
                <a:cubicBezTo>
                  <a:pt x="4016499" y="511076"/>
                  <a:pt x="4049911" y="525512"/>
                  <a:pt x="4092178" y="525512"/>
                </a:cubicBezTo>
                <a:cubicBezTo>
                  <a:pt x="4135636" y="525512"/>
                  <a:pt x="4169271" y="511373"/>
                  <a:pt x="4193083" y="483096"/>
                </a:cubicBezTo>
                <a:cubicBezTo>
                  <a:pt x="4216896" y="454818"/>
                  <a:pt x="4228802" y="404068"/>
                  <a:pt x="4228802" y="330845"/>
                </a:cubicBezTo>
                <a:cubicBezTo>
                  <a:pt x="4228802" y="269230"/>
                  <a:pt x="4216375" y="224209"/>
                  <a:pt x="4191521" y="195783"/>
                </a:cubicBezTo>
                <a:cubicBezTo>
                  <a:pt x="4166666" y="167357"/>
                  <a:pt x="4132957" y="153144"/>
                  <a:pt x="4090392" y="153144"/>
                </a:cubicBezTo>
                <a:close/>
                <a:moveTo>
                  <a:pt x="2366367" y="153144"/>
                </a:moveTo>
                <a:cubicBezTo>
                  <a:pt x="2325588" y="153144"/>
                  <a:pt x="2292846" y="167580"/>
                  <a:pt x="2268140" y="196453"/>
                </a:cubicBezTo>
                <a:cubicBezTo>
                  <a:pt x="2243435" y="225325"/>
                  <a:pt x="2231082" y="273099"/>
                  <a:pt x="2231082" y="339774"/>
                </a:cubicBezTo>
                <a:cubicBezTo>
                  <a:pt x="2231082" y="405854"/>
                  <a:pt x="2243361" y="453330"/>
                  <a:pt x="2267918" y="482203"/>
                </a:cubicBezTo>
                <a:cubicBezTo>
                  <a:pt x="2292474" y="511076"/>
                  <a:pt x="2325886" y="525512"/>
                  <a:pt x="2368153" y="525512"/>
                </a:cubicBezTo>
                <a:cubicBezTo>
                  <a:pt x="2411611" y="525512"/>
                  <a:pt x="2445246" y="511373"/>
                  <a:pt x="2469059" y="483096"/>
                </a:cubicBezTo>
                <a:cubicBezTo>
                  <a:pt x="2492871" y="454818"/>
                  <a:pt x="2504777" y="404068"/>
                  <a:pt x="2504777" y="330845"/>
                </a:cubicBezTo>
                <a:cubicBezTo>
                  <a:pt x="2504777" y="269230"/>
                  <a:pt x="2492350" y="224209"/>
                  <a:pt x="2467496" y="195783"/>
                </a:cubicBezTo>
                <a:cubicBezTo>
                  <a:pt x="2442641" y="167357"/>
                  <a:pt x="2408932" y="153144"/>
                  <a:pt x="2366367" y="153144"/>
                </a:cubicBezTo>
                <a:close/>
                <a:moveTo>
                  <a:pt x="4540746" y="11162"/>
                </a:moveTo>
                <a:lnTo>
                  <a:pt x="4742557" y="11162"/>
                </a:lnTo>
                <a:lnTo>
                  <a:pt x="4742557" y="410417"/>
                </a:lnTo>
                <a:cubicBezTo>
                  <a:pt x="4742557" y="446107"/>
                  <a:pt x="4752454" y="473989"/>
                  <a:pt x="4772248" y="494063"/>
                </a:cubicBezTo>
                <a:cubicBezTo>
                  <a:pt x="4792042" y="514136"/>
                  <a:pt x="4819501" y="524172"/>
                  <a:pt x="4854624" y="524172"/>
                </a:cubicBezTo>
                <a:cubicBezTo>
                  <a:pt x="4889450" y="524172"/>
                  <a:pt x="4916760" y="514283"/>
                  <a:pt x="4936554" y="494506"/>
                </a:cubicBezTo>
                <a:cubicBezTo>
                  <a:pt x="4956348" y="474728"/>
                  <a:pt x="4966245" y="446698"/>
                  <a:pt x="4966245" y="410417"/>
                </a:cubicBezTo>
                <a:lnTo>
                  <a:pt x="4966245" y="11162"/>
                </a:lnTo>
                <a:lnTo>
                  <a:pt x="5168056" y="11162"/>
                </a:lnTo>
                <a:lnTo>
                  <a:pt x="5168056" y="401131"/>
                </a:lnTo>
                <a:cubicBezTo>
                  <a:pt x="5168056" y="439798"/>
                  <a:pt x="5162029" y="476310"/>
                  <a:pt x="5149974" y="510666"/>
                </a:cubicBezTo>
                <a:cubicBezTo>
                  <a:pt x="5137919" y="545022"/>
                  <a:pt x="5119018" y="575066"/>
                  <a:pt x="5093270" y="600797"/>
                </a:cubicBezTo>
                <a:cubicBezTo>
                  <a:pt x="5067523" y="626528"/>
                  <a:pt x="5040511" y="644598"/>
                  <a:pt x="5012233" y="655006"/>
                </a:cubicBezTo>
                <a:cubicBezTo>
                  <a:pt x="4972943" y="669582"/>
                  <a:pt x="4925764" y="676870"/>
                  <a:pt x="4870698" y="676870"/>
                </a:cubicBezTo>
                <a:cubicBezTo>
                  <a:pt x="4838849" y="676870"/>
                  <a:pt x="4804097" y="674639"/>
                  <a:pt x="4766444" y="670176"/>
                </a:cubicBezTo>
                <a:cubicBezTo>
                  <a:pt x="4728790" y="665714"/>
                  <a:pt x="4697313" y="656864"/>
                  <a:pt x="4672012" y="643628"/>
                </a:cubicBezTo>
                <a:cubicBezTo>
                  <a:pt x="4646712" y="630391"/>
                  <a:pt x="4623569" y="611578"/>
                  <a:pt x="4602584" y="587186"/>
                </a:cubicBezTo>
                <a:cubicBezTo>
                  <a:pt x="4581599" y="562794"/>
                  <a:pt x="4567237" y="537660"/>
                  <a:pt x="4559498" y="511782"/>
                </a:cubicBezTo>
                <a:cubicBezTo>
                  <a:pt x="4546997" y="470138"/>
                  <a:pt x="4540746" y="433255"/>
                  <a:pt x="4540746" y="401131"/>
                </a:cubicBezTo>
                <a:close/>
                <a:moveTo>
                  <a:pt x="3054995" y="11162"/>
                </a:moveTo>
                <a:lnTo>
                  <a:pt x="3279660" y="11162"/>
                </a:lnTo>
                <a:lnTo>
                  <a:pt x="3411533" y="231976"/>
                </a:lnTo>
                <a:lnTo>
                  <a:pt x="3543679" y="11162"/>
                </a:lnTo>
                <a:lnTo>
                  <a:pt x="3767137" y="11162"/>
                </a:lnTo>
                <a:lnTo>
                  <a:pt x="3512641" y="391567"/>
                </a:lnTo>
                <a:lnTo>
                  <a:pt x="3512641" y="665708"/>
                </a:lnTo>
                <a:lnTo>
                  <a:pt x="3309937" y="665708"/>
                </a:lnTo>
                <a:lnTo>
                  <a:pt x="3309937" y="391567"/>
                </a:lnTo>
                <a:close/>
                <a:moveTo>
                  <a:pt x="1342578" y="11162"/>
                </a:moveTo>
                <a:lnTo>
                  <a:pt x="1643062" y="11162"/>
                </a:lnTo>
                <a:cubicBezTo>
                  <a:pt x="1702296" y="11162"/>
                  <a:pt x="1750144" y="19199"/>
                  <a:pt x="1786607" y="35272"/>
                </a:cubicBezTo>
                <a:cubicBezTo>
                  <a:pt x="1823070" y="51346"/>
                  <a:pt x="1853208" y="74414"/>
                  <a:pt x="1877020" y="104477"/>
                </a:cubicBezTo>
                <a:cubicBezTo>
                  <a:pt x="1900833" y="134540"/>
                  <a:pt x="1918097" y="169515"/>
                  <a:pt x="1928812" y="209401"/>
                </a:cubicBezTo>
                <a:cubicBezTo>
                  <a:pt x="1939528" y="249287"/>
                  <a:pt x="1944886" y="291554"/>
                  <a:pt x="1944886" y="336202"/>
                </a:cubicBezTo>
                <a:cubicBezTo>
                  <a:pt x="1944886" y="406152"/>
                  <a:pt x="1936923" y="460400"/>
                  <a:pt x="1920999" y="498946"/>
                </a:cubicBezTo>
                <a:cubicBezTo>
                  <a:pt x="1905074" y="537493"/>
                  <a:pt x="1882973" y="569788"/>
                  <a:pt x="1854696" y="595833"/>
                </a:cubicBezTo>
                <a:cubicBezTo>
                  <a:pt x="1826419" y="621878"/>
                  <a:pt x="1796058" y="639216"/>
                  <a:pt x="1763613" y="647848"/>
                </a:cubicBezTo>
                <a:cubicBezTo>
                  <a:pt x="1719262" y="659755"/>
                  <a:pt x="1679079" y="665708"/>
                  <a:pt x="1643062" y="665708"/>
                </a:cubicBezTo>
                <a:lnTo>
                  <a:pt x="1342578" y="665708"/>
                </a:lnTo>
                <a:close/>
                <a:moveTo>
                  <a:pt x="4090838" y="0"/>
                </a:moveTo>
                <a:cubicBezTo>
                  <a:pt x="4199781" y="0"/>
                  <a:pt x="4283720" y="29244"/>
                  <a:pt x="4342656" y="87734"/>
                </a:cubicBezTo>
                <a:cubicBezTo>
                  <a:pt x="4401592" y="146223"/>
                  <a:pt x="4431060" y="228153"/>
                  <a:pt x="4431060" y="333524"/>
                </a:cubicBezTo>
                <a:cubicBezTo>
                  <a:pt x="4431060" y="410021"/>
                  <a:pt x="4418186" y="472752"/>
                  <a:pt x="4392439" y="521717"/>
                </a:cubicBezTo>
                <a:cubicBezTo>
                  <a:pt x="4366691" y="570681"/>
                  <a:pt x="4329484" y="608781"/>
                  <a:pt x="4280818" y="636017"/>
                </a:cubicBezTo>
                <a:cubicBezTo>
                  <a:pt x="4232151" y="663252"/>
                  <a:pt x="4171503" y="676870"/>
                  <a:pt x="4098875" y="676870"/>
                </a:cubicBezTo>
                <a:cubicBezTo>
                  <a:pt x="4025056" y="676870"/>
                  <a:pt x="3963962" y="665113"/>
                  <a:pt x="3915593" y="641598"/>
                </a:cubicBezTo>
                <a:cubicBezTo>
                  <a:pt x="3867224" y="618083"/>
                  <a:pt x="3828008" y="580876"/>
                  <a:pt x="3797945" y="529977"/>
                </a:cubicBezTo>
                <a:cubicBezTo>
                  <a:pt x="3767881" y="479077"/>
                  <a:pt x="3752850" y="415379"/>
                  <a:pt x="3752850" y="338881"/>
                </a:cubicBezTo>
                <a:cubicBezTo>
                  <a:pt x="3752850" y="232023"/>
                  <a:pt x="3782615" y="148828"/>
                  <a:pt x="3842147" y="89297"/>
                </a:cubicBezTo>
                <a:cubicBezTo>
                  <a:pt x="3901678" y="29765"/>
                  <a:pt x="3984575" y="0"/>
                  <a:pt x="4090838" y="0"/>
                </a:cubicBezTo>
                <a:close/>
                <a:moveTo>
                  <a:pt x="2366814" y="0"/>
                </a:moveTo>
                <a:cubicBezTo>
                  <a:pt x="2475756" y="0"/>
                  <a:pt x="2559695" y="29244"/>
                  <a:pt x="2618631" y="87734"/>
                </a:cubicBezTo>
                <a:cubicBezTo>
                  <a:pt x="2677567" y="146223"/>
                  <a:pt x="2707034" y="228153"/>
                  <a:pt x="2707034" y="333524"/>
                </a:cubicBezTo>
                <a:cubicBezTo>
                  <a:pt x="2707034" y="410021"/>
                  <a:pt x="2694161" y="472752"/>
                  <a:pt x="2668414" y="521717"/>
                </a:cubicBezTo>
                <a:cubicBezTo>
                  <a:pt x="2642666" y="570681"/>
                  <a:pt x="2605459" y="608781"/>
                  <a:pt x="2556793" y="636017"/>
                </a:cubicBezTo>
                <a:cubicBezTo>
                  <a:pt x="2508126" y="663252"/>
                  <a:pt x="2447478" y="676870"/>
                  <a:pt x="2374850" y="676870"/>
                </a:cubicBezTo>
                <a:cubicBezTo>
                  <a:pt x="2301032" y="676870"/>
                  <a:pt x="2239938" y="665113"/>
                  <a:pt x="2191568" y="641598"/>
                </a:cubicBezTo>
                <a:cubicBezTo>
                  <a:pt x="2143199" y="618083"/>
                  <a:pt x="2103983" y="580876"/>
                  <a:pt x="2073920" y="529977"/>
                </a:cubicBezTo>
                <a:cubicBezTo>
                  <a:pt x="2043857" y="479077"/>
                  <a:pt x="2028825" y="415379"/>
                  <a:pt x="2028825" y="338881"/>
                </a:cubicBezTo>
                <a:cubicBezTo>
                  <a:pt x="2028825" y="232023"/>
                  <a:pt x="2058591" y="148828"/>
                  <a:pt x="2118122" y="89297"/>
                </a:cubicBezTo>
                <a:cubicBezTo>
                  <a:pt x="2177653" y="29765"/>
                  <a:pt x="2260550" y="0"/>
                  <a:pt x="23668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60377416"/>
      </p:ext>
    </p:extLst>
  </p:cSld>
  <p:clrMapOvr>
    <a:masterClrMapping/>
  </p:clrMapOvr>
  <p:transition spd="slow"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514475" y="1714500"/>
            <a:ext cx="2914650" cy="1905000"/>
          </a:xfrm>
          <a:custGeom>
            <a:avLst/>
            <a:gdLst>
              <a:gd name="connsiteX0" fmla="*/ 0 w 2914650"/>
              <a:gd name="connsiteY0" fmla="*/ 0 h 1905000"/>
              <a:gd name="connsiteX1" fmla="*/ 2914650 w 2914650"/>
              <a:gd name="connsiteY1" fmla="*/ 0 h 1905000"/>
              <a:gd name="connsiteX2" fmla="*/ 2914650 w 2914650"/>
              <a:gd name="connsiteY2" fmla="*/ 1905000 h 1905000"/>
              <a:gd name="connsiteX3" fmla="*/ 0 w 291465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650" h="1905000">
                <a:moveTo>
                  <a:pt x="0" y="0"/>
                </a:moveTo>
                <a:lnTo>
                  <a:pt x="2914650" y="0"/>
                </a:lnTo>
                <a:lnTo>
                  <a:pt x="2914650" y="1905000"/>
                </a:lnTo>
                <a:lnTo>
                  <a:pt x="0" y="1905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7762875" y="3924300"/>
            <a:ext cx="2914650" cy="1905000"/>
          </a:xfrm>
          <a:custGeom>
            <a:avLst/>
            <a:gdLst>
              <a:gd name="connsiteX0" fmla="*/ 0 w 2914650"/>
              <a:gd name="connsiteY0" fmla="*/ 0 h 1905000"/>
              <a:gd name="connsiteX1" fmla="*/ 2914650 w 2914650"/>
              <a:gd name="connsiteY1" fmla="*/ 0 h 1905000"/>
              <a:gd name="connsiteX2" fmla="*/ 2914650 w 2914650"/>
              <a:gd name="connsiteY2" fmla="*/ 1905000 h 1905000"/>
              <a:gd name="connsiteX3" fmla="*/ 0 w 291465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650" h="1905000">
                <a:moveTo>
                  <a:pt x="0" y="0"/>
                </a:moveTo>
                <a:lnTo>
                  <a:pt x="2914650" y="0"/>
                </a:lnTo>
                <a:lnTo>
                  <a:pt x="2914650" y="1905000"/>
                </a:lnTo>
                <a:lnTo>
                  <a:pt x="0" y="1905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4142275"/>
      </p:ext>
    </p:extLst>
  </p:cSld>
  <p:clrMapOvr>
    <a:masterClrMapping/>
  </p:clrMapOvr>
  <p:transition spd="slow"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2097900" y="1343710"/>
            <a:ext cx="7996200" cy="824936"/>
          </a:xfrm>
          <a:custGeom>
            <a:avLst/>
            <a:gdLst>
              <a:gd name="connsiteX0" fmla="*/ 3818616 w 7996200"/>
              <a:gd name="connsiteY0" fmla="*/ 220382 h 824936"/>
              <a:gd name="connsiteX1" fmla="*/ 3731484 w 7996200"/>
              <a:gd name="connsiteY1" fmla="*/ 507151 h 824936"/>
              <a:gd name="connsiteX2" fmla="*/ 3906666 w 7996200"/>
              <a:gd name="connsiteY2" fmla="*/ 507151 h 824936"/>
              <a:gd name="connsiteX3" fmla="*/ 1275978 w 7996200"/>
              <a:gd name="connsiteY3" fmla="*/ 186644 h 824936"/>
              <a:gd name="connsiteX4" fmla="*/ 1156265 w 7996200"/>
              <a:gd name="connsiteY4" fmla="*/ 239427 h 824936"/>
              <a:gd name="connsiteX5" fmla="*/ 1111099 w 7996200"/>
              <a:gd name="connsiteY5" fmla="*/ 414100 h 824936"/>
              <a:gd name="connsiteX6" fmla="*/ 1155992 w 7996200"/>
              <a:gd name="connsiteY6" fmla="*/ 587685 h 824936"/>
              <a:gd name="connsiteX7" fmla="*/ 1278155 w 7996200"/>
              <a:gd name="connsiteY7" fmla="*/ 640468 h 824936"/>
              <a:gd name="connsiteX8" fmla="*/ 1401133 w 7996200"/>
              <a:gd name="connsiteY8" fmla="*/ 588774 h 824936"/>
              <a:gd name="connsiteX9" fmla="*/ 1444665 w 7996200"/>
              <a:gd name="connsiteY9" fmla="*/ 403217 h 824936"/>
              <a:gd name="connsiteX10" fmla="*/ 1399229 w 7996200"/>
              <a:gd name="connsiteY10" fmla="*/ 238611 h 824936"/>
              <a:gd name="connsiteX11" fmla="*/ 1275978 w 7996200"/>
              <a:gd name="connsiteY11" fmla="*/ 186644 h 824936"/>
              <a:gd name="connsiteX12" fmla="*/ 6392084 w 7996200"/>
              <a:gd name="connsiteY12" fmla="*/ 13604 h 824936"/>
              <a:gd name="connsiteX13" fmla="*/ 6638041 w 7996200"/>
              <a:gd name="connsiteY13" fmla="*/ 13604 h 824936"/>
              <a:gd name="connsiteX14" fmla="*/ 6638041 w 7996200"/>
              <a:gd name="connsiteY14" fmla="*/ 500196 h 824936"/>
              <a:gd name="connsiteX15" fmla="*/ 6674227 w 7996200"/>
              <a:gd name="connsiteY15" fmla="*/ 602139 h 824936"/>
              <a:gd name="connsiteX16" fmla="*/ 6774624 w 7996200"/>
              <a:gd name="connsiteY16" fmla="*/ 638836 h 824936"/>
              <a:gd name="connsiteX17" fmla="*/ 6874476 w 7996200"/>
              <a:gd name="connsiteY17" fmla="*/ 602679 h 824936"/>
              <a:gd name="connsiteX18" fmla="*/ 6910662 w 7996200"/>
              <a:gd name="connsiteY18" fmla="*/ 500196 h 824936"/>
              <a:gd name="connsiteX19" fmla="*/ 6910662 w 7996200"/>
              <a:gd name="connsiteY19" fmla="*/ 13604 h 824936"/>
              <a:gd name="connsiteX20" fmla="*/ 7156618 w 7996200"/>
              <a:gd name="connsiteY20" fmla="*/ 13604 h 824936"/>
              <a:gd name="connsiteX21" fmla="*/ 7156618 w 7996200"/>
              <a:gd name="connsiteY21" fmla="*/ 488879 h 824936"/>
              <a:gd name="connsiteX22" fmla="*/ 7134580 w 7996200"/>
              <a:gd name="connsiteY22" fmla="*/ 622375 h 824936"/>
              <a:gd name="connsiteX23" fmla="*/ 7065473 w 7996200"/>
              <a:gd name="connsiteY23" fmla="*/ 732222 h 824936"/>
              <a:gd name="connsiteX24" fmla="*/ 6966709 w 7996200"/>
              <a:gd name="connsiteY24" fmla="*/ 798290 h 824936"/>
              <a:gd name="connsiteX25" fmla="*/ 6794213 w 7996200"/>
              <a:gd name="connsiteY25" fmla="*/ 824936 h 824936"/>
              <a:gd name="connsiteX26" fmla="*/ 6667153 w 7996200"/>
              <a:gd name="connsiteY26" fmla="*/ 816778 h 824936"/>
              <a:gd name="connsiteX27" fmla="*/ 6552065 w 7996200"/>
              <a:gd name="connsiteY27" fmla="*/ 784422 h 824936"/>
              <a:gd name="connsiteX28" fmla="*/ 6467449 w 7996200"/>
              <a:gd name="connsiteY28" fmla="*/ 715633 h 824936"/>
              <a:gd name="connsiteX29" fmla="*/ 6414938 w 7996200"/>
              <a:gd name="connsiteY29" fmla="*/ 623735 h 824936"/>
              <a:gd name="connsiteX30" fmla="*/ 6392084 w 7996200"/>
              <a:gd name="connsiteY30" fmla="*/ 488879 h 824936"/>
              <a:gd name="connsiteX31" fmla="*/ 5125817 w 7996200"/>
              <a:gd name="connsiteY31" fmla="*/ 13604 h 824936"/>
              <a:gd name="connsiteX32" fmla="*/ 5875116 w 7996200"/>
              <a:gd name="connsiteY32" fmla="*/ 13604 h 824936"/>
              <a:gd name="connsiteX33" fmla="*/ 5875116 w 7996200"/>
              <a:gd name="connsiteY33" fmla="*/ 210587 h 824936"/>
              <a:gd name="connsiteX34" fmla="*/ 5623717 w 7996200"/>
              <a:gd name="connsiteY34" fmla="*/ 210587 h 824936"/>
              <a:gd name="connsiteX35" fmla="*/ 5623717 w 7996200"/>
              <a:gd name="connsiteY35" fmla="*/ 811332 h 824936"/>
              <a:gd name="connsiteX36" fmla="*/ 5377216 w 7996200"/>
              <a:gd name="connsiteY36" fmla="*/ 811332 h 824936"/>
              <a:gd name="connsiteX37" fmla="*/ 5377216 w 7996200"/>
              <a:gd name="connsiteY37" fmla="*/ 210587 h 824936"/>
              <a:gd name="connsiteX38" fmla="*/ 5125817 w 7996200"/>
              <a:gd name="connsiteY38" fmla="*/ 210587 h 824936"/>
              <a:gd name="connsiteX39" fmla="*/ 3687203 w 7996200"/>
              <a:gd name="connsiteY39" fmla="*/ 13604 h 824936"/>
              <a:gd name="connsiteX40" fmla="*/ 3956083 w 7996200"/>
              <a:gd name="connsiteY40" fmla="*/ 13604 h 824936"/>
              <a:gd name="connsiteX41" fmla="*/ 4255843 w 7996200"/>
              <a:gd name="connsiteY41" fmla="*/ 811332 h 824936"/>
              <a:gd name="connsiteX42" fmla="*/ 3997710 w 7996200"/>
              <a:gd name="connsiteY42" fmla="*/ 811332 h 824936"/>
              <a:gd name="connsiteX43" fmla="*/ 3957800 w 7996200"/>
              <a:gd name="connsiteY43" fmla="*/ 679647 h 824936"/>
              <a:gd name="connsiteX44" fmla="*/ 3677944 w 7996200"/>
              <a:gd name="connsiteY44" fmla="*/ 679647 h 824936"/>
              <a:gd name="connsiteX45" fmla="*/ 3639062 w 7996200"/>
              <a:gd name="connsiteY45" fmla="*/ 811332 h 824936"/>
              <a:gd name="connsiteX46" fmla="*/ 3387375 w 7996200"/>
              <a:gd name="connsiteY46" fmla="*/ 811332 h 824936"/>
              <a:gd name="connsiteX47" fmla="*/ 2687417 w 7996200"/>
              <a:gd name="connsiteY47" fmla="*/ 13604 h 824936"/>
              <a:gd name="connsiteX48" fmla="*/ 3436716 w 7996200"/>
              <a:gd name="connsiteY48" fmla="*/ 13604 h 824936"/>
              <a:gd name="connsiteX49" fmla="*/ 3436716 w 7996200"/>
              <a:gd name="connsiteY49" fmla="*/ 210587 h 824936"/>
              <a:gd name="connsiteX50" fmla="*/ 3185317 w 7996200"/>
              <a:gd name="connsiteY50" fmla="*/ 210587 h 824936"/>
              <a:gd name="connsiteX51" fmla="*/ 3185317 w 7996200"/>
              <a:gd name="connsiteY51" fmla="*/ 811332 h 824936"/>
              <a:gd name="connsiteX52" fmla="*/ 2938816 w 7996200"/>
              <a:gd name="connsiteY52" fmla="*/ 811332 h 824936"/>
              <a:gd name="connsiteX53" fmla="*/ 2938816 w 7996200"/>
              <a:gd name="connsiteY53" fmla="*/ 210587 h 824936"/>
              <a:gd name="connsiteX54" fmla="*/ 2687417 w 7996200"/>
              <a:gd name="connsiteY54" fmla="*/ 210587 h 824936"/>
              <a:gd name="connsiteX55" fmla="*/ 1821173 w 7996200"/>
              <a:gd name="connsiteY55" fmla="*/ 13604 h 824936"/>
              <a:gd name="connsiteX56" fmla="*/ 2051349 w 7996200"/>
              <a:gd name="connsiteY56" fmla="*/ 13604 h 824936"/>
              <a:gd name="connsiteX57" fmla="*/ 2351721 w 7996200"/>
              <a:gd name="connsiteY57" fmla="*/ 454946 h 824936"/>
              <a:gd name="connsiteX58" fmla="*/ 2351721 w 7996200"/>
              <a:gd name="connsiteY58" fmla="*/ 13604 h 824936"/>
              <a:gd name="connsiteX59" fmla="*/ 2584075 w 7996200"/>
              <a:gd name="connsiteY59" fmla="*/ 13604 h 824936"/>
              <a:gd name="connsiteX60" fmla="*/ 2584075 w 7996200"/>
              <a:gd name="connsiteY60" fmla="*/ 811332 h 824936"/>
              <a:gd name="connsiteX61" fmla="*/ 2351721 w 7996200"/>
              <a:gd name="connsiteY61" fmla="*/ 811332 h 824936"/>
              <a:gd name="connsiteX62" fmla="*/ 2052982 w 7996200"/>
              <a:gd name="connsiteY62" fmla="*/ 373323 h 824936"/>
              <a:gd name="connsiteX63" fmla="*/ 2052982 w 7996200"/>
              <a:gd name="connsiteY63" fmla="*/ 811332 h 824936"/>
              <a:gd name="connsiteX64" fmla="*/ 1821173 w 7996200"/>
              <a:gd name="connsiteY64" fmla="*/ 811332 h 824936"/>
              <a:gd name="connsiteX65" fmla="*/ 7641412 w 7996200"/>
              <a:gd name="connsiteY65" fmla="*/ 0 h 824936"/>
              <a:gd name="connsiteX66" fmla="*/ 7874582 w 7996200"/>
              <a:gd name="connsiteY66" fmla="*/ 56864 h 824936"/>
              <a:gd name="connsiteX67" fmla="*/ 7970080 w 7996200"/>
              <a:gd name="connsiteY67" fmla="*/ 237795 h 824936"/>
              <a:gd name="connsiteX68" fmla="*/ 7737728 w 7996200"/>
              <a:gd name="connsiteY68" fmla="*/ 251399 h 824936"/>
              <a:gd name="connsiteX69" fmla="*/ 7698820 w 7996200"/>
              <a:gd name="connsiteY69" fmla="*/ 173041 h 824936"/>
              <a:gd name="connsiteX70" fmla="*/ 7616926 w 7996200"/>
              <a:gd name="connsiteY70" fmla="*/ 148554 h 824936"/>
              <a:gd name="connsiteX71" fmla="*/ 7552171 w 7996200"/>
              <a:gd name="connsiteY71" fmla="*/ 166783 h 824936"/>
              <a:gd name="connsiteX72" fmla="*/ 7530405 w 7996200"/>
              <a:gd name="connsiteY72" fmla="*/ 211131 h 824936"/>
              <a:gd name="connsiteX73" fmla="*/ 7548362 w 7996200"/>
              <a:gd name="connsiteY73" fmla="*/ 245413 h 824936"/>
              <a:gd name="connsiteX74" fmla="*/ 7631074 w 7996200"/>
              <a:gd name="connsiteY74" fmla="*/ 274797 h 824936"/>
              <a:gd name="connsiteX75" fmla="*/ 7862610 w 7996200"/>
              <a:gd name="connsiteY75" fmla="*/ 345265 h 824936"/>
              <a:gd name="connsiteX76" fmla="*/ 7964367 w 7996200"/>
              <a:gd name="connsiteY76" fmla="*/ 433690 h 824936"/>
              <a:gd name="connsiteX77" fmla="*/ 7996200 w 7996200"/>
              <a:gd name="connsiteY77" fmla="*/ 551771 h 824936"/>
              <a:gd name="connsiteX78" fmla="*/ 7953756 w 7996200"/>
              <a:gd name="connsiteY78" fmla="*/ 693251 h 824936"/>
              <a:gd name="connsiteX79" fmla="*/ 7835130 w 7996200"/>
              <a:gd name="connsiteY79" fmla="*/ 791471 h 824936"/>
              <a:gd name="connsiteX80" fmla="*/ 7643044 w 7996200"/>
              <a:gd name="connsiteY80" fmla="*/ 824936 h 824936"/>
              <a:gd name="connsiteX81" fmla="*/ 7361174 w 7996200"/>
              <a:gd name="connsiteY81" fmla="*/ 746578 h 824936"/>
              <a:gd name="connsiteX82" fmla="*/ 7272476 w 7996200"/>
              <a:gd name="connsiteY82" fmla="*/ 547418 h 824936"/>
              <a:gd name="connsiteX83" fmla="*/ 7507006 w 7996200"/>
              <a:gd name="connsiteY83" fmla="*/ 532726 h 824936"/>
              <a:gd name="connsiteX84" fmla="*/ 7538023 w 7996200"/>
              <a:gd name="connsiteY84" fmla="*/ 619790 h 824936"/>
              <a:gd name="connsiteX85" fmla="*/ 7646854 w 7996200"/>
              <a:gd name="connsiteY85" fmla="*/ 668220 h 824936"/>
              <a:gd name="connsiteX86" fmla="*/ 7728204 w 7996200"/>
              <a:gd name="connsiteY86" fmla="*/ 643461 h 824936"/>
              <a:gd name="connsiteX87" fmla="*/ 7756772 w 7996200"/>
              <a:gd name="connsiteY87" fmla="*/ 586053 h 824936"/>
              <a:gd name="connsiteX88" fmla="*/ 7729565 w 7996200"/>
              <a:gd name="connsiteY88" fmla="*/ 530549 h 824936"/>
              <a:gd name="connsiteX89" fmla="*/ 7603322 w 7996200"/>
              <a:gd name="connsiteY89" fmla="*/ 484296 h 824936"/>
              <a:gd name="connsiteX90" fmla="*/ 7372056 w 7996200"/>
              <a:gd name="connsiteY90" fmla="*/ 387437 h 824936"/>
              <a:gd name="connsiteX91" fmla="*/ 7302405 w 7996200"/>
              <a:gd name="connsiteY91" fmla="*/ 233442 h 824936"/>
              <a:gd name="connsiteX92" fmla="*/ 7338047 w 7996200"/>
              <a:gd name="connsiteY92" fmla="*/ 117265 h 824936"/>
              <a:gd name="connsiteX93" fmla="*/ 7445245 w 7996200"/>
              <a:gd name="connsiteY93" fmla="*/ 31289 h 824936"/>
              <a:gd name="connsiteX94" fmla="*/ 7641412 w 7996200"/>
              <a:gd name="connsiteY94" fmla="*/ 0 h 824936"/>
              <a:gd name="connsiteX95" fmla="*/ 4689467 w 7996200"/>
              <a:gd name="connsiteY95" fmla="*/ 0 h 824936"/>
              <a:gd name="connsiteX96" fmla="*/ 4926446 w 7996200"/>
              <a:gd name="connsiteY96" fmla="*/ 60945 h 824936"/>
              <a:gd name="connsiteX97" fmla="*/ 5054594 w 7996200"/>
              <a:gd name="connsiteY97" fmla="*/ 248134 h 824936"/>
              <a:gd name="connsiteX98" fmla="*/ 4836933 w 7996200"/>
              <a:gd name="connsiteY98" fmla="*/ 296563 h 824936"/>
              <a:gd name="connsiteX99" fmla="*/ 4812990 w 7996200"/>
              <a:gd name="connsiteY99" fmla="*/ 243236 h 824936"/>
              <a:gd name="connsiteX100" fmla="*/ 4762384 w 7996200"/>
              <a:gd name="connsiteY100" fmla="*/ 199704 h 824936"/>
              <a:gd name="connsiteX101" fmla="*/ 4695453 w 7996200"/>
              <a:gd name="connsiteY101" fmla="*/ 184468 h 824936"/>
              <a:gd name="connsiteX102" fmla="*/ 4567033 w 7996200"/>
              <a:gd name="connsiteY102" fmla="*/ 251866 h 824936"/>
              <a:gd name="connsiteX103" fmla="*/ 4533296 w 7996200"/>
              <a:gd name="connsiteY103" fmla="*/ 408931 h 824936"/>
              <a:gd name="connsiteX104" fmla="*/ 4573563 w 7996200"/>
              <a:gd name="connsiteY104" fmla="*/ 590738 h 824936"/>
              <a:gd name="connsiteX105" fmla="*/ 4686747 w 7996200"/>
              <a:gd name="connsiteY105" fmla="*/ 639924 h 824936"/>
              <a:gd name="connsiteX106" fmla="*/ 4793672 w 7996200"/>
              <a:gd name="connsiteY106" fmla="*/ 600201 h 824936"/>
              <a:gd name="connsiteX107" fmla="*/ 4846183 w 7996200"/>
              <a:gd name="connsiteY107" fmla="*/ 484840 h 824936"/>
              <a:gd name="connsiteX108" fmla="*/ 5062212 w 7996200"/>
              <a:gd name="connsiteY108" fmla="*/ 550139 h 824936"/>
              <a:gd name="connsiteX109" fmla="*/ 4993649 w 7996200"/>
              <a:gd name="connsiteY109" fmla="*/ 701957 h 824936"/>
              <a:gd name="connsiteX110" fmla="*/ 4877472 w 7996200"/>
              <a:gd name="connsiteY110" fmla="*/ 793919 h 824936"/>
              <a:gd name="connsiteX111" fmla="*/ 4700895 w 7996200"/>
              <a:gd name="connsiteY111" fmla="*/ 824936 h 824936"/>
              <a:gd name="connsiteX112" fmla="*/ 4488403 w 7996200"/>
              <a:gd name="connsiteY112" fmla="*/ 787143 h 824936"/>
              <a:gd name="connsiteX113" fmla="*/ 4346107 w 7996200"/>
              <a:gd name="connsiteY113" fmla="*/ 654187 h 824936"/>
              <a:gd name="connsiteX114" fmla="*/ 4286250 w 7996200"/>
              <a:gd name="connsiteY114" fmla="*/ 410563 h 824936"/>
              <a:gd name="connsiteX115" fmla="*/ 4391544 w 7996200"/>
              <a:gd name="connsiteY115" fmla="*/ 106314 h 824936"/>
              <a:gd name="connsiteX116" fmla="*/ 4689467 w 7996200"/>
              <a:gd name="connsiteY116" fmla="*/ 0 h 824936"/>
              <a:gd name="connsiteX117" fmla="*/ 1276522 w 7996200"/>
              <a:gd name="connsiteY117" fmla="*/ 0 h 824936"/>
              <a:gd name="connsiteX118" fmla="*/ 1583424 w 7996200"/>
              <a:gd name="connsiteY118" fmla="*/ 106926 h 824936"/>
              <a:gd name="connsiteX119" fmla="*/ 1691166 w 7996200"/>
              <a:gd name="connsiteY119" fmla="*/ 406482 h 824936"/>
              <a:gd name="connsiteX120" fmla="*/ 1644097 w 7996200"/>
              <a:gd name="connsiteY120" fmla="*/ 635843 h 824936"/>
              <a:gd name="connsiteX121" fmla="*/ 1508059 w 7996200"/>
              <a:gd name="connsiteY121" fmla="*/ 775146 h 824936"/>
              <a:gd name="connsiteX122" fmla="*/ 1286317 w 7996200"/>
              <a:gd name="connsiteY122" fmla="*/ 824936 h 824936"/>
              <a:gd name="connsiteX123" fmla="*/ 1062942 w 7996200"/>
              <a:gd name="connsiteY123" fmla="*/ 781948 h 824936"/>
              <a:gd name="connsiteX124" fmla="*/ 919558 w 7996200"/>
              <a:gd name="connsiteY124" fmla="*/ 645910 h 824936"/>
              <a:gd name="connsiteX125" fmla="*/ 864598 w 7996200"/>
              <a:gd name="connsiteY125" fmla="*/ 413012 h 824936"/>
              <a:gd name="connsiteX126" fmla="*/ 973429 w 7996200"/>
              <a:gd name="connsiteY126" fmla="*/ 108831 h 824936"/>
              <a:gd name="connsiteX127" fmla="*/ 1276522 w 7996200"/>
              <a:gd name="connsiteY127" fmla="*/ 0 h 824936"/>
              <a:gd name="connsiteX128" fmla="*/ 403217 w 7996200"/>
              <a:gd name="connsiteY128" fmla="*/ 0 h 824936"/>
              <a:gd name="connsiteX129" fmla="*/ 640196 w 7996200"/>
              <a:gd name="connsiteY129" fmla="*/ 60945 h 824936"/>
              <a:gd name="connsiteX130" fmla="*/ 768344 w 7996200"/>
              <a:gd name="connsiteY130" fmla="*/ 248134 h 824936"/>
              <a:gd name="connsiteX131" fmla="*/ 550682 w 7996200"/>
              <a:gd name="connsiteY131" fmla="*/ 296563 h 824936"/>
              <a:gd name="connsiteX132" fmla="*/ 526740 w 7996200"/>
              <a:gd name="connsiteY132" fmla="*/ 243236 h 824936"/>
              <a:gd name="connsiteX133" fmla="*/ 476134 w 7996200"/>
              <a:gd name="connsiteY133" fmla="*/ 199704 h 824936"/>
              <a:gd name="connsiteX134" fmla="*/ 409203 w 7996200"/>
              <a:gd name="connsiteY134" fmla="*/ 184468 h 824936"/>
              <a:gd name="connsiteX135" fmla="*/ 280783 w 7996200"/>
              <a:gd name="connsiteY135" fmla="*/ 251866 h 824936"/>
              <a:gd name="connsiteX136" fmla="*/ 247045 w 7996200"/>
              <a:gd name="connsiteY136" fmla="*/ 408931 h 824936"/>
              <a:gd name="connsiteX137" fmla="*/ 287313 w 7996200"/>
              <a:gd name="connsiteY137" fmla="*/ 590738 h 824936"/>
              <a:gd name="connsiteX138" fmla="*/ 400496 w 7996200"/>
              <a:gd name="connsiteY138" fmla="*/ 639924 h 824936"/>
              <a:gd name="connsiteX139" fmla="*/ 507423 w 7996200"/>
              <a:gd name="connsiteY139" fmla="*/ 600201 h 824936"/>
              <a:gd name="connsiteX140" fmla="*/ 559933 w 7996200"/>
              <a:gd name="connsiteY140" fmla="*/ 484840 h 824936"/>
              <a:gd name="connsiteX141" fmla="*/ 775962 w 7996200"/>
              <a:gd name="connsiteY141" fmla="*/ 550139 h 824936"/>
              <a:gd name="connsiteX142" fmla="*/ 707398 w 7996200"/>
              <a:gd name="connsiteY142" fmla="*/ 701957 h 824936"/>
              <a:gd name="connsiteX143" fmla="*/ 591222 w 7996200"/>
              <a:gd name="connsiteY143" fmla="*/ 793919 h 824936"/>
              <a:gd name="connsiteX144" fmla="*/ 414644 w 7996200"/>
              <a:gd name="connsiteY144" fmla="*/ 824936 h 824936"/>
              <a:gd name="connsiteX145" fmla="*/ 202153 w 7996200"/>
              <a:gd name="connsiteY145" fmla="*/ 787143 h 824936"/>
              <a:gd name="connsiteX146" fmla="*/ 59857 w 7996200"/>
              <a:gd name="connsiteY146" fmla="*/ 654187 h 824936"/>
              <a:gd name="connsiteX147" fmla="*/ 0 w 7996200"/>
              <a:gd name="connsiteY147" fmla="*/ 410563 h 824936"/>
              <a:gd name="connsiteX148" fmla="*/ 105294 w 7996200"/>
              <a:gd name="connsiteY148" fmla="*/ 106314 h 824936"/>
              <a:gd name="connsiteX149" fmla="*/ 403217 w 7996200"/>
              <a:gd name="connsiteY149" fmla="*/ 0 h 824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996200" h="824936">
                <a:moveTo>
                  <a:pt x="3818616" y="220382"/>
                </a:moveTo>
                <a:lnTo>
                  <a:pt x="3731484" y="507151"/>
                </a:lnTo>
                <a:lnTo>
                  <a:pt x="3906666" y="507151"/>
                </a:lnTo>
                <a:close/>
                <a:moveTo>
                  <a:pt x="1275978" y="186644"/>
                </a:moveTo>
                <a:cubicBezTo>
                  <a:pt x="1226279" y="186644"/>
                  <a:pt x="1186374" y="204239"/>
                  <a:pt x="1156265" y="239427"/>
                </a:cubicBezTo>
                <a:cubicBezTo>
                  <a:pt x="1126155" y="274616"/>
                  <a:pt x="1111099" y="332840"/>
                  <a:pt x="1111099" y="414100"/>
                </a:cubicBezTo>
                <a:cubicBezTo>
                  <a:pt x="1111099" y="494635"/>
                  <a:pt x="1126064" y="552497"/>
                  <a:pt x="1155992" y="587685"/>
                </a:cubicBezTo>
                <a:cubicBezTo>
                  <a:pt x="1185920" y="622874"/>
                  <a:pt x="1226641" y="640468"/>
                  <a:pt x="1278155" y="640468"/>
                </a:cubicBezTo>
                <a:cubicBezTo>
                  <a:pt x="1331119" y="640468"/>
                  <a:pt x="1372112" y="623237"/>
                  <a:pt x="1401133" y="588774"/>
                </a:cubicBezTo>
                <a:cubicBezTo>
                  <a:pt x="1430154" y="554311"/>
                  <a:pt x="1444665" y="492458"/>
                  <a:pt x="1444665" y="403217"/>
                </a:cubicBezTo>
                <a:cubicBezTo>
                  <a:pt x="1444665" y="328124"/>
                  <a:pt x="1429519" y="273255"/>
                  <a:pt x="1399229" y="238611"/>
                </a:cubicBezTo>
                <a:cubicBezTo>
                  <a:pt x="1368938" y="203967"/>
                  <a:pt x="1327854" y="186644"/>
                  <a:pt x="1275978" y="186644"/>
                </a:cubicBezTo>
                <a:close/>
                <a:moveTo>
                  <a:pt x="6392084" y="13604"/>
                </a:moveTo>
                <a:lnTo>
                  <a:pt x="6638041" y="13604"/>
                </a:lnTo>
                <a:lnTo>
                  <a:pt x="6638041" y="500196"/>
                </a:lnTo>
                <a:cubicBezTo>
                  <a:pt x="6638041" y="543694"/>
                  <a:pt x="6650103" y="577675"/>
                  <a:pt x="6674227" y="602139"/>
                </a:cubicBezTo>
                <a:cubicBezTo>
                  <a:pt x="6698351" y="626604"/>
                  <a:pt x="6731816" y="638836"/>
                  <a:pt x="6774624" y="638836"/>
                </a:cubicBezTo>
                <a:cubicBezTo>
                  <a:pt x="6817067" y="638836"/>
                  <a:pt x="6850351" y="626784"/>
                  <a:pt x="6874476" y="602679"/>
                </a:cubicBezTo>
                <a:cubicBezTo>
                  <a:pt x="6898600" y="578575"/>
                  <a:pt x="6910662" y="544414"/>
                  <a:pt x="6910662" y="500196"/>
                </a:cubicBezTo>
                <a:lnTo>
                  <a:pt x="6910662" y="13604"/>
                </a:lnTo>
                <a:lnTo>
                  <a:pt x="7156618" y="13604"/>
                </a:lnTo>
                <a:lnTo>
                  <a:pt x="7156618" y="488879"/>
                </a:lnTo>
                <a:cubicBezTo>
                  <a:pt x="7156618" y="536005"/>
                  <a:pt x="7149272" y="580504"/>
                  <a:pt x="7134580" y="622375"/>
                </a:cubicBezTo>
                <a:cubicBezTo>
                  <a:pt x="7119888" y="664246"/>
                  <a:pt x="7096852" y="700862"/>
                  <a:pt x="7065473" y="732222"/>
                </a:cubicBezTo>
                <a:cubicBezTo>
                  <a:pt x="7034094" y="763581"/>
                  <a:pt x="7001172" y="785604"/>
                  <a:pt x="6966709" y="798290"/>
                </a:cubicBezTo>
                <a:cubicBezTo>
                  <a:pt x="6918824" y="816054"/>
                  <a:pt x="6861325" y="824936"/>
                  <a:pt x="6794213" y="824936"/>
                </a:cubicBezTo>
                <a:cubicBezTo>
                  <a:pt x="6755396" y="824936"/>
                  <a:pt x="6713044" y="822217"/>
                  <a:pt x="6667153" y="816778"/>
                </a:cubicBezTo>
                <a:cubicBezTo>
                  <a:pt x="6621263" y="811339"/>
                  <a:pt x="6582900" y="800554"/>
                  <a:pt x="6552065" y="784422"/>
                </a:cubicBezTo>
                <a:cubicBezTo>
                  <a:pt x="6521230" y="768290"/>
                  <a:pt x="6493024" y="745361"/>
                  <a:pt x="6467449" y="715633"/>
                </a:cubicBezTo>
                <a:cubicBezTo>
                  <a:pt x="6441874" y="685906"/>
                  <a:pt x="6424370" y="655274"/>
                  <a:pt x="6414938" y="623735"/>
                </a:cubicBezTo>
                <a:cubicBezTo>
                  <a:pt x="6399702" y="572982"/>
                  <a:pt x="6392084" y="528030"/>
                  <a:pt x="6392084" y="488879"/>
                </a:cubicBezTo>
                <a:close/>
                <a:moveTo>
                  <a:pt x="5125817" y="13604"/>
                </a:moveTo>
                <a:lnTo>
                  <a:pt x="5875116" y="13604"/>
                </a:lnTo>
                <a:lnTo>
                  <a:pt x="5875116" y="210587"/>
                </a:lnTo>
                <a:lnTo>
                  <a:pt x="5623717" y="210587"/>
                </a:lnTo>
                <a:lnTo>
                  <a:pt x="5623717" y="811332"/>
                </a:lnTo>
                <a:lnTo>
                  <a:pt x="5377216" y="811332"/>
                </a:lnTo>
                <a:lnTo>
                  <a:pt x="5377216" y="210587"/>
                </a:lnTo>
                <a:lnTo>
                  <a:pt x="5125817" y="210587"/>
                </a:lnTo>
                <a:close/>
                <a:moveTo>
                  <a:pt x="3687203" y="13604"/>
                </a:moveTo>
                <a:lnTo>
                  <a:pt x="3956083" y="13604"/>
                </a:lnTo>
                <a:lnTo>
                  <a:pt x="4255843" y="811332"/>
                </a:lnTo>
                <a:lnTo>
                  <a:pt x="3997710" y="811332"/>
                </a:lnTo>
                <a:lnTo>
                  <a:pt x="3957800" y="679647"/>
                </a:lnTo>
                <a:lnTo>
                  <a:pt x="3677944" y="679647"/>
                </a:lnTo>
                <a:lnTo>
                  <a:pt x="3639062" y="811332"/>
                </a:lnTo>
                <a:lnTo>
                  <a:pt x="3387375" y="811332"/>
                </a:lnTo>
                <a:close/>
                <a:moveTo>
                  <a:pt x="2687417" y="13604"/>
                </a:moveTo>
                <a:lnTo>
                  <a:pt x="3436716" y="13604"/>
                </a:lnTo>
                <a:lnTo>
                  <a:pt x="3436716" y="210587"/>
                </a:lnTo>
                <a:lnTo>
                  <a:pt x="3185317" y="210587"/>
                </a:lnTo>
                <a:lnTo>
                  <a:pt x="3185317" y="811332"/>
                </a:lnTo>
                <a:lnTo>
                  <a:pt x="2938816" y="811332"/>
                </a:lnTo>
                <a:lnTo>
                  <a:pt x="2938816" y="210587"/>
                </a:lnTo>
                <a:lnTo>
                  <a:pt x="2687417" y="210587"/>
                </a:lnTo>
                <a:close/>
                <a:moveTo>
                  <a:pt x="1821173" y="13604"/>
                </a:moveTo>
                <a:lnTo>
                  <a:pt x="2051349" y="13604"/>
                </a:lnTo>
                <a:lnTo>
                  <a:pt x="2351721" y="454946"/>
                </a:lnTo>
                <a:lnTo>
                  <a:pt x="2351721" y="13604"/>
                </a:lnTo>
                <a:lnTo>
                  <a:pt x="2584075" y="13604"/>
                </a:lnTo>
                <a:lnTo>
                  <a:pt x="2584075" y="811332"/>
                </a:lnTo>
                <a:lnTo>
                  <a:pt x="2351721" y="811332"/>
                </a:lnTo>
                <a:lnTo>
                  <a:pt x="2052982" y="373323"/>
                </a:lnTo>
                <a:lnTo>
                  <a:pt x="2052982" y="811332"/>
                </a:lnTo>
                <a:lnTo>
                  <a:pt x="1821173" y="811332"/>
                </a:lnTo>
                <a:close/>
                <a:moveTo>
                  <a:pt x="7641412" y="0"/>
                </a:moveTo>
                <a:cubicBezTo>
                  <a:pt x="7743350" y="0"/>
                  <a:pt x="7821074" y="18955"/>
                  <a:pt x="7874582" y="56864"/>
                </a:cubicBezTo>
                <a:cubicBezTo>
                  <a:pt x="7928090" y="94773"/>
                  <a:pt x="7959923" y="155084"/>
                  <a:pt x="7970080" y="237795"/>
                </a:cubicBezTo>
                <a:lnTo>
                  <a:pt x="7737728" y="251399"/>
                </a:lnTo>
                <a:cubicBezTo>
                  <a:pt x="7731560" y="215485"/>
                  <a:pt x="7718591" y="189365"/>
                  <a:pt x="7698820" y="173041"/>
                </a:cubicBezTo>
                <a:cubicBezTo>
                  <a:pt x="7679050" y="156716"/>
                  <a:pt x="7651751" y="148554"/>
                  <a:pt x="7616926" y="148554"/>
                </a:cubicBezTo>
                <a:cubicBezTo>
                  <a:pt x="7588266" y="148554"/>
                  <a:pt x="7566682" y="154630"/>
                  <a:pt x="7552171" y="166783"/>
                </a:cubicBezTo>
                <a:cubicBezTo>
                  <a:pt x="7537660" y="178936"/>
                  <a:pt x="7530405" y="193718"/>
                  <a:pt x="7530405" y="211131"/>
                </a:cubicBezTo>
                <a:cubicBezTo>
                  <a:pt x="7530405" y="223828"/>
                  <a:pt x="7536390" y="235255"/>
                  <a:pt x="7548362" y="245413"/>
                </a:cubicBezTo>
                <a:cubicBezTo>
                  <a:pt x="7559970" y="255933"/>
                  <a:pt x="7587541" y="265728"/>
                  <a:pt x="7631074" y="274797"/>
                </a:cubicBezTo>
                <a:cubicBezTo>
                  <a:pt x="7738816" y="298014"/>
                  <a:pt x="7815994" y="321504"/>
                  <a:pt x="7862610" y="345265"/>
                </a:cubicBezTo>
                <a:cubicBezTo>
                  <a:pt x="7909226" y="369026"/>
                  <a:pt x="7943145" y="398501"/>
                  <a:pt x="7964367" y="433690"/>
                </a:cubicBezTo>
                <a:cubicBezTo>
                  <a:pt x="7985589" y="468878"/>
                  <a:pt x="7996200" y="508239"/>
                  <a:pt x="7996200" y="551771"/>
                </a:cubicBezTo>
                <a:cubicBezTo>
                  <a:pt x="7996200" y="602922"/>
                  <a:pt x="7982052" y="650082"/>
                  <a:pt x="7953756" y="693251"/>
                </a:cubicBezTo>
                <a:cubicBezTo>
                  <a:pt x="7925460" y="736420"/>
                  <a:pt x="7885918" y="769160"/>
                  <a:pt x="7835130" y="791471"/>
                </a:cubicBezTo>
                <a:cubicBezTo>
                  <a:pt x="7784343" y="813781"/>
                  <a:pt x="7720314" y="824936"/>
                  <a:pt x="7643044" y="824936"/>
                </a:cubicBezTo>
                <a:cubicBezTo>
                  <a:pt x="7507370" y="824936"/>
                  <a:pt x="7413412" y="798817"/>
                  <a:pt x="7361174" y="746578"/>
                </a:cubicBezTo>
                <a:cubicBezTo>
                  <a:pt x="7308935" y="694339"/>
                  <a:pt x="7279369" y="627953"/>
                  <a:pt x="7272476" y="547418"/>
                </a:cubicBezTo>
                <a:lnTo>
                  <a:pt x="7507006" y="532726"/>
                </a:lnTo>
                <a:cubicBezTo>
                  <a:pt x="7512085" y="570817"/>
                  <a:pt x="7522424" y="599838"/>
                  <a:pt x="7538023" y="619790"/>
                </a:cubicBezTo>
                <a:cubicBezTo>
                  <a:pt x="7563417" y="652077"/>
                  <a:pt x="7599694" y="668220"/>
                  <a:pt x="7646854" y="668220"/>
                </a:cubicBezTo>
                <a:cubicBezTo>
                  <a:pt x="7682042" y="668220"/>
                  <a:pt x="7709160" y="659967"/>
                  <a:pt x="7728204" y="643461"/>
                </a:cubicBezTo>
                <a:cubicBezTo>
                  <a:pt x="7747250" y="626955"/>
                  <a:pt x="7756772" y="607819"/>
                  <a:pt x="7756772" y="586053"/>
                </a:cubicBezTo>
                <a:cubicBezTo>
                  <a:pt x="7756772" y="565375"/>
                  <a:pt x="7747704" y="546874"/>
                  <a:pt x="7729565" y="530549"/>
                </a:cubicBezTo>
                <a:cubicBezTo>
                  <a:pt x="7711426" y="514224"/>
                  <a:pt x="7669346" y="498807"/>
                  <a:pt x="7603322" y="484296"/>
                </a:cubicBezTo>
                <a:cubicBezTo>
                  <a:pt x="7495216" y="459991"/>
                  <a:pt x="7418128" y="427704"/>
                  <a:pt x="7372056" y="387437"/>
                </a:cubicBezTo>
                <a:cubicBezTo>
                  <a:pt x="7325622" y="347170"/>
                  <a:pt x="7302405" y="295838"/>
                  <a:pt x="7302405" y="233442"/>
                </a:cubicBezTo>
                <a:cubicBezTo>
                  <a:pt x="7302405" y="192449"/>
                  <a:pt x="7314286" y="153723"/>
                  <a:pt x="7338047" y="117265"/>
                </a:cubicBezTo>
                <a:cubicBezTo>
                  <a:pt x="7361808" y="80807"/>
                  <a:pt x="7397541" y="52148"/>
                  <a:pt x="7445245" y="31289"/>
                </a:cubicBezTo>
                <a:cubicBezTo>
                  <a:pt x="7492949" y="10430"/>
                  <a:pt x="7558338" y="0"/>
                  <a:pt x="7641412" y="0"/>
                </a:cubicBezTo>
                <a:close/>
                <a:moveTo>
                  <a:pt x="4689467" y="0"/>
                </a:moveTo>
                <a:cubicBezTo>
                  <a:pt x="4789954" y="0"/>
                  <a:pt x="4868947" y="20315"/>
                  <a:pt x="4926446" y="60945"/>
                </a:cubicBezTo>
                <a:cubicBezTo>
                  <a:pt x="4983944" y="101575"/>
                  <a:pt x="5026660" y="163971"/>
                  <a:pt x="5054594" y="248134"/>
                </a:cubicBezTo>
                <a:lnTo>
                  <a:pt x="4836933" y="296563"/>
                </a:lnTo>
                <a:cubicBezTo>
                  <a:pt x="4829314" y="272258"/>
                  <a:pt x="4821334" y="254482"/>
                  <a:pt x="4812990" y="243236"/>
                </a:cubicBezTo>
                <a:cubicBezTo>
                  <a:pt x="4799205" y="224372"/>
                  <a:pt x="4782336" y="209862"/>
                  <a:pt x="4762384" y="199704"/>
                </a:cubicBezTo>
                <a:cubicBezTo>
                  <a:pt x="4742432" y="189547"/>
                  <a:pt x="4720122" y="184468"/>
                  <a:pt x="4695453" y="184468"/>
                </a:cubicBezTo>
                <a:cubicBezTo>
                  <a:pt x="4639587" y="184468"/>
                  <a:pt x="4596780" y="206934"/>
                  <a:pt x="4567033" y="251866"/>
                </a:cubicBezTo>
                <a:cubicBezTo>
                  <a:pt x="4544541" y="285201"/>
                  <a:pt x="4533296" y="337556"/>
                  <a:pt x="4533296" y="408931"/>
                </a:cubicBezTo>
                <a:cubicBezTo>
                  <a:pt x="4533296" y="497344"/>
                  <a:pt x="4546718" y="557947"/>
                  <a:pt x="4573563" y="590738"/>
                </a:cubicBezTo>
                <a:cubicBezTo>
                  <a:pt x="4600408" y="623529"/>
                  <a:pt x="4638136" y="639924"/>
                  <a:pt x="4686747" y="639924"/>
                </a:cubicBezTo>
                <a:cubicBezTo>
                  <a:pt x="4733906" y="639924"/>
                  <a:pt x="4769548" y="626683"/>
                  <a:pt x="4793672" y="600201"/>
                </a:cubicBezTo>
                <a:cubicBezTo>
                  <a:pt x="4817797" y="573719"/>
                  <a:pt x="4835300" y="535265"/>
                  <a:pt x="4846183" y="484840"/>
                </a:cubicBezTo>
                <a:lnTo>
                  <a:pt x="5062212" y="550139"/>
                </a:lnTo>
                <a:cubicBezTo>
                  <a:pt x="5047701" y="610721"/>
                  <a:pt x="5024847" y="661327"/>
                  <a:pt x="4993649" y="701957"/>
                </a:cubicBezTo>
                <a:cubicBezTo>
                  <a:pt x="4962450" y="742587"/>
                  <a:pt x="4923725" y="773242"/>
                  <a:pt x="4877472" y="793919"/>
                </a:cubicBezTo>
                <a:cubicBezTo>
                  <a:pt x="4831219" y="814597"/>
                  <a:pt x="4772360" y="824936"/>
                  <a:pt x="4700895" y="824936"/>
                </a:cubicBezTo>
                <a:cubicBezTo>
                  <a:pt x="4614193" y="824936"/>
                  <a:pt x="4543362" y="812338"/>
                  <a:pt x="4488403" y="787143"/>
                </a:cubicBezTo>
                <a:cubicBezTo>
                  <a:pt x="4433443" y="761947"/>
                  <a:pt x="4386011" y="717629"/>
                  <a:pt x="4346107" y="654187"/>
                </a:cubicBezTo>
                <a:cubicBezTo>
                  <a:pt x="4306202" y="590745"/>
                  <a:pt x="4286250" y="509537"/>
                  <a:pt x="4286250" y="410563"/>
                </a:cubicBezTo>
                <a:cubicBezTo>
                  <a:pt x="4286250" y="278606"/>
                  <a:pt x="4321348" y="177190"/>
                  <a:pt x="4391544" y="106314"/>
                </a:cubicBezTo>
                <a:cubicBezTo>
                  <a:pt x="4461739" y="35438"/>
                  <a:pt x="4561047" y="0"/>
                  <a:pt x="4689467" y="0"/>
                </a:cubicBezTo>
                <a:close/>
                <a:moveTo>
                  <a:pt x="1276522" y="0"/>
                </a:moveTo>
                <a:cubicBezTo>
                  <a:pt x="1409295" y="0"/>
                  <a:pt x="1511596" y="35642"/>
                  <a:pt x="1583424" y="106926"/>
                </a:cubicBezTo>
                <a:cubicBezTo>
                  <a:pt x="1655253" y="178210"/>
                  <a:pt x="1691166" y="278062"/>
                  <a:pt x="1691166" y="406482"/>
                </a:cubicBezTo>
                <a:cubicBezTo>
                  <a:pt x="1691166" y="499714"/>
                  <a:pt x="1675476" y="576167"/>
                  <a:pt x="1644097" y="635843"/>
                </a:cubicBezTo>
                <a:cubicBezTo>
                  <a:pt x="1612718" y="695518"/>
                  <a:pt x="1567372" y="741953"/>
                  <a:pt x="1508059" y="775146"/>
                </a:cubicBezTo>
                <a:cubicBezTo>
                  <a:pt x="1448746" y="808339"/>
                  <a:pt x="1374832" y="824936"/>
                  <a:pt x="1286317" y="824936"/>
                </a:cubicBezTo>
                <a:cubicBezTo>
                  <a:pt x="1196350" y="824936"/>
                  <a:pt x="1121892" y="810607"/>
                  <a:pt x="1062942" y="781948"/>
                </a:cubicBezTo>
                <a:cubicBezTo>
                  <a:pt x="1003992" y="753289"/>
                  <a:pt x="956197" y="707943"/>
                  <a:pt x="919558" y="645910"/>
                </a:cubicBezTo>
                <a:cubicBezTo>
                  <a:pt x="882918" y="583876"/>
                  <a:pt x="864598" y="506244"/>
                  <a:pt x="864598" y="413012"/>
                </a:cubicBezTo>
                <a:cubicBezTo>
                  <a:pt x="864598" y="282778"/>
                  <a:pt x="900875" y="181384"/>
                  <a:pt x="973429" y="108831"/>
                </a:cubicBezTo>
                <a:cubicBezTo>
                  <a:pt x="1045982" y="36277"/>
                  <a:pt x="1147014" y="0"/>
                  <a:pt x="1276522" y="0"/>
                </a:cubicBezTo>
                <a:close/>
                <a:moveTo>
                  <a:pt x="403217" y="0"/>
                </a:moveTo>
                <a:cubicBezTo>
                  <a:pt x="503704" y="0"/>
                  <a:pt x="582697" y="20315"/>
                  <a:pt x="640196" y="60945"/>
                </a:cubicBezTo>
                <a:cubicBezTo>
                  <a:pt x="697695" y="101575"/>
                  <a:pt x="740411" y="163971"/>
                  <a:pt x="768344" y="248134"/>
                </a:cubicBezTo>
                <a:lnTo>
                  <a:pt x="550682" y="296563"/>
                </a:lnTo>
                <a:cubicBezTo>
                  <a:pt x="543065" y="272258"/>
                  <a:pt x="535083" y="254482"/>
                  <a:pt x="526740" y="243236"/>
                </a:cubicBezTo>
                <a:cubicBezTo>
                  <a:pt x="512955" y="224372"/>
                  <a:pt x="496086" y="209862"/>
                  <a:pt x="476134" y="199704"/>
                </a:cubicBezTo>
                <a:cubicBezTo>
                  <a:pt x="456182" y="189547"/>
                  <a:pt x="433871" y="184468"/>
                  <a:pt x="409203" y="184468"/>
                </a:cubicBezTo>
                <a:cubicBezTo>
                  <a:pt x="353336" y="184468"/>
                  <a:pt x="310530" y="206934"/>
                  <a:pt x="280783" y="251866"/>
                </a:cubicBezTo>
                <a:cubicBezTo>
                  <a:pt x="258291" y="285201"/>
                  <a:pt x="247045" y="337556"/>
                  <a:pt x="247045" y="408931"/>
                </a:cubicBezTo>
                <a:cubicBezTo>
                  <a:pt x="247045" y="497344"/>
                  <a:pt x="260468" y="557947"/>
                  <a:pt x="287313" y="590738"/>
                </a:cubicBezTo>
                <a:cubicBezTo>
                  <a:pt x="314157" y="623529"/>
                  <a:pt x="351886" y="639924"/>
                  <a:pt x="400496" y="639924"/>
                </a:cubicBezTo>
                <a:cubicBezTo>
                  <a:pt x="447656" y="639924"/>
                  <a:pt x="483299" y="626683"/>
                  <a:pt x="507423" y="600201"/>
                </a:cubicBezTo>
                <a:cubicBezTo>
                  <a:pt x="531547" y="573719"/>
                  <a:pt x="549050" y="535265"/>
                  <a:pt x="559933" y="484840"/>
                </a:cubicBezTo>
                <a:lnTo>
                  <a:pt x="775962" y="550139"/>
                </a:lnTo>
                <a:cubicBezTo>
                  <a:pt x="761451" y="610721"/>
                  <a:pt x="738597" y="661327"/>
                  <a:pt x="707398" y="701957"/>
                </a:cubicBezTo>
                <a:cubicBezTo>
                  <a:pt x="676200" y="742587"/>
                  <a:pt x="637475" y="773242"/>
                  <a:pt x="591222" y="793919"/>
                </a:cubicBezTo>
                <a:cubicBezTo>
                  <a:pt x="544969" y="814597"/>
                  <a:pt x="486110" y="824936"/>
                  <a:pt x="414644" y="824936"/>
                </a:cubicBezTo>
                <a:cubicBezTo>
                  <a:pt x="327943" y="824936"/>
                  <a:pt x="257112" y="812338"/>
                  <a:pt x="202153" y="787143"/>
                </a:cubicBezTo>
                <a:cubicBezTo>
                  <a:pt x="147193" y="761947"/>
                  <a:pt x="99761" y="717629"/>
                  <a:pt x="59857" y="654187"/>
                </a:cubicBezTo>
                <a:cubicBezTo>
                  <a:pt x="19952" y="590745"/>
                  <a:pt x="0" y="509537"/>
                  <a:pt x="0" y="410563"/>
                </a:cubicBezTo>
                <a:cubicBezTo>
                  <a:pt x="0" y="278606"/>
                  <a:pt x="35098" y="177190"/>
                  <a:pt x="105294" y="106314"/>
                </a:cubicBezTo>
                <a:cubicBezTo>
                  <a:pt x="175489" y="35438"/>
                  <a:pt x="274797" y="0"/>
                  <a:pt x="4032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0727807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8189" y="1760150"/>
            <a:ext cx="2490788" cy="2897194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3471863" y="1760150"/>
            <a:ext cx="2490788" cy="2897194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205538" y="1760150"/>
            <a:ext cx="2490788" cy="2897194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8939212" y="1760150"/>
            <a:ext cx="2490788" cy="2897194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88360336"/>
      </p:ext>
    </p:extLst>
  </p:cSld>
  <p:clrMapOvr>
    <a:masterClrMapping/>
  </p:clrMapOvr>
  <p:transition spd="slow">
    <p:wip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38189" y="1760150"/>
            <a:ext cx="2490788" cy="2512047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3471863" y="1760150"/>
            <a:ext cx="2490788" cy="2512047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205538" y="1760150"/>
            <a:ext cx="2490788" cy="2512047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8939212" y="1760150"/>
            <a:ext cx="2490788" cy="2512047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40409714"/>
      </p:ext>
    </p:extLst>
  </p:cSld>
  <p:clrMapOvr>
    <a:masterClrMapping/>
  </p:clrMapOvr>
  <p:transition spd="slow">
    <p:wip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4194786" y="1760150"/>
            <a:ext cx="3802428" cy="4101004"/>
          </a:xfrm>
          <a:custGeom>
            <a:avLst/>
            <a:gdLst>
              <a:gd name="connsiteX0" fmla="*/ 0 w 2057400"/>
              <a:gd name="connsiteY0" fmla="*/ 0 h 1543050"/>
              <a:gd name="connsiteX1" fmla="*/ 2057400 w 2057400"/>
              <a:gd name="connsiteY1" fmla="*/ 0 h 1543050"/>
              <a:gd name="connsiteX2" fmla="*/ 2057400 w 2057400"/>
              <a:gd name="connsiteY2" fmla="*/ 1543050 h 1543050"/>
              <a:gd name="connsiteX3" fmla="*/ 0 w 2057400"/>
              <a:gd name="connsiteY3" fmla="*/ 154305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1543050">
                <a:moveTo>
                  <a:pt x="0" y="0"/>
                </a:moveTo>
                <a:lnTo>
                  <a:pt x="2057400" y="0"/>
                </a:lnTo>
                <a:lnTo>
                  <a:pt x="2057400" y="1543050"/>
                </a:lnTo>
                <a:lnTo>
                  <a:pt x="0" y="1543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63691728"/>
      </p:ext>
    </p:extLst>
  </p:cSld>
  <p:clrMapOvr>
    <a:masterClrMapping/>
  </p:clrMapOvr>
  <p:transition spd="slow">
    <p:wip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80275" y="1775684"/>
            <a:ext cx="2652373" cy="1978702"/>
          </a:xfrm>
          <a:custGeom>
            <a:avLst/>
            <a:gdLst>
              <a:gd name="connsiteX0" fmla="*/ 2652373 w 2652373"/>
              <a:gd name="connsiteY0" fmla="*/ 0 h 1978702"/>
              <a:gd name="connsiteX1" fmla="*/ 2652373 w 2652373"/>
              <a:gd name="connsiteY1" fmla="*/ 1978702 h 1978702"/>
              <a:gd name="connsiteX2" fmla="*/ 0 w 2652373"/>
              <a:gd name="connsiteY2" fmla="*/ 1978702 h 1978702"/>
              <a:gd name="connsiteX3" fmla="*/ 0 w 2652373"/>
              <a:gd name="connsiteY3" fmla="*/ 395740 h 197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52373" h="1978702">
                <a:moveTo>
                  <a:pt x="2652373" y="0"/>
                </a:moveTo>
                <a:lnTo>
                  <a:pt x="2652373" y="1978702"/>
                </a:lnTo>
                <a:lnTo>
                  <a:pt x="0" y="1978702"/>
                </a:lnTo>
                <a:lnTo>
                  <a:pt x="0" y="3957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3405460" y="3814020"/>
            <a:ext cx="2652373" cy="1978702"/>
          </a:xfrm>
          <a:custGeom>
            <a:avLst/>
            <a:gdLst>
              <a:gd name="connsiteX0" fmla="*/ 0 w 2652373"/>
              <a:gd name="connsiteY0" fmla="*/ 0 h 1978702"/>
              <a:gd name="connsiteX1" fmla="*/ 2652373 w 2652373"/>
              <a:gd name="connsiteY1" fmla="*/ 0 h 1978702"/>
              <a:gd name="connsiteX2" fmla="*/ 2652373 w 2652373"/>
              <a:gd name="connsiteY2" fmla="*/ 1582962 h 1978702"/>
              <a:gd name="connsiteX3" fmla="*/ 0 w 2652373"/>
              <a:gd name="connsiteY3" fmla="*/ 1978702 h 197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52373" h="1978702">
                <a:moveTo>
                  <a:pt x="0" y="0"/>
                </a:moveTo>
                <a:lnTo>
                  <a:pt x="2652373" y="0"/>
                </a:lnTo>
                <a:lnTo>
                  <a:pt x="2652373" y="1582962"/>
                </a:lnTo>
                <a:lnTo>
                  <a:pt x="0" y="19787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134168" y="1775684"/>
            <a:ext cx="2652373" cy="1978702"/>
          </a:xfrm>
          <a:custGeom>
            <a:avLst/>
            <a:gdLst>
              <a:gd name="connsiteX0" fmla="*/ 2652373 w 2652373"/>
              <a:gd name="connsiteY0" fmla="*/ 0 h 1978702"/>
              <a:gd name="connsiteX1" fmla="*/ 2652373 w 2652373"/>
              <a:gd name="connsiteY1" fmla="*/ 1978702 h 1978702"/>
              <a:gd name="connsiteX2" fmla="*/ 0 w 2652373"/>
              <a:gd name="connsiteY2" fmla="*/ 1978702 h 1978702"/>
              <a:gd name="connsiteX3" fmla="*/ 0 w 2652373"/>
              <a:gd name="connsiteY3" fmla="*/ 395740 h 197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52373" h="1978702">
                <a:moveTo>
                  <a:pt x="2652373" y="0"/>
                </a:moveTo>
                <a:lnTo>
                  <a:pt x="2652373" y="1978702"/>
                </a:lnTo>
                <a:lnTo>
                  <a:pt x="0" y="1978702"/>
                </a:lnTo>
                <a:lnTo>
                  <a:pt x="0" y="3957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8859353" y="3814020"/>
            <a:ext cx="2652373" cy="1978702"/>
          </a:xfrm>
          <a:custGeom>
            <a:avLst/>
            <a:gdLst>
              <a:gd name="connsiteX0" fmla="*/ 0 w 2652373"/>
              <a:gd name="connsiteY0" fmla="*/ 0 h 1978702"/>
              <a:gd name="connsiteX1" fmla="*/ 2652373 w 2652373"/>
              <a:gd name="connsiteY1" fmla="*/ 0 h 1978702"/>
              <a:gd name="connsiteX2" fmla="*/ 2652373 w 2652373"/>
              <a:gd name="connsiteY2" fmla="*/ 1582962 h 1978702"/>
              <a:gd name="connsiteX3" fmla="*/ 0 w 2652373"/>
              <a:gd name="connsiteY3" fmla="*/ 1978702 h 197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52373" h="1978702">
                <a:moveTo>
                  <a:pt x="0" y="0"/>
                </a:moveTo>
                <a:lnTo>
                  <a:pt x="2652373" y="0"/>
                </a:lnTo>
                <a:lnTo>
                  <a:pt x="2652373" y="1582962"/>
                </a:lnTo>
                <a:lnTo>
                  <a:pt x="0" y="19787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35586336"/>
      </p:ext>
    </p:extLst>
  </p:cSld>
  <p:clrMapOvr>
    <a:masterClrMapping/>
  </p:clrMapOvr>
  <p:transition spd="slow">
    <p:wip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217475" y="1728537"/>
            <a:ext cx="3400926" cy="3400926"/>
          </a:xfrm>
          <a:custGeom>
            <a:avLst/>
            <a:gdLst>
              <a:gd name="connsiteX0" fmla="*/ 1700463 w 3400926"/>
              <a:gd name="connsiteY0" fmla="*/ 0 h 3400926"/>
              <a:gd name="connsiteX1" fmla="*/ 3400926 w 3400926"/>
              <a:gd name="connsiteY1" fmla="*/ 1700463 h 3400926"/>
              <a:gd name="connsiteX2" fmla="*/ 1700463 w 3400926"/>
              <a:gd name="connsiteY2" fmla="*/ 3400926 h 3400926"/>
              <a:gd name="connsiteX3" fmla="*/ 0 w 3400926"/>
              <a:gd name="connsiteY3" fmla="*/ 1700463 h 3400926"/>
              <a:gd name="connsiteX4" fmla="*/ 1700463 w 3400926"/>
              <a:gd name="connsiteY4" fmla="*/ 0 h 340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0926" h="3400926">
                <a:moveTo>
                  <a:pt x="1700463" y="0"/>
                </a:moveTo>
                <a:cubicBezTo>
                  <a:pt x="2639603" y="0"/>
                  <a:pt x="3400926" y="761323"/>
                  <a:pt x="3400926" y="1700463"/>
                </a:cubicBezTo>
                <a:cubicBezTo>
                  <a:pt x="3400926" y="2639603"/>
                  <a:pt x="2639603" y="3400926"/>
                  <a:pt x="1700463" y="3400926"/>
                </a:cubicBezTo>
                <a:cubicBezTo>
                  <a:pt x="761323" y="3400926"/>
                  <a:pt x="0" y="2639603"/>
                  <a:pt x="0" y="1700463"/>
                </a:cubicBezTo>
                <a:cubicBezTo>
                  <a:pt x="0" y="761323"/>
                  <a:pt x="761323" y="0"/>
                  <a:pt x="17004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4209543"/>
      </p:ext>
    </p:extLst>
  </p:cSld>
  <p:clrMapOvr>
    <a:masterClrMapping/>
  </p:clrMapOvr>
  <p:transition spd="slow">
    <p:wip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5133975" y="695589"/>
            <a:ext cx="1924050" cy="1924050"/>
          </a:xfrm>
          <a:custGeom>
            <a:avLst/>
            <a:gdLst>
              <a:gd name="connsiteX0" fmla="*/ 962025 w 1924050"/>
              <a:gd name="connsiteY0" fmla="*/ 0 h 1924050"/>
              <a:gd name="connsiteX1" fmla="*/ 1924050 w 1924050"/>
              <a:gd name="connsiteY1" fmla="*/ 962025 h 1924050"/>
              <a:gd name="connsiteX2" fmla="*/ 962025 w 1924050"/>
              <a:gd name="connsiteY2" fmla="*/ 1924050 h 1924050"/>
              <a:gd name="connsiteX3" fmla="*/ 0 w 1924050"/>
              <a:gd name="connsiteY3" fmla="*/ 962025 h 1924050"/>
              <a:gd name="connsiteX4" fmla="*/ 962025 w 1924050"/>
              <a:gd name="connsiteY4" fmla="*/ 0 h 192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4050" h="1924050">
                <a:moveTo>
                  <a:pt x="962025" y="0"/>
                </a:moveTo>
                <a:cubicBezTo>
                  <a:pt x="1493337" y="0"/>
                  <a:pt x="1924050" y="430713"/>
                  <a:pt x="1924050" y="962025"/>
                </a:cubicBezTo>
                <a:cubicBezTo>
                  <a:pt x="1924050" y="1493337"/>
                  <a:pt x="1493337" y="1924050"/>
                  <a:pt x="962025" y="1924050"/>
                </a:cubicBezTo>
                <a:cubicBezTo>
                  <a:pt x="430713" y="1924050"/>
                  <a:pt x="0" y="1493337"/>
                  <a:pt x="0" y="962025"/>
                </a:cubicBezTo>
                <a:cubicBezTo>
                  <a:pt x="0" y="430713"/>
                  <a:pt x="430713" y="0"/>
                  <a:pt x="9620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5133975" y="3179232"/>
            <a:ext cx="1924050" cy="1924050"/>
          </a:xfrm>
          <a:custGeom>
            <a:avLst/>
            <a:gdLst>
              <a:gd name="connsiteX0" fmla="*/ 962025 w 1924050"/>
              <a:gd name="connsiteY0" fmla="*/ 0 h 1924050"/>
              <a:gd name="connsiteX1" fmla="*/ 1924050 w 1924050"/>
              <a:gd name="connsiteY1" fmla="*/ 962025 h 1924050"/>
              <a:gd name="connsiteX2" fmla="*/ 962025 w 1924050"/>
              <a:gd name="connsiteY2" fmla="*/ 1924050 h 1924050"/>
              <a:gd name="connsiteX3" fmla="*/ 0 w 1924050"/>
              <a:gd name="connsiteY3" fmla="*/ 962025 h 1924050"/>
              <a:gd name="connsiteX4" fmla="*/ 962025 w 1924050"/>
              <a:gd name="connsiteY4" fmla="*/ 0 h 192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4050" h="1924050">
                <a:moveTo>
                  <a:pt x="962025" y="0"/>
                </a:moveTo>
                <a:cubicBezTo>
                  <a:pt x="1493337" y="0"/>
                  <a:pt x="1924050" y="430713"/>
                  <a:pt x="1924050" y="962025"/>
                </a:cubicBezTo>
                <a:cubicBezTo>
                  <a:pt x="1924050" y="1493337"/>
                  <a:pt x="1493337" y="1924050"/>
                  <a:pt x="962025" y="1924050"/>
                </a:cubicBezTo>
                <a:cubicBezTo>
                  <a:pt x="430713" y="1924050"/>
                  <a:pt x="0" y="1493337"/>
                  <a:pt x="0" y="962025"/>
                </a:cubicBezTo>
                <a:cubicBezTo>
                  <a:pt x="0" y="430713"/>
                  <a:pt x="430713" y="0"/>
                  <a:pt x="9620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6193298"/>
      </p:ext>
    </p:extLst>
  </p:cSld>
  <p:clrMapOvr>
    <a:masterClrMapping/>
  </p:clrMapOvr>
  <p:transition spd="slow">
    <p:wip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6434" y="342900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71629650"/>
      </p:ext>
    </p:extLst>
  </p:cSld>
  <p:clrMapOvr>
    <a:masterClrMapping/>
  </p:clrMapOvr>
  <p:transition spd="slow">
    <p:wip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946324" y="1732375"/>
            <a:ext cx="7245675" cy="3239675"/>
          </a:xfrm>
          <a:custGeom>
            <a:avLst/>
            <a:gdLst>
              <a:gd name="connsiteX0" fmla="*/ 0 w 7245675"/>
              <a:gd name="connsiteY0" fmla="*/ 0 h 3239675"/>
              <a:gd name="connsiteX1" fmla="*/ 7245675 w 7245675"/>
              <a:gd name="connsiteY1" fmla="*/ 0 h 3239675"/>
              <a:gd name="connsiteX2" fmla="*/ 7245675 w 7245675"/>
              <a:gd name="connsiteY2" fmla="*/ 3239675 h 3239675"/>
              <a:gd name="connsiteX3" fmla="*/ 0 w 7245675"/>
              <a:gd name="connsiteY3" fmla="*/ 3239675 h 323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5675" h="3239675">
                <a:moveTo>
                  <a:pt x="0" y="0"/>
                </a:moveTo>
                <a:lnTo>
                  <a:pt x="7245675" y="0"/>
                </a:lnTo>
                <a:lnTo>
                  <a:pt x="7245675" y="3239675"/>
                </a:lnTo>
                <a:lnTo>
                  <a:pt x="0" y="32396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7491261"/>
      </p:ext>
    </p:extLst>
  </p:cSld>
  <p:clrMapOvr>
    <a:masterClrMapping/>
  </p:clrMapOvr>
  <p:transition spd="slow">
    <p:wip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3981219"/>
            <a:ext cx="12192000" cy="2876780"/>
          </a:xfrm>
          <a:custGeom>
            <a:avLst/>
            <a:gdLst>
              <a:gd name="connsiteX0" fmla="*/ 0 w 12192000"/>
              <a:gd name="connsiteY0" fmla="*/ 0 h 2876780"/>
              <a:gd name="connsiteX1" fmla="*/ 12192000 w 12192000"/>
              <a:gd name="connsiteY1" fmla="*/ 0 h 2876780"/>
              <a:gd name="connsiteX2" fmla="*/ 12192000 w 12192000"/>
              <a:gd name="connsiteY2" fmla="*/ 2876780 h 2876780"/>
              <a:gd name="connsiteX3" fmla="*/ 0 w 12192000"/>
              <a:gd name="connsiteY3" fmla="*/ 2876780 h 287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876780">
                <a:moveTo>
                  <a:pt x="0" y="0"/>
                </a:moveTo>
                <a:lnTo>
                  <a:pt x="12192000" y="0"/>
                </a:lnTo>
                <a:lnTo>
                  <a:pt x="12192000" y="2876780"/>
                </a:lnTo>
                <a:lnTo>
                  <a:pt x="0" y="2876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25112538"/>
      </p:ext>
    </p:extLst>
  </p:cSld>
  <p:clrMapOvr>
    <a:masterClrMapping/>
  </p:clrMapOvr>
  <p:transition spd="slow">
    <p:wip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72190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3762375" y="762000"/>
            <a:ext cx="4667250" cy="6096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795391"/>
      </p:ext>
    </p:extLst>
  </p:cSld>
  <p:clrMapOvr>
    <a:masterClrMapping/>
  </p:clrMapOvr>
  <p:transition spd="slow">
    <p:wip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399321" y="2417735"/>
            <a:ext cx="2526223" cy="3363132"/>
          </a:xfrm>
          <a:custGeom>
            <a:avLst/>
            <a:gdLst>
              <a:gd name="connsiteX0" fmla="*/ 0 w 2526223"/>
              <a:gd name="connsiteY0" fmla="*/ 0 h 3363132"/>
              <a:gd name="connsiteX1" fmla="*/ 2526223 w 2526223"/>
              <a:gd name="connsiteY1" fmla="*/ 0 h 3363132"/>
              <a:gd name="connsiteX2" fmla="*/ 2526223 w 2526223"/>
              <a:gd name="connsiteY2" fmla="*/ 3363132 h 3363132"/>
              <a:gd name="connsiteX3" fmla="*/ 0 w 2526223"/>
              <a:gd name="connsiteY3" fmla="*/ 3363132 h 336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6223" h="3363132">
                <a:moveTo>
                  <a:pt x="0" y="0"/>
                </a:moveTo>
                <a:lnTo>
                  <a:pt x="2526223" y="0"/>
                </a:lnTo>
                <a:lnTo>
                  <a:pt x="2526223" y="3363132"/>
                </a:lnTo>
                <a:lnTo>
                  <a:pt x="0" y="336313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9129975" y="2417734"/>
            <a:ext cx="2526223" cy="3363132"/>
          </a:xfrm>
          <a:custGeom>
            <a:avLst/>
            <a:gdLst>
              <a:gd name="connsiteX0" fmla="*/ 0 w 2526223"/>
              <a:gd name="connsiteY0" fmla="*/ 0 h 3363132"/>
              <a:gd name="connsiteX1" fmla="*/ 2526223 w 2526223"/>
              <a:gd name="connsiteY1" fmla="*/ 0 h 3363132"/>
              <a:gd name="connsiteX2" fmla="*/ 2526223 w 2526223"/>
              <a:gd name="connsiteY2" fmla="*/ 3363132 h 3363132"/>
              <a:gd name="connsiteX3" fmla="*/ 0 w 2526223"/>
              <a:gd name="connsiteY3" fmla="*/ 3363132 h 336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6223" h="3363132">
                <a:moveTo>
                  <a:pt x="0" y="0"/>
                </a:moveTo>
                <a:lnTo>
                  <a:pt x="2526223" y="0"/>
                </a:lnTo>
                <a:lnTo>
                  <a:pt x="2526223" y="3363132"/>
                </a:lnTo>
                <a:lnTo>
                  <a:pt x="0" y="336313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31666882"/>
      </p:ext>
    </p:extLst>
  </p:cSld>
  <p:clrMapOvr>
    <a:masterClrMapping/>
  </p:clrMapOvr>
  <p:transition spd="slow">
    <p:wip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379495" y="1475872"/>
            <a:ext cx="3433011" cy="3433011"/>
          </a:xfrm>
          <a:custGeom>
            <a:avLst/>
            <a:gdLst>
              <a:gd name="connsiteX0" fmla="*/ 1716506 w 3433011"/>
              <a:gd name="connsiteY0" fmla="*/ 0 h 3433011"/>
              <a:gd name="connsiteX1" fmla="*/ 3433011 w 3433011"/>
              <a:gd name="connsiteY1" fmla="*/ 1716506 h 3433011"/>
              <a:gd name="connsiteX2" fmla="*/ 1716506 w 3433011"/>
              <a:gd name="connsiteY2" fmla="*/ 3433011 h 3433011"/>
              <a:gd name="connsiteX3" fmla="*/ 0 w 3433011"/>
              <a:gd name="connsiteY3" fmla="*/ 1716506 h 3433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011" h="3433011">
                <a:moveTo>
                  <a:pt x="1716506" y="0"/>
                </a:moveTo>
                <a:lnTo>
                  <a:pt x="3433011" y="1716506"/>
                </a:lnTo>
                <a:lnTo>
                  <a:pt x="1716506" y="3433011"/>
                </a:lnTo>
                <a:lnTo>
                  <a:pt x="0" y="17165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03329660"/>
      </p:ext>
    </p:extLst>
  </p:cSld>
  <p:clrMapOvr>
    <a:masterClrMapping/>
  </p:clrMapOvr>
  <p:transition spd="slow">
    <p:wip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639793" y="1892372"/>
            <a:ext cx="2839222" cy="3236286"/>
          </a:xfrm>
          <a:custGeom>
            <a:avLst/>
            <a:gdLst>
              <a:gd name="connsiteX0" fmla="*/ 1447363 w 2839222"/>
              <a:gd name="connsiteY0" fmla="*/ 0 h 3236286"/>
              <a:gd name="connsiteX1" fmla="*/ 2362105 w 2839222"/>
              <a:gd name="connsiteY1" fmla="*/ 223081 h 3236286"/>
              <a:gd name="connsiteX2" fmla="*/ 2736754 w 2839222"/>
              <a:gd name="connsiteY2" fmla="*/ 932887 h 3236286"/>
              <a:gd name="connsiteX3" fmla="*/ 1825214 w 2839222"/>
              <a:gd name="connsiteY3" fmla="*/ 986256 h 3236286"/>
              <a:gd name="connsiteX4" fmla="*/ 1672579 w 2839222"/>
              <a:gd name="connsiteY4" fmla="*/ 678851 h 3236286"/>
              <a:gd name="connsiteX5" fmla="*/ 1351299 w 2839222"/>
              <a:gd name="connsiteY5" fmla="*/ 582787 h 3236286"/>
              <a:gd name="connsiteX6" fmla="*/ 1097263 w 2839222"/>
              <a:gd name="connsiteY6" fmla="*/ 654301 h 3236286"/>
              <a:gd name="connsiteX7" fmla="*/ 1011873 w 2839222"/>
              <a:gd name="connsiteY7" fmla="*/ 828284 h 3236286"/>
              <a:gd name="connsiteX8" fmla="*/ 1082320 w 2839222"/>
              <a:gd name="connsiteY8" fmla="*/ 962774 h 3236286"/>
              <a:gd name="connsiteX9" fmla="*/ 1406803 w 2839222"/>
              <a:gd name="connsiteY9" fmla="*/ 1078050 h 3236286"/>
              <a:gd name="connsiteX10" fmla="*/ 2315140 w 2839222"/>
              <a:gd name="connsiteY10" fmla="*/ 1354501 h 3236286"/>
              <a:gd name="connsiteX11" fmla="*/ 2714339 w 2839222"/>
              <a:gd name="connsiteY11" fmla="*/ 1701398 h 3236286"/>
              <a:gd name="connsiteX12" fmla="*/ 2839222 w 2839222"/>
              <a:gd name="connsiteY12" fmla="*/ 2164640 h 3236286"/>
              <a:gd name="connsiteX13" fmla="*/ 2672711 w 2839222"/>
              <a:gd name="connsiteY13" fmla="*/ 2719676 h 3236286"/>
              <a:gd name="connsiteX14" fmla="*/ 2207335 w 2839222"/>
              <a:gd name="connsiteY14" fmla="*/ 3104999 h 3236286"/>
              <a:gd name="connsiteX15" fmla="*/ 1453767 w 2839222"/>
              <a:gd name="connsiteY15" fmla="*/ 3236286 h 3236286"/>
              <a:gd name="connsiteX16" fmla="*/ 347965 w 2839222"/>
              <a:gd name="connsiteY16" fmla="*/ 2928881 h 3236286"/>
              <a:gd name="connsiteX17" fmla="*/ 0 w 2839222"/>
              <a:gd name="connsiteY17" fmla="*/ 2147562 h 3236286"/>
              <a:gd name="connsiteX18" fmla="*/ 920079 w 2839222"/>
              <a:gd name="connsiteY18" fmla="*/ 2089923 h 3236286"/>
              <a:gd name="connsiteX19" fmla="*/ 1041760 w 2839222"/>
              <a:gd name="connsiteY19" fmla="*/ 2431484 h 3236286"/>
              <a:gd name="connsiteX20" fmla="*/ 1468711 w 2839222"/>
              <a:gd name="connsiteY20" fmla="*/ 2621477 h 3236286"/>
              <a:gd name="connsiteX21" fmla="*/ 1787856 w 2839222"/>
              <a:gd name="connsiteY21" fmla="*/ 2524346 h 3236286"/>
              <a:gd name="connsiteX22" fmla="*/ 1899931 w 2839222"/>
              <a:gd name="connsiteY22" fmla="*/ 2299129 h 3236286"/>
              <a:gd name="connsiteX23" fmla="*/ 1793193 w 2839222"/>
              <a:gd name="connsiteY23" fmla="*/ 2081384 h 3236286"/>
              <a:gd name="connsiteX24" fmla="*/ 1297930 w 2839222"/>
              <a:gd name="connsiteY24" fmla="*/ 1899930 h 3236286"/>
              <a:gd name="connsiteX25" fmla="*/ 390660 w 2839222"/>
              <a:gd name="connsiteY25" fmla="*/ 1519944 h 3236286"/>
              <a:gd name="connsiteX26" fmla="*/ 117411 w 2839222"/>
              <a:gd name="connsiteY26" fmla="*/ 915809 h 3236286"/>
              <a:gd name="connsiteX27" fmla="*/ 257238 w 2839222"/>
              <a:gd name="connsiteY27" fmla="*/ 460039 h 3236286"/>
              <a:gd name="connsiteX28" fmla="*/ 677784 w 2839222"/>
              <a:gd name="connsiteY28" fmla="*/ 122748 h 3236286"/>
              <a:gd name="connsiteX29" fmla="*/ 1447363 w 2839222"/>
              <a:gd name="connsiteY29" fmla="*/ 0 h 323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839222" h="3236286">
                <a:moveTo>
                  <a:pt x="1447363" y="0"/>
                </a:moveTo>
                <a:cubicBezTo>
                  <a:pt x="1847273" y="0"/>
                  <a:pt x="2152187" y="74360"/>
                  <a:pt x="2362105" y="223081"/>
                </a:cubicBezTo>
                <a:cubicBezTo>
                  <a:pt x="2572022" y="371802"/>
                  <a:pt x="2696905" y="608404"/>
                  <a:pt x="2736754" y="932887"/>
                </a:cubicBezTo>
                <a:lnTo>
                  <a:pt x="1825214" y="986256"/>
                </a:lnTo>
                <a:cubicBezTo>
                  <a:pt x="1801020" y="845362"/>
                  <a:pt x="1750142" y="742894"/>
                  <a:pt x="1672579" y="678851"/>
                </a:cubicBezTo>
                <a:cubicBezTo>
                  <a:pt x="1595017" y="614808"/>
                  <a:pt x="1487923" y="582787"/>
                  <a:pt x="1351299" y="582787"/>
                </a:cubicBezTo>
                <a:cubicBezTo>
                  <a:pt x="1238869" y="582787"/>
                  <a:pt x="1154190" y="606625"/>
                  <a:pt x="1097263" y="654301"/>
                </a:cubicBezTo>
                <a:cubicBezTo>
                  <a:pt x="1040337" y="701978"/>
                  <a:pt x="1011873" y="759972"/>
                  <a:pt x="1011873" y="828284"/>
                </a:cubicBezTo>
                <a:cubicBezTo>
                  <a:pt x="1011873" y="878095"/>
                  <a:pt x="1035356" y="922925"/>
                  <a:pt x="1082320" y="962774"/>
                </a:cubicBezTo>
                <a:cubicBezTo>
                  <a:pt x="1127862" y="1004046"/>
                  <a:pt x="1236022" y="1042471"/>
                  <a:pt x="1406803" y="1078050"/>
                </a:cubicBezTo>
                <a:cubicBezTo>
                  <a:pt x="1829484" y="1169133"/>
                  <a:pt x="2132263" y="1261283"/>
                  <a:pt x="2315140" y="1354501"/>
                </a:cubicBezTo>
                <a:cubicBezTo>
                  <a:pt x="2498017" y="1447718"/>
                  <a:pt x="2631084" y="1563351"/>
                  <a:pt x="2714339" y="1701398"/>
                </a:cubicBezTo>
                <a:cubicBezTo>
                  <a:pt x="2797594" y="1839446"/>
                  <a:pt x="2839222" y="1993859"/>
                  <a:pt x="2839222" y="2164640"/>
                </a:cubicBezTo>
                <a:cubicBezTo>
                  <a:pt x="2839222" y="2365306"/>
                  <a:pt x="2783719" y="2550318"/>
                  <a:pt x="2672711" y="2719676"/>
                </a:cubicBezTo>
                <a:cubicBezTo>
                  <a:pt x="2561704" y="2889033"/>
                  <a:pt x="2406579" y="3017474"/>
                  <a:pt x="2207335" y="3104999"/>
                </a:cubicBezTo>
                <a:cubicBezTo>
                  <a:pt x="2008092" y="3192523"/>
                  <a:pt x="1756902" y="3236286"/>
                  <a:pt x="1453767" y="3236286"/>
                </a:cubicBezTo>
                <a:cubicBezTo>
                  <a:pt x="921502" y="3236286"/>
                  <a:pt x="552901" y="3133818"/>
                  <a:pt x="347965" y="2928881"/>
                </a:cubicBezTo>
                <a:cubicBezTo>
                  <a:pt x="143028" y="2723945"/>
                  <a:pt x="27040" y="2463505"/>
                  <a:pt x="0" y="2147562"/>
                </a:cubicBezTo>
                <a:lnTo>
                  <a:pt x="920079" y="2089923"/>
                </a:lnTo>
                <a:cubicBezTo>
                  <a:pt x="940003" y="2239356"/>
                  <a:pt x="980564" y="2353210"/>
                  <a:pt x="1041760" y="2431484"/>
                </a:cubicBezTo>
                <a:cubicBezTo>
                  <a:pt x="1141382" y="2558146"/>
                  <a:pt x="1283699" y="2621477"/>
                  <a:pt x="1468711" y="2621477"/>
                </a:cubicBezTo>
                <a:cubicBezTo>
                  <a:pt x="1606758" y="2621477"/>
                  <a:pt x="1713140" y="2589100"/>
                  <a:pt x="1787856" y="2524346"/>
                </a:cubicBezTo>
                <a:cubicBezTo>
                  <a:pt x="1862572" y="2459591"/>
                  <a:pt x="1899931" y="2384519"/>
                  <a:pt x="1899931" y="2299129"/>
                </a:cubicBezTo>
                <a:cubicBezTo>
                  <a:pt x="1899931" y="2218008"/>
                  <a:pt x="1864351" y="2145427"/>
                  <a:pt x="1793193" y="2081384"/>
                </a:cubicBezTo>
                <a:cubicBezTo>
                  <a:pt x="1722035" y="2017342"/>
                  <a:pt x="1556947" y="1956857"/>
                  <a:pt x="1297930" y="1899930"/>
                </a:cubicBezTo>
                <a:cubicBezTo>
                  <a:pt x="873826" y="1804578"/>
                  <a:pt x="571402" y="1677916"/>
                  <a:pt x="390660" y="1519944"/>
                </a:cubicBezTo>
                <a:cubicBezTo>
                  <a:pt x="208494" y="1361972"/>
                  <a:pt x="117411" y="1160594"/>
                  <a:pt x="117411" y="915809"/>
                </a:cubicBezTo>
                <a:cubicBezTo>
                  <a:pt x="117411" y="754990"/>
                  <a:pt x="164020" y="603067"/>
                  <a:pt x="257238" y="460039"/>
                </a:cubicBezTo>
                <a:cubicBezTo>
                  <a:pt x="350455" y="317010"/>
                  <a:pt x="490637" y="204580"/>
                  <a:pt x="677784" y="122748"/>
                </a:cubicBezTo>
                <a:cubicBezTo>
                  <a:pt x="864931" y="40916"/>
                  <a:pt x="1121457" y="0"/>
                  <a:pt x="14473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05575960"/>
      </p:ext>
    </p:extLst>
  </p:cSld>
  <p:clrMapOvr>
    <a:masterClrMapping/>
  </p:clrMapOvr>
  <p:transition spd="slow">
    <p:wip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271782" y="2458452"/>
            <a:ext cx="3653419" cy="2611366"/>
          </a:xfrm>
          <a:custGeom>
            <a:avLst/>
            <a:gdLst>
              <a:gd name="connsiteX0" fmla="*/ 0 w 3653419"/>
              <a:gd name="connsiteY0" fmla="*/ 0 h 2611366"/>
              <a:gd name="connsiteX1" fmla="*/ 766426 w 3653419"/>
              <a:gd name="connsiteY1" fmla="*/ 0 h 2611366"/>
              <a:gd name="connsiteX2" fmla="*/ 1042359 w 3653419"/>
              <a:gd name="connsiteY2" fmla="*/ 1461907 h 2611366"/>
              <a:gd name="connsiteX3" fmla="*/ 1446210 w 3653419"/>
              <a:gd name="connsiteY3" fmla="*/ 0 h 2611366"/>
              <a:gd name="connsiteX4" fmla="*/ 2209881 w 3653419"/>
              <a:gd name="connsiteY4" fmla="*/ 0 h 2611366"/>
              <a:gd name="connsiteX5" fmla="*/ 2614734 w 3653419"/>
              <a:gd name="connsiteY5" fmla="*/ 1459959 h 2611366"/>
              <a:gd name="connsiteX6" fmla="*/ 2890972 w 3653419"/>
              <a:gd name="connsiteY6" fmla="*/ 0 h 2611366"/>
              <a:gd name="connsiteX7" fmla="*/ 3653419 w 3653419"/>
              <a:gd name="connsiteY7" fmla="*/ 0 h 2611366"/>
              <a:gd name="connsiteX8" fmla="*/ 3077785 w 3653419"/>
              <a:gd name="connsiteY8" fmla="*/ 2611366 h 2611366"/>
              <a:gd name="connsiteX9" fmla="*/ 2286504 w 3653419"/>
              <a:gd name="connsiteY9" fmla="*/ 2611366 h 2611366"/>
              <a:gd name="connsiteX10" fmla="*/ 1828491 w 3653419"/>
              <a:gd name="connsiteY10" fmla="*/ 967238 h 2611366"/>
              <a:gd name="connsiteX11" fmla="*/ 1372259 w 3653419"/>
              <a:gd name="connsiteY11" fmla="*/ 2611366 h 2611366"/>
              <a:gd name="connsiteX12" fmla="*/ 580977 w 3653419"/>
              <a:gd name="connsiteY12" fmla="*/ 2611366 h 2611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3419" h="2611366">
                <a:moveTo>
                  <a:pt x="0" y="0"/>
                </a:moveTo>
                <a:lnTo>
                  <a:pt x="766426" y="0"/>
                </a:lnTo>
                <a:lnTo>
                  <a:pt x="1042359" y="1461907"/>
                </a:lnTo>
                <a:lnTo>
                  <a:pt x="1446210" y="0"/>
                </a:lnTo>
                <a:lnTo>
                  <a:pt x="2209881" y="0"/>
                </a:lnTo>
                <a:lnTo>
                  <a:pt x="2614734" y="1459959"/>
                </a:lnTo>
                <a:lnTo>
                  <a:pt x="2890972" y="0"/>
                </a:lnTo>
                <a:lnTo>
                  <a:pt x="3653419" y="0"/>
                </a:lnTo>
                <a:lnTo>
                  <a:pt x="3077785" y="2611366"/>
                </a:lnTo>
                <a:lnTo>
                  <a:pt x="2286504" y="2611366"/>
                </a:lnTo>
                <a:lnTo>
                  <a:pt x="1828491" y="967238"/>
                </a:lnTo>
                <a:lnTo>
                  <a:pt x="1372259" y="2611366"/>
                </a:lnTo>
                <a:lnTo>
                  <a:pt x="580977" y="26113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65185133"/>
      </p:ext>
    </p:extLst>
  </p:cSld>
  <p:clrMapOvr>
    <a:masterClrMapping/>
  </p:clrMapOvr>
  <p:transition spd="slow">
    <p:wip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179153" y="2002017"/>
            <a:ext cx="3242691" cy="3236286"/>
          </a:xfrm>
          <a:custGeom>
            <a:avLst/>
            <a:gdLst>
              <a:gd name="connsiteX0" fmla="*/ 1613874 w 3242691"/>
              <a:gd name="connsiteY0" fmla="*/ 732220 h 3236286"/>
              <a:gd name="connsiteX1" fmla="*/ 1144229 w 3242691"/>
              <a:gd name="connsiteY1" fmla="*/ 939291 h 3236286"/>
              <a:gd name="connsiteX2" fmla="*/ 967044 w 3242691"/>
              <a:gd name="connsiteY2" fmla="*/ 1624547 h 3236286"/>
              <a:gd name="connsiteX3" fmla="*/ 1143161 w 3242691"/>
              <a:gd name="connsiteY3" fmla="*/ 2305533 h 3236286"/>
              <a:gd name="connsiteX4" fmla="*/ 1622413 w 3242691"/>
              <a:gd name="connsiteY4" fmla="*/ 2512604 h 3236286"/>
              <a:gd name="connsiteX5" fmla="*/ 2104867 w 3242691"/>
              <a:gd name="connsiteY5" fmla="*/ 2309803 h 3236286"/>
              <a:gd name="connsiteX6" fmla="*/ 2275648 w 3242691"/>
              <a:gd name="connsiteY6" fmla="*/ 1581852 h 3236286"/>
              <a:gd name="connsiteX7" fmla="*/ 2097396 w 3242691"/>
              <a:gd name="connsiteY7" fmla="*/ 936089 h 3236286"/>
              <a:gd name="connsiteX8" fmla="*/ 1613874 w 3242691"/>
              <a:gd name="connsiteY8" fmla="*/ 732220 h 3236286"/>
              <a:gd name="connsiteX9" fmla="*/ 1616009 w 3242691"/>
              <a:gd name="connsiteY9" fmla="*/ 0 h 3236286"/>
              <a:gd name="connsiteX10" fmla="*/ 2820010 w 3242691"/>
              <a:gd name="connsiteY10" fmla="*/ 419479 h 3236286"/>
              <a:gd name="connsiteX11" fmla="*/ 3242691 w 3242691"/>
              <a:gd name="connsiteY11" fmla="*/ 1594660 h 3236286"/>
              <a:gd name="connsiteX12" fmla="*/ 3058035 w 3242691"/>
              <a:gd name="connsiteY12" fmla="*/ 2494459 h 3236286"/>
              <a:gd name="connsiteX13" fmla="*/ 2524347 w 3242691"/>
              <a:gd name="connsiteY13" fmla="*/ 3040956 h 3236286"/>
              <a:gd name="connsiteX14" fmla="*/ 1654435 w 3242691"/>
              <a:gd name="connsiteY14" fmla="*/ 3236286 h 3236286"/>
              <a:gd name="connsiteX15" fmla="*/ 778118 w 3242691"/>
              <a:gd name="connsiteY15" fmla="*/ 3067640 h 3236286"/>
              <a:gd name="connsiteX16" fmla="*/ 215610 w 3242691"/>
              <a:gd name="connsiteY16" fmla="*/ 2533952 h 3236286"/>
              <a:gd name="connsiteX17" fmla="*/ 0 w 3242691"/>
              <a:gd name="connsiteY17" fmla="*/ 1620278 h 3236286"/>
              <a:gd name="connsiteX18" fmla="*/ 426952 w 3242691"/>
              <a:gd name="connsiteY18" fmla="*/ 426950 h 3236286"/>
              <a:gd name="connsiteX19" fmla="*/ 1616009 w 3242691"/>
              <a:gd name="connsiteY19" fmla="*/ 0 h 3236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242691" h="3236286">
                <a:moveTo>
                  <a:pt x="1613874" y="732220"/>
                </a:moveTo>
                <a:cubicBezTo>
                  <a:pt x="1418900" y="732220"/>
                  <a:pt x="1262351" y="801244"/>
                  <a:pt x="1144229" y="939291"/>
                </a:cubicBezTo>
                <a:cubicBezTo>
                  <a:pt x="1026106" y="1077338"/>
                  <a:pt x="967044" y="1305757"/>
                  <a:pt x="967044" y="1624547"/>
                </a:cubicBezTo>
                <a:cubicBezTo>
                  <a:pt x="967044" y="1940491"/>
                  <a:pt x="1025750" y="2167486"/>
                  <a:pt x="1143161" y="2305533"/>
                </a:cubicBezTo>
                <a:cubicBezTo>
                  <a:pt x="1260573" y="2443581"/>
                  <a:pt x="1420323" y="2512604"/>
                  <a:pt x="1622413" y="2512604"/>
                </a:cubicBezTo>
                <a:cubicBezTo>
                  <a:pt x="1830196" y="2512604"/>
                  <a:pt x="1991014" y="2445004"/>
                  <a:pt x="2104867" y="2309803"/>
                </a:cubicBezTo>
                <a:cubicBezTo>
                  <a:pt x="2218721" y="2174602"/>
                  <a:pt x="2275648" y="1931952"/>
                  <a:pt x="2275648" y="1581852"/>
                </a:cubicBezTo>
                <a:cubicBezTo>
                  <a:pt x="2275648" y="1287256"/>
                  <a:pt x="2216230" y="1072002"/>
                  <a:pt x="2097396" y="936089"/>
                </a:cubicBezTo>
                <a:cubicBezTo>
                  <a:pt x="1978561" y="800176"/>
                  <a:pt x="1817387" y="732220"/>
                  <a:pt x="1613874" y="732220"/>
                </a:cubicBezTo>
                <a:close/>
                <a:moveTo>
                  <a:pt x="1616009" y="0"/>
                </a:moveTo>
                <a:cubicBezTo>
                  <a:pt x="2136889" y="0"/>
                  <a:pt x="2538223" y="139826"/>
                  <a:pt x="2820010" y="419479"/>
                </a:cubicBezTo>
                <a:cubicBezTo>
                  <a:pt x="3101797" y="699131"/>
                  <a:pt x="3242691" y="1090858"/>
                  <a:pt x="3242691" y="1594660"/>
                </a:cubicBezTo>
                <a:cubicBezTo>
                  <a:pt x="3242691" y="1960415"/>
                  <a:pt x="3181139" y="2260348"/>
                  <a:pt x="3058035" y="2494459"/>
                </a:cubicBezTo>
                <a:cubicBezTo>
                  <a:pt x="2934931" y="2728570"/>
                  <a:pt x="2757035" y="2910736"/>
                  <a:pt x="2524347" y="3040956"/>
                </a:cubicBezTo>
                <a:cubicBezTo>
                  <a:pt x="2291659" y="3171176"/>
                  <a:pt x="2001687" y="3236286"/>
                  <a:pt x="1654435" y="3236286"/>
                </a:cubicBezTo>
                <a:cubicBezTo>
                  <a:pt x="1301489" y="3236286"/>
                  <a:pt x="1009383" y="3180071"/>
                  <a:pt x="778118" y="3067640"/>
                </a:cubicBezTo>
                <a:cubicBezTo>
                  <a:pt x="546854" y="2955210"/>
                  <a:pt x="359351" y="2777314"/>
                  <a:pt x="215610" y="2533952"/>
                </a:cubicBezTo>
                <a:cubicBezTo>
                  <a:pt x="71870" y="2290590"/>
                  <a:pt x="0" y="1986032"/>
                  <a:pt x="0" y="1620278"/>
                </a:cubicBezTo>
                <a:cubicBezTo>
                  <a:pt x="0" y="1109360"/>
                  <a:pt x="142317" y="711584"/>
                  <a:pt x="426952" y="426950"/>
                </a:cubicBezTo>
                <a:cubicBezTo>
                  <a:pt x="711585" y="142316"/>
                  <a:pt x="1107938" y="0"/>
                  <a:pt x="16160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66553136"/>
      </p:ext>
    </p:extLst>
  </p:cSld>
  <p:clrMapOvr>
    <a:masterClrMapping/>
  </p:clrMapOvr>
  <p:transition spd="slow">
    <p:wip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626222" y="2061061"/>
            <a:ext cx="2939556" cy="3129549"/>
          </a:xfrm>
          <a:custGeom>
            <a:avLst/>
            <a:gdLst>
              <a:gd name="connsiteX0" fmla="*/ 0 w 2939556"/>
              <a:gd name="connsiteY0" fmla="*/ 0 h 3129549"/>
              <a:gd name="connsiteX1" fmla="*/ 2939556 w 2939556"/>
              <a:gd name="connsiteY1" fmla="*/ 0 h 3129549"/>
              <a:gd name="connsiteX2" fmla="*/ 2939556 w 2939556"/>
              <a:gd name="connsiteY2" fmla="*/ 772781 h 3129549"/>
              <a:gd name="connsiteX3" fmla="*/ 1953300 w 2939556"/>
              <a:gd name="connsiteY3" fmla="*/ 772781 h 3129549"/>
              <a:gd name="connsiteX4" fmla="*/ 1953300 w 2939556"/>
              <a:gd name="connsiteY4" fmla="*/ 3129549 h 3129549"/>
              <a:gd name="connsiteX5" fmla="*/ 986256 w 2939556"/>
              <a:gd name="connsiteY5" fmla="*/ 3129549 h 3129549"/>
              <a:gd name="connsiteX6" fmla="*/ 986256 w 2939556"/>
              <a:gd name="connsiteY6" fmla="*/ 772781 h 3129549"/>
              <a:gd name="connsiteX7" fmla="*/ 0 w 2939556"/>
              <a:gd name="connsiteY7" fmla="*/ 772781 h 3129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9556" h="3129549">
                <a:moveTo>
                  <a:pt x="0" y="0"/>
                </a:moveTo>
                <a:lnTo>
                  <a:pt x="2939556" y="0"/>
                </a:lnTo>
                <a:lnTo>
                  <a:pt x="2939556" y="772781"/>
                </a:lnTo>
                <a:lnTo>
                  <a:pt x="1953300" y="772781"/>
                </a:lnTo>
                <a:lnTo>
                  <a:pt x="1953300" y="3129549"/>
                </a:lnTo>
                <a:lnTo>
                  <a:pt x="986256" y="3129549"/>
                </a:lnTo>
                <a:lnTo>
                  <a:pt x="986256" y="772781"/>
                </a:lnTo>
                <a:lnTo>
                  <a:pt x="0" y="7727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4280308"/>
      </p:ext>
    </p:extLst>
  </p:cSld>
  <p:clrMapOvr>
    <a:masterClrMapping/>
  </p:clrMapOvr>
  <p:transition spd="slow">
    <p:wip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2" y="2108618"/>
            <a:ext cx="4747152" cy="4749382"/>
          </a:xfrm>
          <a:custGeom>
            <a:avLst/>
            <a:gdLst>
              <a:gd name="connsiteX0" fmla="*/ 0 w 4747152"/>
              <a:gd name="connsiteY0" fmla="*/ 0 h 4749382"/>
              <a:gd name="connsiteX1" fmla="*/ 483265 w 4747152"/>
              <a:gd name="connsiteY1" fmla="*/ 24401 h 4749382"/>
              <a:gd name="connsiteX2" fmla="*/ 4722635 w 4747152"/>
              <a:gd name="connsiteY2" fmla="*/ 4263773 h 4749382"/>
              <a:gd name="connsiteX3" fmla="*/ 4747152 w 4747152"/>
              <a:gd name="connsiteY3" fmla="*/ 4749277 h 4749382"/>
              <a:gd name="connsiteX4" fmla="*/ 4747152 w 4747152"/>
              <a:gd name="connsiteY4" fmla="*/ 4749382 h 4749382"/>
              <a:gd name="connsiteX5" fmla="*/ 0 w 4747152"/>
              <a:gd name="connsiteY5" fmla="*/ 4749382 h 47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7152" h="4749382">
                <a:moveTo>
                  <a:pt x="0" y="0"/>
                </a:moveTo>
                <a:lnTo>
                  <a:pt x="483265" y="24401"/>
                </a:lnTo>
                <a:cubicBezTo>
                  <a:pt x="2718565" y="251410"/>
                  <a:pt x="4495627" y="2028473"/>
                  <a:pt x="4722635" y="4263773"/>
                </a:cubicBezTo>
                <a:lnTo>
                  <a:pt x="4747152" y="4749277"/>
                </a:lnTo>
                <a:lnTo>
                  <a:pt x="4747152" y="4749382"/>
                </a:lnTo>
                <a:lnTo>
                  <a:pt x="0" y="47493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1518129"/>
      </p:ext>
    </p:extLst>
  </p:cSld>
  <p:clrMapOvr>
    <a:masterClrMapping/>
  </p:clrMapOvr>
  <p:transition spd="slow">
    <p:wip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-1117" y="-1"/>
            <a:ext cx="4749382" cy="4747152"/>
          </a:xfrm>
          <a:custGeom>
            <a:avLst/>
            <a:gdLst>
              <a:gd name="connsiteX0" fmla="*/ 0 w 4749382"/>
              <a:gd name="connsiteY0" fmla="*/ 0 h 4747152"/>
              <a:gd name="connsiteX1" fmla="*/ 4749382 w 4749382"/>
              <a:gd name="connsiteY1" fmla="*/ 0 h 4747152"/>
              <a:gd name="connsiteX2" fmla="*/ 4724981 w 4749382"/>
              <a:gd name="connsiteY2" fmla="*/ 483265 h 4747152"/>
              <a:gd name="connsiteX3" fmla="*/ 485609 w 4749382"/>
              <a:gd name="connsiteY3" fmla="*/ 4722635 h 4747152"/>
              <a:gd name="connsiteX4" fmla="*/ 105 w 4749382"/>
              <a:gd name="connsiteY4" fmla="*/ 4747152 h 4747152"/>
              <a:gd name="connsiteX5" fmla="*/ 0 w 4749382"/>
              <a:gd name="connsiteY5" fmla="*/ 4747152 h 474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9382" h="4747152">
                <a:moveTo>
                  <a:pt x="0" y="0"/>
                </a:moveTo>
                <a:lnTo>
                  <a:pt x="4749382" y="0"/>
                </a:lnTo>
                <a:lnTo>
                  <a:pt x="4724981" y="483265"/>
                </a:lnTo>
                <a:cubicBezTo>
                  <a:pt x="4497973" y="2718565"/>
                  <a:pt x="2720910" y="4495627"/>
                  <a:pt x="485609" y="4722635"/>
                </a:cubicBezTo>
                <a:lnTo>
                  <a:pt x="105" y="4747152"/>
                </a:lnTo>
                <a:lnTo>
                  <a:pt x="0" y="474715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61896078"/>
      </p:ext>
    </p:extLst>
  </p:cSld>
  <p:clrMapOvr>
    <a:masterClrMapping/>
  </p:clrMapOvr>
  <p:transition spd="slow">
    <p:wip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444847" y="2108617"/>
            <a:ext cx="4747152" cy="4749382"/>
          </a:xfrm>
          <a:custGeom>
            <a:avLst/>
            <a:gdLst>
              <a:gd name="connsiteX0" fmla="*/ 4747152 w 4747152"/>
              <a:gd name="connsiteY0" fmla="*/ 0 h 4749382"/>
              <a:gd name="connsiteX1" fmla="*/ 4747152 w 4747152"/>
              <a:gd name="connsiteY1" fmla="*/ 4749382 h 4749382"/>
              <a:gd name="connsiteX2" fmla="*/ 0 w 4747152"/>
              <a:gd name="connsiteY2" fmla="*/ 4749382 h 4749382"/>
              <a:gd name="connsiteX3" fmla="*/ 0 w 4747152"/>
              <a:gd name="connsiteY3" fmla="*/ 4749277 h 4749382"/>
              <a:gd name="connsiteX4" fmla="*/ 24517 w 4747152"/>
              <a:gd name="connsiteY4" fmla="*/ 4263773 h 4749382"/>
              <a:gd name="connsiteX5" fmla="*/ 4263888 w 4747152"/>
              <a:gd name="connsiteY5" fmla="*/ 24401 h 47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7152" h="4749382">
                <a:moveTo>
                  <a:pt x="4747152" y="0"/>
                </a:moveTo>
                <a:lnTo>
                  <a:pt x="4747152" y="4749382"/>
                </a:lnTo>
                <a:lnTo>
                  <a:pt x="0" y="4749382"/>
                </a:lnTo>
                <a:lnTo>
                  <a:pt x="0" y="4749277"/>
                </a:lnTo>
                <a:lnTo>
                  <a:pt x="24517" y="4263773"/>
                </a:lnTo>
                <a:cubicBezTo>
                  <a:pt x="251525" y="2028472"/>
                  <a:pt x="2028588" y="251410"/>
                  <a:pt x="4263888" y="244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628137"/>
      </p:ext>
    </p:extLst>
  </p:cSld>
  <p:clrMapOvr>
    <a:masterClrMapping/>
  </p:clrMapOvr>
  <p:transition spd="slow">
    <p:wip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7442617" y="0"/>
            <a:ext cx="4749382" cy="4747152"/>
          </a:xfrm>
          <a:custGeom>
            <a:avLst/>
            <a:gdLst>
              <a:gd name="connsiteX0" fmla="*/ 0 w 4749382"/>
              <a:gd name="connsiteY0" fmla="*/ 0 h 4747152"/>
              <a:gd name="connsiteX1" fmla="*/ 4749382 w 4749382"/>
              <a:gd name="connsiteY1" fmla="*/ 0 h 4747152"/>
              <a:gd name="connsiteX2" fmla="*/ 4749382 w 4749382"/>
              <a:gd name="connsiteY2" fmla="*/ 4747152 h 4747152"/>
              <a:gd name="connsiteX3" fmla="*/ 4749277 w 4749382"/>
              <a:gd name="connsiteY3" fmla="*/ 4747152 h 4747152"/>
              <a:gd name="connsiteX4" fmla="*/ 4263773 w 4749382"/>
              <a:gd name="connsiteY4" fmla="*/ 4722635 h 4747152"/>
              <a:gd name="connsiteX5" fmla="*/ 24401 w 4749382"/>
              <a:gd name="connsiteY5" fmla="*/ 483265 h 474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9382" h="4747152">
                <a:moveTo>
                  <a:pt x="0" y="0"/>
                </a:moveTo>
                <a:lnTo>
                  <a:pt x="4749382" y="0"/>
                </a:lnTo>
                <a:lnTo>
                  <a:pt x="4749382" y="4747152"/>
                </a:lnTo>
                <a:lnTo>
                  <a:pt x="4749277" y="4747152"/>
                </a:lnTo>
                <a:lnTo>
                  <a:pt x="4263773" y="4722635"/>
                </a:lnTo>
                <a:cubicBezTo>
                  <a:pt x="2028472" y="4495627"/>
                  <a:pt x="251409" y="2718565"/>
                  <a:pt x="24401" y="48326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34587053"/>
      </p:ext>
    </p:extLst>
  </p:cSld>
  <p:clrMapOvr>
    <a:masterClrMapping/>
  </p:clrMapOvr>
  <p:transition spd="slow">
    <p:wip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-2" y="1685453"/>
            <a:ext cx="12192000" cy="4137831"/>
          </a:xfrm>
          <a:custGeom>
            <a:avLst/>
            <a:gdLst>
              <a:gd name="connsiteX0" fmla="*/ 0 w 12192000"/>
              <a:gd name="connsiteY0" fmla="*/ 0 h 4137831"/>
              <a:gd name="connsiteX1" fmla="*/ 12192000 w 12192000"/>
              <a:gd name="connsiteY1" fmla="*/ 0 h 4137831"/>
              <a:gd name="connsiteX2" fmla="*/ 12192000 w 12192000"/>
              <a:gd name="connsiteY2" fmla="*/ 4137831 h 4137831"/>
              <a:gd name="connsiteX3" fmla="*/ 0 w 12192000"/>
              <a:gd name="connsiteY3" fmla="*/ 4137831 h 413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37831">
                <a:moveTo>
                  <a:pt x="0" y="0"/>
                </a:moveTo>
                <a:lnTo>
                  <a:pt x="12192000" y="0"/>
                </a:lnTo>
                <a:lnTo>
                  <a:pt x="12192000" y="4137831"/>
                </a:lnTo>
                <a:lnTo>
                  <a:pt x="0" y="41378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72288352"/>
      </p:ext>
    </p:extLst>
  </p:cSld>
  <p:clrMapOvr>
    <a:masterClrMapping/>
  </p:clrMapOvr>
  <p:transition spd="slow">
    <p:wip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201501" y="2046533"/>
            <a:ext cx="998681" cy="988927"/>
          </a:xfrm>
          <a:custGeom>
            <a:avLst/>
            <a:gdLst>
              <a:gd name="connsiteX0" fmla="*/ 0 w 998681"/>
              <a:gd name="connsiteY0" fmla="*/ 0 h 988927"/>
              <a:gd name="connsiteX1" fmla="*/ 998681 w 998681"/>
              <a:gd name="connsiteY1" fmla="*/ 0 h 988927"/>
              <a:gd name="connsiteX2" fmla="*/ 998681 w 998681"/>
              <a:gd name="connsiteY2" fmla="*/ 988927 h 988927"/>
              <a:gd name="connsiteX3" fmla="*/ 0 w 998681"/>
              <a:gd name="connsiteY3" fmla="*/ 988927 h 98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681" h="988927">
                <a:moveTo>
                  <a:pt x="0" y="0"/>
                </a:moveTo>
                <a:lnTo>
                  <a:pt x="998681" y="0"/>
                </a:lnTo>
                <a:lnTo>
                  <a:pt x="998681" y="988927"/>
                </a:lnTo>
                <a:lnTo>
                  <a:pt x="0" y="9889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1201500" y="3035461"/>
            <a:ext cx="998681" cy="964324"/>
          </a:xfrm>
          <a:custGeom>
            <a:avLst/>
            <a:gdLst>
              <a:gd name="connsiteX0" fmla="*/ 0 w 998681"/>
              <a:gd name="connsiteY0" fmla="*/ 0 h 964324"/>
              <a:gd name="connsiteX1" fmla="*/ 998681 w 998681"/>
              <a:gd name="connsiteY1" fmla="*/ 0 h 964324"/>
              <a:gd name="connsiteX2" fmla="*/ 998681 w 998681"/>
              <a:gd name="connsiteY2" fmla="*/ 964324 h 964324"/>
              <a:gd name="connsiteX3" fmla="*/ 0 w 998681"/>
              <a:gd name="connsiteY3" fmla="*/ 964324 h 964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681" h="964324">
                <a:moveTo>
                  <a:pt x="0" y="0"/>
                </a:moveTo>
                <a:lnTo>
                  <a:pt x="998681" y="0"/>
                </a:lnTo>
                <a:lnTo>
                  <a:pt x="998681" y="964324"/>
                </a:lnTo>
                <a:lnTo>
                  <a:pt x="0" y="9643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1201501" y="3975181"/>
            <a:ext cx="998681" cy="988927"/>
          </a:xfrm>
          <a:custGeom>
            <a:avLst/>
            <a:gdLst>
              <a:gd name="connsiteX0" fmla="*/ 0 w 998681"/>
              <a:gd name="connsiteY0" fmla="*/ 0 h 988927"/>
              <a:gd name="connsiteX1" fmla="*/ 998681 w 998681"/>
              <a:gd name="connsiteY1" fmla="*/ 0 h 988927"/>
              <a:gd name="connsiteX2" fmla="*/ 998681 w 998681"/>
              <a:gd name="connsiteY2" fmla="*/ 988927 h 988927"/>
              <a:gd name="connsiteX3" fmla="*/ 0 w 998681"/>
              <a:gd name="connsiteY3" fmla="*/ 988927 h 988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681" h="988927">
                <a:moveTo>
                  <a:pt x="0" y="0"/>
                </a:moveTo>
                <a:lnTo>
                  <a:pt x="998681" y="0"/>
                </a:lnTo>
                <a:lnTo>
                  <a:pt x="998681" y="988927"/>
                </a:lnTo>
                <a:lnTo>
                  <a:pt x="0" y="9889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1201500" y="4964109"/>
            <a:ext cx="998681" cy="964324"/>
          </a:xfrm>
          <a:custGeom>
            <a:avLst/>
            <a:gdLst>
              <a:gd name="connsiteX0" fmla="*/ 0 w 998681"/>
              <a:gd name="connsiteY0" fmla="*/ 0 h 964324"/>
              <a:gd name="connsiteX1" fmla="*/ 998681 w 998681"/>
              <a:gd name="connsiteY1" fmla="*/ 0 h 964324"/>
              <a:gd name="connsiteX2" fmla="*/ 998681 w 998681"/>
              <a:gd name="connsiteY2" fmla="*/ 964324 h 964324"/>
              <a:gd name="connsiteX3" fmla="*/ 0 w 998681"/>
              <a:gd name="connsiteY3" fmla="*/ 964324 h 964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8681" h="964324">
                <a:moveTo>
                  <a:pt x="0" y="0"/>
                </a:moveTo>
                <a:lnTo>
                  <a:pt x="998681" y="0"/>
                </a:lnTo>
                <a:lnTo>
                  <a:pt x="998681" y="964324"/>
                </a:lnTo>
                <a:lnTo>
                  <a:pt x="0" y="9643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3875857"/>
      </p:ext>
    </p:extLst>
  </p:cSld>
  <p:clrMapOvr>
    <a:masterClrMapping/>
  </p:clrMapOvr>
  <p:transition spd="slow">
    <p:wip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923876" y="1617483"/>
            <a:ext cx="2294385" cy="1609754"/>
          </a:xfrm>
          <a:custGeom>
            <a:avLst/>
            <a:gdLst>
              <a:gd name="connsiteX0" fmla="*/ 0 w 2294385"/>
              <a:gd name="connsiteY0" fmla="*/ 0 h 1609754"/>
              <a:gd name="connsiteX1" fmla="*/ 2294385 w 2294385"/>
              <a:gd name="connsiteY1" fmla="*/ 0 h 1609754"/>
              <a:gd name="connsiteX2" fmla="*/ 2294385 w 2294385"/>
              <a:gd name="connsiteY2" fmla="*/ 1609754 h 1609754"/>
              <a:gd name="connsiteX3" fmla="*/ 0 w 2294385"/>
              <a:gd name="connsiteY3" fmla="*/ 1609754 h 160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4385" h="1609754">
                <a:moveTo>
                  <a:pt x="0" y="0"/>
                </a:moveTo>
                <a:lnTo>
                  <a:pt x="2294385" y="0"/>
                </a:lnTo>
                <a:lnTo>
                  <a:pt x="2294385" y="1609754"/>
                </a:lnTo>
                <a:lnTo>
                  <a:pt x="0" y="16097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3607164" y="1617484"/>
            <a:ext cx="2294385" cy="1609754"/>
          </a:xfrm>
          <a:custGeom>
            <a:avLst/>
            <a:gdLst>
              <a:gd name="connsiteX0" fmla="*/ 0 w 2294385"/>
              <a:gd name="connsiteY0" fmla="*/ 0 h 1609754"/>
              <a:gd name="connsiteX1" fmla="*/ 2294385 w 2294385"/>
              <a:gd name="connsiteY1" fmla="*/ 0 h 1609754"/>
              <a:gd name="connsiteX2" fmla="*/ 2294385 w 2294385"/>
              <a:gd name="connsiteY2" fmla="*/ 1609754 h 1609754"/>
              <a:gd name="connsiteX3" fmla="*/ 0 w 2294385"/>
              <a:gd name="connsiteY3" fmla="*/ 1609754 h 160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4385" h="1609754">
                <a:moveTo>
                  <a:pt x="0" y="0"/>
                </a:moveTo>
                <a:lnTo>
                  <a:pt x="2294385" y="0"/>
                </a:lnTo>
                <a:lnTo>
                  <a:pt x="2294385" y="1609754"/>
                </a:lnTo>
                <a:lnTo>
                  <a:pt x="0" y="16097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290452" y="1617483"/>
            <a:ext cx="2294385" cy="1609754"/>
          </a:xfrm>
          <a:custGeom>
            <a:avLst/>
            <a:gdLst>
              <a:gd name="connsiteX0" fmla="*/ 0 w 2294385"/>
              <a:gd name="connsiteY0" fmla="*/ 0 h 1609754"/>
              <a:gd name="connsiteX1" fmla="*/ 2294385 w 2294385"/>
              <a:gd name="connsiteY1" fmla="*/ 0 h 1609754"/>
              <a:gd name="connsiteX2" fmla="*/ 2294385 w 2294385"/>
              <a:gd name="connsiteY2" fmla="*/ 1609754 h 1609754"/>
              <a:gd name="connsiteX3" fmla="*/ 0 w 2294385"/>
              <a:gd name="connsiteY3" fmla="*/ 1609754 h 160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4385" h="1609754">
                <a:moveTo>
                  <a:pt x="0" y="0"/>
                </a:moveTo>
                <a:lnTo>
                  <a:pt x="2294385" y="0"/>
                </a:lnTo>
                <a:lnTo>
                  <a:pt x="2294385" y="1609754"/>
                </a:lnTo>
                <a:lnTo>
                  <a:pt x="0" y="16097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8973739" y="1617484"/>
            <a:ext cx="2294385" cy="1609754"/>
          </a:xfrm>
          <a:custGeom>
            <a:avLst/>
            <a:gdLst>
              <a:gd name="connsiteX0" fmla="*/ 0 w 2294385"/>
              <a:gd name="connsiteY0" fmla="*/ 0 h 1609754"/>
              <a:gd name="connsiteX1" fmla="*/ 2294385 w 2294385"/>
              <a:gd name="connsiteY1" fmla="*/ 0 h 1609754"/>
              <a:gd name="connsiteX2" fmla="*/ 2294385 w 2294385"/>
              <a:gd name="connsiteY2" fmla="*/ 1609754 h 1609754"/>
              <a:gd name="connsiteX3" fmla="*/ 0 w 2294385"/>
              <a:gd name="connsiteY3" fmla="*/ 1609754 h 160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4385" h="1609754">
                <a:moveTo>
                  <a:pt x="0" y="0"/>
                </a:moveTo>
                <a:lnTo>
                  <a:pt x="2294385" y="0"/>
                </a:lnTo>
                <a:lnTo>
                  <a:pt x="2294385" y="1609754"/>
                </a:lnTo>
                <a:lnTo>
                  <a:pt x="0" y="16097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06663561"/>
      </p:ext>
    </p:extLst>
  </p:cSld>
  <p:clrMapOvr>
    <a:masterClrMapping/>
  </p:clrMapOvr>
  <p:transition spd="slow">
    <p:wip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-1" y="-1"/>
            <a:ext cx="12192000" cy="3358663"/>
          </a:xfrm>
          <a:custGeom>
            <a:avLst/>
            <a:gdLst>
              <a:gd name="connsiteX0" fmla="*/ 0 w 12192000"/>
              <a:gd name="connsiteY0" fmla="*/ 0 h 4197927"/>
              <a:gd name="connsiteX1" fmla="*/ 12192000 w 12192000"/>
              <a:gd name="connsiteY1" fmla="*/ 0 h 4197927"/>
              <a:gd name="connsiteX2" fmla="*/ 12192000 w 12192000"/>
              <a:gd name="connsiteY2" fmla="*/ 4197927 h 4197927"/>
              <a:gd name="connsiteX3" fmla="*/ 0 w 12192000"/>
              <a:gd name="connsiteY3" fmla="*/ 4197927 h 4197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97927">
                <a:moveTo>
                  <a:pt x="0" y="0"/>
                </a:moveTo>
                <a:lnTo>
                  <a:pt x="12192000" y="0"/>
                </a:lnTo>
                <a:lnTo>
                  <a:pt x="12192000" y="4197927"/>
                </a:lnTo>
                <a:lnTo>
                  <a:pt x="0" y="41979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88810590"/>
      </p:ext>
    </p:extLst>
  </p:cSld>
  <p:clrMapOvr>
    <a:masterClrMapping/>
  </p:clrMapOvr>
  <p:transition spd="slow">
    <p:wip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73523" y="1509485"/>
            <a:ext cx="5696647" cy="1923291"/>
          </a:xfrm>
          <a:custGeom>
            <a:avLst/>
            <a:gdLst>
              <a:gd name="connsiteX0" fmla="*/ 0 w 5696647"/>
              <a:gd name="connsiteY0" fmla="*/ 0 h 1923291"/>
              <a:gd name="connsiteX1" fmla="*/ 5696647 w 5696647"/>
              <a:gd name="connsiteY1" fmla="*/ 0 h 1923291"/>
              <a:gd name="connsiteX2" fmla="*/ 5696647 w 5696647"/>
              <a:gd name="connsiteY2" fmla="*/ 1923291 h 1923291"/>
              <a:gd name="connsiteX3" fmla="*/ 0 w 5696647"/>
              <a:gd name="connsiteY3" fmla="*/ 1923291 h 1923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96647" h="1923291">
                <a:moveTo>
                  <a:pt x="0" y="0"/>
                </a:moveTo>
                <a:lnTo>
                  <a:pt x="5696647" y="0"/>
                </a:lnTo>
                <a:lnTo>
                  <a:pt x="5696647" y="1923291"/>
                </a:lnTo>
                <a:lnTo>
                  <a:pt x="0" y="192329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56154277"/>
      </p:ext>
    </p:extLst>
  </p:cSld>
  <p:clrMapOvr>
    <a:masterClrMapping/>
  </p:clrMapOvr>
  <p:transition spd="slow">
    <p:wip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B166B35-06E3-4F7A-AF60-926DC59672EC}" type="datetime1">
              <a:rPr lang="en-US" smtClean="0"/>
              <a:pPr/>
              <a:t>5/28/2020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="" xmlns:a16="http://schemas.microsoft.com/office/drawing/2014/main" id="{C70D7CC5-559A-46A8-994D-E0B9B774EA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913439" cy="6857999"/>
          </a:xfrm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</p:spTree>
    <p:extLst>
      <p:ext uri="{BB962C8B-B14F-4D97-AF65-F5344CB8AC3E}">
        <p14:creationId xmlns="" xmlns:p14="http://schemas.microsoft.com/office/powerpoint/2010/main" val="289178468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2039352" y="304286"/>
            <a:ext cx="8113295" cy="6249427"/>
          </a:xfrm>
          <a:custGeom>
            <a:avLst/>
            <a:gdLst>
              <a:gd name="connsiteX0" fmla="*/ 2000942 w 8113295"/>
              <a:gd name="connsiteY0" fmla="*/ 0 h 6249427"/>
              <a:gd name="connsiteX1" fmla="*/ 6112353 w 8113295"/>
              <a:gd name="connsiteY1" fmla="*/ 0 h 6249427"/>
              <a:gd name="connsiteX2" fmla="*/ 8113295 w 8113295"/>
              <a:gd name="connsiteY2" fmla="*/ 3124714 h 6249427"/>
              <a:gd name="connsiteX3" fmla="*/ 6112353 w 8113295"/>
              <a:gd name="connsiteY3" fmla="*/ 6249427 h 6249427"/>
              <a:gd name="connsiteX4" fmla="*/ 2000942 w 8113295"/>
              <a:gd name="connsiteY4" fmla="*/ 6249427 h 6249427"/>
              <a:gd name="connsiteX5" fmla="*/ 0 w 8113295"/>
              <a:gd name="connsiteY5" fmla="*/ 3124714 h 6249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3295" h="6249427">
                <a:moveTo>
                  <a:pt x="2000942" y="0"/>
                </a:moveTo>
                <a:lnTo>
                  <a:pt x="6112353" y="0"/>
                </a:lnTo>
                <a:lnTo>
                  <a:pt x="8113295" y="3124714"/>
                </a:lnTo>
                <a:lnTo>
                  <a:pt x="6112353" y="6249427"/>
                </a:lnTo>
                <a:lnTo>
                  <a:pt x="2000942" y="6249427"/>
                </a:lnTo>
                <a:lnTo>
                  <a:pt x="0" y="31247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96094454"/>
      </p:ext>
    </p:extLst>
  </p:cSld>
  <p:clrMapOvr>
    <a:masterClrMapping/>
  </p:clrMapOvr>
  <p:transition spd="slow">
    <p:wip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97907338"/>
      </p:ext>
    </p:extLst>
  </p:cSld>
  <p:clrMapOvr>
    <a:masterClrMapping/>
  </p:clrMapOvr>
  <p:transition spd="slow">
    <p:wip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8A9F7A-7317-49C8-9759-471C634CC08A}" type="datetime1">
              <a:rPr kumimoji="0" lang="en-US" alt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5/28/2020</a:t>
            </a:fld>
            <a:endParaRPr kumimoji="0" lang="id-ID" altLang="id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altLang="id-ID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2913" y="6356350"/>
            <a:ext cx="2743200" cy="365125"/>
          </a:xfrm>
        </p:spPr>
        <p:txBody>
          <a:bodyPr/>
          <a:lstStyle>
            <a:lvl1pPr>
              <a:defRPr sz="1600" b="1">
                <a:solidFill>
                  <a:srgbClr val="C55A11"/>
                </a:solidFill>
                <a:latin typeface="Bookman Old Style" panose="02050604050505020204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22E38F-BA74-4722-A3F3-6B165398FF69}" type="slidenum">
              <a:rPr kumimoji="0" lang="id-ID" altLang="id-ID" sz="1600" b="1" i="0" u="none" strike="noStrike" kern="1200" cap="none" spc="0" normalizeH="0" baseline="0" noProof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d-ID" altLang="id-ID" sz="1600" b="1" i="0" u="none" strike="noStrike" kern="1200" cap="none" spc="0" normalizeH="0" baseline="0" noProof="0">
              <a:ln>
                <a:noFill/>
              </a:ln>
              <a:solidFill>
                <a:srgbClr val="C55A11"/>
              </a:solidFill>
              <a:effectLst/>
              <a:uLnTx/>
              <a:uFillTx/>
              <a:latin typeface="Bookman Old Style" panose="020506040505050202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51507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7" name="Slide Subtitle"/>
          <p:cNvSpPr txBox="1">
            <a:spLocks noGrp="1"/>
          </p:cNvSpPr>
          <p:nvPr>
            <p:ph type="body" sz="quarter" idx="13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22860" tIns="22860" rIns="22860" bIns="22860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8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68760-0D85-448A-AE91-1C2BA2A951C5}" type="slidenum">
              <a:rPr lang="id-ID" altLang="id-ID"/>
              <a:pPr>
                <a:defRPr/>
              </a:pPr>
              <a:t>‹#›</a:t>
            </a:fld>
            <a:endParaRPr lang="id-ID" altLang="id-ID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81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08BCA35-F7EC-496D-97F6-A6F7289C153B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1A70D8A-E604-428A-904A-3CA59F0BAB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78796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  <p:sldLayoutId id="2147483966" r:id="rId13"/>
    <p:sldLayoutId id="2147483967" r:id="rId14"/>
    <p:sldLayoutId id="2147483968" r:id="rId15"/>
    <p:sldLayoutId id="2147483969" r:id="rId16"/>
    <p:sldLayoutId id="2147483970" r:id="rId17"/>
    <p:sldLayoutId id="2147483973" r:id="rId18"/>
    <p:sldLayoutId id="2147483972" r:id="rId19"/>
    <p:sldLayoutId id="2147483713" r:id="rId20"/>
    <p:sldLayoutId id="2147483785" r:id="rId21"/>
    <p:sldLayoutId id="2147483709" r:id="rId22"/>
    <p:sldLayoutId id="2147483651" r:id="rId23"/>
    <p:sldLayoutId id="2147483698" r:id="rId24"/>
    <p:sldLayoutId id="2147483715" r:id="rId25"/>
    <p:sldLayoutId id="2147483699" r:id="rId26"/>
    <p:sldLayoutId id="2147483759" r:id="rId27"/>
    <p:sldLayoutId id="2147483717" r:id="rId28"/>
    <p:sldLayoutId id="2147483740" r:id="rId29"/>
    <p:sldLayoutId id="2147483739" r:id="rId30"/>
    <p:sldLayoutId id="2147483738" r:id="rId31"/>
    <p:sldLayoutId id="2147483737" r:id="rId32"/>
    <p:sldLayoutId id="2147483736" r:id="rId33"/>
    <p:sldLayoutId id="2147483734" r:id="rId34"/>
    <p:sldLayoutId id="2147483732" r:id="rId35"/>
    <p:sldLayoutId id="2147483733" r:id="rId36"/>
    <p:sldLayoutId id="2147483735" r:id="rId37"/>
    <p:sldLayoutId id="2147483731" r:id="rId38"/>
    <p:sldLayoutId id="2147483652" r:id="rId39"/>
    <p:sldLayoutId id="2147483653" r:id="rId40"/>
    <p:sldLayoutId id="2147483687" r:id="rId41"/>
    <p:sldLayoutId id="2147483656" r:id="rId42"/>
    <p:sldLayoutId id="2147483657" r:id="rId43"/>
    <p:sldLayoutId id="2147483658" r:id="rId44"/>
    <p:sldLayoutId id="2147483660" r:id="rId45"/>
    <p:sldLayoutId id="2147483775" r:id="rId46"/>
    <p:sldLayoutId id="2147483786" r:id="rId47"/>
    <p:sldLayoutId id="2147483784" r:id="rId48"/>
    <p:sldLayoutId id="2147483781" r:id="rId49"/>
    <p:sldLayoutId id="2147483684" r:id="rId50"/>
    <p:sldLayoutId id="2147483728" r:id="rId51"/>
    <p:sldLayoutId id="2147483727" r:id="rId52"/>
    <p:sldLayoutId id="2147483729" r:id="rId53"/>
    <p:sldLayoutId id="2147483683" r:id="rId54"/>
    <p:sldLayoutId id="2147483689" r:id="rId55"/>
    <p:sldLayoutId id="2147483714" r:id="rId56"/>
    <p:sldLayoutId id="2147483708" r:id="rId57"/>
    <p:sldLayoutId id="2147483730" r:id="rId58"/>
    <p:sldLayoutId id="2147483762" r:id="rId59"/>
    <p:sldLayoutId id="2147483780" r:id="rId60"/>
    <p:sldLayoutId id="2147483741" r:id="rId61"/>
    <p:sldLayoutId id="2147483742" r:id="rId62"/>
    <p:sldLayoutId id="2147483743" r:id="rId63"/>
    <p:sldLayoutId id="2147483744" r:id="rId64"/>
    <p:sldLayoutId id="2147483745" r:id="rId65"/>
    <p:sldLayoutId id="2147483746" r:id="rId66"/>
    <p:sldLayoutId id="2147483747" r:id="rId67"/>
    <p:sldLayoutId id="2147483748" r:id="rId68"/>
    <p:sldLayoutId id="2147483749" r:id="rId69"/>
    <p:sldLayoutId id="2147483750" r:id="rId70"/>
    <p:sldLayoutId id="2147483751" r:id="rId71"/>
    <p:sldLayoutId id="2147483760" r:id="rId72"/>
    <p:sldLayoutId id="2147483782" r:id="rId73"/>
    <p:sldLayoutId id="2147483783" r:id="rId74"/>
    <p:sldLayoutId id="2147483787" r:id="rId75"/>
    <p:sldLayoutId id="2147483788" r:id="rId76"/>
    <p:sldLayoutId id="2147483790" r:id="rId77"/>
    <p:sldLayoutId id="2147483987" r:id="rId78"/>
    <p:sldLayoutId id="2147483988" r:id="rId79"/>
  </p:sldLayoutIdLst>
  <p:transition spd="slow">
    <p:wipe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587500"/>
            <a:ext cx="12192000" cy="4127500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3314" name="Picture 2" descr="https://tse3.mm.bing.net/th?id=OIP.45Axkce_dREyaoOZnQB46AHaD2&amp;pid=Api&amp;P=0&amp;w=293&amp;h=15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75" y="1643062"/>
            <a:ext cx="7700605" cy="4021138"/>
          </a:xfrm>
          <a:prstGeom prst="rect">
            <a:avLst/>
          </a:prstGeom>
          <a:noFill/>
        </p:spPr>
      </p:pic>
      <p:sp>
        <p:nvSpPr>
          <p:cNvPr id="17" name="Right Triangle 16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/>
          <p:cNvSpPr/>
          <p:nvPr/>
        </p:nvSpPr>
        <p:spPr>
          <a:xfrm rot="10800000" flipV="1">
            <a:off x="11749842" y="6400800"/>
            <a:ext cx="457200" cy="457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8623300" cy="13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 descr="Hasil gambar untuk kementerian keuangan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/>
        </p:blipFill>
        <p:spPr bwMode="auto">
          <a:xfrm>
            <a:off x="5654338" y="25895"/>
            <a:ext cx="888996" cy="87354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3"/>
          <p:cNvSpPr txBox="1"/>
          <p:nvPr/>
        </p:nvSpPr>
        <p:spPr>
          <a:xfrm>
            <a:off x="3426038" y="819075"/>
            <a:ext cx="5339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 smtClean="0">
                <a:latin typeface="+mj-lt"/>
              </a:rPr>
              <a:t>KEMENTERIAN KEUANGAN</a:t>
            </a:r>
          </a:p>
          <a:p>
            <a:pPr algn="ctr"/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REPUBLIK INDONESIA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7" name="TextBox 39"/>
          <p:cNvSpPr txBox="1"/>
          <p:nvPr/>
        </p:nvSpPr>
        <p:spPr>
          <a:xfrm>
            <a:off x="7670800" y="1951317"/>
            <a:ext cx="4546600" cy="1938992"/>
          </a:xfrm>
          <a:prstGeom prst="rect">
            <a:avLst/>
          </a:prstGeom>
          <a:noFill/>
          <a:ln w="28575"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6592"/>
            <a:r>
              <a:rPr lang="id-ID" sz="2400" b="1" dirty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Kebijakan 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DAK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Nonfisik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Bidang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Pendidikan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Tahun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2020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dan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Rancangan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Kebijakan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Tahun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2021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Dalam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Kondisi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Pandemi</a:t>
            </a:r>
            <a:r>
              <a:rPr lang="en-US" sz="2400" b="1" dirty="0" smtClean="0">
                <a:solidFill>
                  <a:srgbClr val="002060"/>
                </a:solidFill>
                <a:latin typeface="Segoe UI" pitchFamily="34" charset="0"/>
                <a:cs typeface="Segoe UI" pitchFamily="34" charset="0"/>
              </a:rPr>
              <a:t> Covid-19</a:t>
            </a:r>
            <a:endParaRPr lang="id-ID" sz="2400" b="1" dirty="0">
              <a:solidFill>
                <a:srgbClr val="002060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2400" y="5803900"/>
            <a:ext cx="5809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DIREKTORAT JENDERAL PERIMBANGAN KEUANGAN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5100" y="5207000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29 Mei 2020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24800" y="4114800"/>
            <a:ext cx="4089400" cy="50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280400" y="4457700"/>
            <a:ext cx="2869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bg2">
                    <a:lumMod val="25000"/>
                  </a:schemeClr>
                </a:solidFill>
              </a:rPr>
              <a:t>Kasubdit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DAK </a:t>
            </a:r>
            <a:r>
              <a:rPr lang="en-US" b="1" dirty="0" err="1" smtClean="0">
                <a:solidFill>
                  <a:schemeClr val="bg2">
                    <a:lumMod val="25000"/>
                  </a:schemeClr>
                </a:solidFill>
              </a:rPr>
              <a:t>Nonfisik</a:t>
            </a:r>
            <a:endParaRPr lang="en-US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b="1" dirty="0" err="1" smtClean="0">
                <a:solidFill>
                  <a:schemeClr val="bg2">
                    <a:lumMod val="25000"/>
                  </a:schemeClr>
                </a:solidFill>
              </a:rPr>
              <a:t>Kresnadi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bg2">
                    <a:lumMod val="25000"/>
                  </a:schemeClr>
                </a:solidFill>
              </a:rPr>
              <a:t>Prabowo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bg2">
                    <a:lumMod val="25000"/>
                  </a:schemeClr>
                </a:solidFill>
              </a:rPr>
              <a:t>Mukti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4752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0" y="0"/>
            <a:ext cx="12434888" cy="852488"/>
            <a:chOff x="23209" y="21294"/>
            <a:chExt cx="12434608" cy="852989"/>
          </a:xfrm>
          <a:noFill/>
        </p:grpSpPr>
        <p:sp>
          <p:nvSpPr>
            <p:cNvPr id="12" name="Rectangle 11"/>
            <p:cNvSpPr/>
            <p:nvPr/>
          </p:nvSpPr>
          <p:spPr>
            <a:xfrm>
              <a:off x="23209" y="21294"/>
              <a:ext cx="12191725" cy="852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25888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3200" b="1" dirty="0">
                <a:solidFill>
                  <a:schemeClr val="tx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Title 1"/>
            <p:cNvSpPr txBox="1">
              <a:spLocks/>
            </p:cNvSpPr>
            <p:nvPr/>
          </p:nvSpPr>
          <p:spPr>
            <a:xfrm>
              <a:off x="893139" y="116600"/>
              <a:ext cx="11564678" cy="598839"/>
            </a:xfrm>
            <a:prstGeom prst="rect">
              <a:avLst/>
            </a:prstGeom>
            <a:grpFill/>
          </p:spPr>
          <p:txBody>
            <a:bodyPr lIns="68562" tIns="34281" rIns="68562" bIns="34281" anchor="ctr"/>
            <a:lstStyle>
              <a:lvl1pPr algn="ctr">
                <a:spcBef>
                  <a:spcPct val="0"/>
                </a:spcBef>
                <a:buNone/>
                <a:tabLst>
                  <a:tab pos="5380038" algn="l"/>
                </a:tabLst>
                <a:defRPr sz="2800" b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j-cs"/>
                </a:defRPr>
              </a:lvl1pPr>
            </a:lstStyle>
            <a:p>
              <a:pPr algn="l">
                <a:lnSpc>
                  <a:spcPct val="90000"/>
                </a:lnSpc>
                <a:tabLst>
                  <a:tab pos="4035029" algn="l"/>
                </a:tabLst>
                <a:defRPr/>
              </a:pPr>
              <a:r>
                <a:rPr lang="sv-SE" dirty="0" smtClean="0">
                  <a:solidFill>
                    <a:schemeClr val="tx1"/>
                  </a:solidFill>
                  <a:latin typeface="Segoe UI" pitchFamily="34" charset="0"/>
                  <a:ea typeface="+mj-ea"/>
                  <a:cs typeface="Segoe UI" pitchFamily="34" charset="0"/>
                </a:rPr>
                <a:t>ARAH KEBIJAKAN </a:t>
              </a:r>
              <a:r>
                <a:rPr lang="sv-SE" dirty="0" smtClean="0">
                  <a:solidFill>
                    <a:schemeClr val="tx1"/>
                  </a:solidFill>
                  <a:latin typeface="Segoe UI" pitchFamily="34" charset="0"/>
                  <a:ea typeface="+mj-ea"/>
                  <a:cs typeface="Segoe UI" pitchFamily="34" charset="0"/>
                </a:rPr>
                <a:t>DAK NONFISIK 2020</a:t>
              </a:r>
              <a:endParaRPr lang="fi-FI" dirty="0">
                <a:solidFill>
                  <a:schemeClr val="tx1"/>
                </a:solidFill>
                <a:latin typeface="Segoe UI" pitchFamily="34" charset="0"/>
                <a:ea typeface="+mj-ea"/>
                <a:cs typeface="Segoe UI" pitchFamily="34" charset="0"/>
              </a:endParaRPr>
            </a:p>
          </p:txBody>
        </p:sp>
      </p:grpSp>
      <p:pic>
        <p:nvPicPr>
          <p:cNvPr id="27653" name="Picture 10" descr="https://upload.wikimedia.org/wikipedia/commons/5/5b/Logo_of_the_Ministry_of_Finance_of_the_Republic_of_Indonesia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0" y="79375"/>
            <a:ext cx="6794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3170247C-F9A6-4156-97A2-F80437BC575C}"/>
              </a:ext>
            </a:extLst>
          </p:cNvPr>
          <p:cNvSpPr/>
          <p:nvPr/>
        </p:nvSpPr>
        <p:spPr>
          <a:xfrm>
            <a:off x="831274" y="563568"/>
            <a:ext cx="108220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dirty="0">
                <a:latin typeface="Tw Cen MT" panose="020B0602020104020603" pitchFamily="34" charset="0"/>
              </a:rPr>
              <a:t>Dana </a:t>
            </a:r>
            <a:r>
              <a:rPr lang="en-US" sz="1600" dirty="0" err="1">
                <a:latin typeface="Tw Cen MT" panose="020B0602020104020603" pitchFamily="34" charset="0"/>
              </a:rPr>
              <a:t>Alokasi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Khusus</a:t>
            </a:r>
            <a:r>
              <a:rPr lang="en-US" sz="1600" dirty="0">
                <a:latin typeface="Tw Cen MT" panose="020B0602020104020603" pitchFamily="34" charset="0"/>
              </a:rPr>
              <a:t> (DAK) </a:t>
            </a:r>
            <a:r>
              <a:rPr lang="en-US" sz="1600" dirty="0" err="1">
                <a:latin typeface="Tw Cen MT" panose="020B0602020104020603" pitchFamily="34" charset="0"/>
              </a:rPr>
              <a:t>Nonfisik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dialokasikan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berdasarkan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jumlah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sasaran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satuan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biaya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dibutuhkan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untuk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mempermudah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aksesibilitas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masyarakat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terhadap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layanan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dasar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publik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semakin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 smtClean="0">
                <a:latin typeface="Tw Cen MT" panose="020B0602020104020603" pitchFamily="34" charset="0"/>
              </a:rPr>
              <a:t>berkualitas</a:t>
            </a:r>
            <a:r>
              <a:rPr lang="en-US" sz="1600" dirty="0" smtClean="0">
                <a:latin typeface="Tw Cen MT" panose="020B0602020104020603" pitchFamily="34" charset="0"/>
              </a:rPr>
              <a:t>.    </a:t>
            </a:r>
            <a:endParaRPr lang="en-US" sz="1600" dirty="0">
              <a:latin typeface="Tw Cen MT" panose="020B06020201040206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79B862E4-843A-430E-B97C-D6825B664CDD}"/>
              </a:ext>
            </a:extLst>
          </p:cNvPr>
          <p:cNvCxnSpPr>
            <a:cxnSpLocks/>
          </p:cNvCxnSpPr>
          <p:nvPr/>
        </p:nvCxnSpPr>
        <p:spPr>
          <a:xfrm>
            <a:off x="4266424" y="1966756"/>
            <a:ext cx="0" cy="402186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A0759533-8464-4621-B7B2-C776279F7C1C}"/>
              </a:ext>
            </a:extLst>
          </p:cNvPr>
          <p:cNvSpPr txBox="1"/>
          <p:nvPr/>
        </p:nvSpPr>
        <p:spPr>
          <a:xfrm>
            <a:off x="4440154" y="2029831"/>
            <a:ext cx="7453584" cy="225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1600" b="1" u="sng" dirty="0" smtClean="0">
                <a:latin typeface="Tw Cen MT" panose="020B0602020104020603" pitchFamily="34" charset="0"/>
              </a:rPr>
              <a:t>PENGUATAN</a:t>
            </a:r>
            <a:endParaRPr lang="en-US" sz="1600" b="1" u="sng" dirty="0">
              <a:latin typeface="Tw Cen MT" panose="020B0602020104020603" pitchFamily="34" charset="0"/>
            </a:endParaRPr>
          </a:p>
          <a:p>
            <a:pPr marL="214313" indent="-214313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600" dirty="0" err="1">
                <a:latin typeface="Tw Cen MT" panose="020B0602020104020603" pitchFamily="34" charset="0"/>
              </a:rPr>
              <a:t>Melanjutkan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peningkatkan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kualitas</a:t>
            </a:r>
            <a:r>
              <a:rPr lang="en-US" sz="1600" dirty="0">
                <a:latin typeface="Tw Cen MT" panose="020B0602020104020603" pitchFamily="34" charset="0"/>
              </a:rPr>
              <a:t> SDM  </a:t>
            </a:r>
            <a:r>
              <a:rPr lang="en-US" sz="1600" dirty="0" err="1">
                <a:latin typeface="Tw Cen MT" panose="020B0602020104020603" pitchFamily="34" charset="0"/>
              </a:rPr>
              <a:t>dan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daya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saing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daerah</a:t>
            </a:r>
            <a:r>
              <a:rPr lang="en-US" sz="1600" dirty="0">
                <a:latin typeface="Tw Cen MT" panose="020B0602020104020603" pitchFamily="34" charset="0"/>
              </a:rPr>
              <a:t>, </a:t>
            </a:r>
            <a:r>
              <a:rPr lang="en-US" sz="1600" dirty="0" err="1">
                <a:latin typeface="Tw Cen MT" panose="020B0602020104020603" pitchFamily="34" charset="0"/>
              </a:rPr>
              <a:t>terutama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bidang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pendidikan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kesehatan</a:t>
            </a:r>
            <a:r>
              <a:rPr lang="en-US" sz="1600" dirty="0">
                <a:latin typeface="Tw Cen MT" panose="020B0602020104020603" pitchFamily="34" charset="0"/>
              </a:rPr>
              <a:t>.</a:t>
            </a:r>
          </a:p>
          <a:p>
            <a:pPr marL="214313" indent="-214313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600" dirty="0" err="1">
                <a:latin typeface="Tw Cen MT" panose="020B0602020104020603" pitchFamily="34" charset="0"/>
              </a:rPr>
              <a:t>Melanjutkan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peningkatkan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kualitas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pengalokasian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penyaluran</a:t>
            </a:r>
            <a:r>
              <a:rPr lang="en-US" sz="1600" dirty="0">
                <a:latin typeface="Tw Cen MT" panose="020B0602020104020603" pitchFamily="34" charset="0"/>
              </a:rPr>
              <a:t>.</a:t>
            </a:r>
          </a:p>
          <a:p>
            <a:pPr marL="214313" indent="-214313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600" dirty="0" err="1">
                <a:latin typeface="Tw Cen MT" panose="020B0602020104020603" pitchFamily="34" charset="0"/>
              </a:rPr>
              <a:t>Melanjutkan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penyempurnaan</a:t>
            </a:r>
            <a:r>
              <a:rPr lang="en-US" sz="1600" dirty="0">
                <a:latin typeface="Tw Cen MT" panose="020B0602020104020603" pitchFamily="34" charset="0"/>
              </a:rPr>
              <a:t> unit cost </a:t>
            </a:r>
            <a:r>
              <a:rPr lang="en-US" sz="1600" dirty="0" err="1">
                <a:latin typeface="Tw Cen MT" panose="020B0602020104020603" pitchFamily="34" charset="0"/>
              </a:rPr>
              <a:t>dalam</a:t>
            </a:r>
            <a:r>
              <a:rPr lang="en-US" sz="1600" dirty="0">
                <a:latin typeface="Tw Cen MT" panose="020B0602020104020603" pitchFamily="34" charset="0"/>
              </a:rPr>
              <a:t> proses </a:t>
            </a:r>
            <a:r>
              <a:rPr lang="en-US" sz="1600" dirty="0" err="1">
                <a:latin typeface="Tw Cen MT" panose="020B0602020104020603" pitchFamily="34" charset="0"/>
              </a:rPr>
              <a:t>pengalokasian</a:t>
            </a:r>
            <a:r>
              <a:rPr lang="en-US" sz="1600" dirty="0">
                <a:latin typeface="Tw Cen MT" panose="020B0602020104020603" pitchFamily="34" charset="0"/>
              </a:rPr>
              <a:t>.</a:t>
            </a:r>
          </a:p>
          <a:p>
            <a:pPr marL="214313" indent="-214313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600" dirty="0" err="1">
                <a:latin typeface="Tw Cen MT" panose="020B0602020104020603" pitchFamily="34" charset="0"/>
              </a:rPr>
              <a:t>Melanjutkan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pemutakhiran</a:t>
            </a:r>
            <a:r>
              <a:rPr lang="en-US" sz="1600" dirty="0">
                <a:latin typeface="Tw Cen MT" panose="020B0602020104020603" pitchFamily="34" charset="0"/>
              </a:rPr>
              <a:t> data </a:t>
            </a:r>
            <a:r>
              <a:rPr lang="en-US" sz="1600" dirty="0" err="1">
                <a:latin typeface="Tw Cen MT" panose="020B0602020104020603" pitchFamily="34" charset="0"/>
              </a:rPr>
              <a:t>sasaran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mencerminkan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kebutuhan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riil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daerah</a:t>
            </a:r>
            <a:r>
              <a:rPr lang="en-US" sz="1600" dirty="0">
                <a:latin typeface="Tw Cen MT" panose="020B0602020104020603" pitchFamily="34" charset="0"/>
              </a:rPr>
              <a:t>.</a:t>
            </a:r>
          </a:p>
          <a:p>
            <a:pPr marL="214313" indent="-214313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600" dirty="0" err="1">
                <a:latin typeface="Tw Cen MT" panose="020B0602020104020603" pitchFamily="34" charset="0"/>
              </a:rPr>
              <a:t>Melanjutkan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penguatan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kebijakan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afirmasi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untuk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mengejar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ketertinggalan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kuantitas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kualitas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layanan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publik</a:t>
            </a:r>
            <a:r>
              <a:rPr lang="en-US" sz="1600" dirty="0">
                <a:latin typeface="Tw Cen MT" panose="020B0602020104020603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CB94BA73-FA32-4388-A264-AE44262CA1BD}"/>
              </a:ext>
            </a:extLst>
          </p:cNvPr>
          <p:cNvSpPr txBox="1"/>
          <p:nvPr/>
        </p:nvSpPr>
        <p:spPr>
          <a:xfrm>
            <a:off x="4471126" y="4532470"/>
            <a:ext cx="7393926" cy="171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b="1" u="sng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BARU</a:t>
            </a:r>
          </a:p>
          <a:p>
            <a:pPr marL="214313" indent="-214313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sv-SE" sz="16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Perubahan Penyaluran DAK Nonfisik TA 2020 pada Dana Bantuan Operasional  Sekolah (BOS) dan Dana Pelayanan Adminduk</a:t>
            </a:r>
          </a:p>
          <a:p>
            <a:pPr marL="214313" indent="-214313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sv-SE" sz="16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Menambah menu kegiatan sarana pelayanan farmasi dan industri rumah tangga pangan pada Dana Bantuan Operasional Kesehatan (BOK</a:t>
            </a:r>
            <a:r>
              <a:rPr lang="sv-SE" sz="1600" dirty="0" smtClean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) </a:t>
            </a:r>
            <a:r>
              <a:rPr lang="sv-SE" sz="16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untuk meningkatkan pelayanan kesehatan.</a:t>
            </a:r>
          </a:p>
        </p:txBody>
      </p:sp>
      <p:sp>
        <p:nvSpPr>
          <p:cNvPr id="27" name="Rectangle: Rounded Corners 28">
            <a:extLst>
              <a:ext uri="{FF2B5EF4-FFF2-40B4-BE49-F238E27FC236}">
                <a16:creationId xmlns="" xmlns:a16="http://schemas.microsoft.com/office/drawing/2014/main" id="{6D084FE7-A74F-434A-9A36-4D2E71FC3C4B}"/>
              </a:ext>
            </a:extLst>
          </p:cNvPr>
          <p:cNvSpPr/>
          <p:nvPr/>
        </p:nvSpPr>
        <p:spPr>
          <a:xfrm>
            <a:off x="393431" y="1517307"/>
            <a:ext cx="3667995" cy="314980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id-ID" sz="1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Perkembangan </a:t>
            </a:r>
            <a:r>
              <a:rPr lang="en-US" sz="1400" b="1" dirty="0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DAK </a:t>
            </a:r>
            <a:r>
              <a:rPr lang="en-US" sz="1400" b="1" dirty="0" err="1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Nonfisik</a:t>
            </a:r>
            <a:r>
              <a:rPr lang="en-US" sz="1400" b="1" dirty="0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 2015</a:t>
            </a:r>
            <a:r>
              <a:rPr lang="id-ID" sz="1400" b="1" dirty="0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-2020</a:t>
            </a:r>
            <a:endParaRPr lang="en-US" sz="1400" b="1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taatliches" panose="020B0604020202020204" charset="0"/>
            </a:endParaRPr>
          </a:p>
        </p:txBody>
      </p:sp>
      <p:sp>
        <p:nvSpPr>
          <p:cNvPr id="28" name="Rectangle: Rounded Corners 45">
            <a:extLst>
              <a:ext uri="{FF2B5EF4-FFF2-40B4-BE49-F238E27FC236}">
                <a16:creationId xmlns="" xmlns:a16="http://schemas.microsoft.com/office/drawing/2014/main" id="{159FAC51-9CB7-47E2-B2A5-DCBBD1D938E4}"/>
              </a:ext>
            </a:extLst>
          </p:cNvPr>
          <p:cNvSpPr/>
          <p:nvPr/>
        </p:nvSpPr>
        <p:spPr>
          <a:xfrm>
            <a:off x="5909988" y="1521998"/>
            <a:ext cx="4421544" cy="332006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id-ID" sz="15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Pokok-pokok Kebijakan </a:t>
            </a:r>
            <a:r>
              <a:rPr lang="en-US" sz="1500" b="1" dirty="0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DAK </a:t>
            </a:r>
            <a:r>
              <a:rPr lang="en-US" sz="1500" b="1" dirty="0" err="1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Nonfisik</a:t>
            </a:r>
            <a:r>
              <a:rPr lang="id-ID" sz="1500" b="1" dirty="0" smtClean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 </a:t>
            </a:r>
            <a:r>
              <a:rPr lang="id-ID" sz="15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taatliches" panose="020B0604020202020204" charset="0"/>
              </a:rPr>
              <a:t>2020</a:t>
            </a:r>
            <a:endParaRPr lang="en-US" sz="1500" b="1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taatliches" panose="020B0604020202020204" charset="0"/>
            </a:endParaRPr>
          </a:p>
        </p:txBody>
      </p:sp>
      <p:sp>
        <p:nvSpPr>
          <p:cNvPr id="29" name="Google Shape;439;p26"/>
          <p:cNvSpPr/>
          <p:nvPr/>
        </p:nvSpPr>
        <p:spPr>
          <a:xfrm>
            <a:off x="4470812" y="1949534"/>
            <a:ext cx="7226615" cy="4439392"/>
          </a:xfrm>
          <a:custGeom>
            <a:avLst/>
            <a:gdLst/>
            <a:ahLst/>
            <a:cxnLst/>
            <a:rect l="l" t="t" r="r" b="b"/>
            <a:pathLst>
              <a:path w="53747" h="74336" extrusionOk="0">
                <a:moveTo>
                  <a:pt x="52246" y="65"/>
                </a:moveTo>
                <a:cubicBezTo>
                  <a:pt x="53040" y="65"/>
                  <a:pt x="53682" y="711"/>
                  <a:pt x="53682" y="1501"/>
                </a:cubicBezTo>
                <a:lnTo>
                  <a:pt x="53682" y="72835"/>
                </a:lnTo>
                <a:cubicBezTo>
                  <a:pt x="53682" y="73625"/>
                  <a:pt x="53040" y="74268"/>
                  <a:pt x="52246" y="74268"/>
                </a:cubicBezTo>
                <a:lnTo>
                  <a:pt x="1501" y="74268"/>
                </a:lnTo>
                <a:cubicBezTo>
                  <a:pt x="711" y="74268"/>
                  <a:pt x="65" y="73625"/>
                  <a:pt x="65" y="72835"/>
                </a:cubicBezTo>
                <a:lnTo>
                  <a:pt x="65" y="1501"/>
                </a:lnTo>
                <a:cubicBezTo>
                  <a:pt x="65" y="711"/>
                  <a:pt x="711" y="65"/>
                  <a:pt x="1501" y="65"/>
                </a:cubicBezTo>
                <a:close/>
                <a:moveTo>
                  <a:pt x="1501" y="1"/>
                </a:moveTo>
                <a:cubicBezTo>
                  <a:pt x="676" y="1"/>
                  <a:pt x="0" y="675"/>
                  <a:pt x="0" y="1501"/>
                </a:cubicBezTo>
                <a:lnTo>
                  <a:pt x="0" y="72835"/>
                </a:lnTo>
                <a:cubicBezTo>
                  <a:pt x="0" y="73660"/>
                  <a:pt x="676" y="74336"/>
                  <a:pt x="1501" y="74336"/>
                </a:cubicBezTo>
                <a:lnTo>
                  <a:pt x="52246" y="74336"/>
                </a:lnTo>
                <a:cubicBezTo>
                  <a:pt x="53076" y="74336"/>
                  <a:pt x="53747" y="73660"/>
                  <a:pt x="53747" y="72835"/>
                </a:cubicBezTo>
                <a:lnTo>
                  <a:pt x="53747" y="1501"/>
                </a:lnTo>
                <a:cubicBezTo>
                  <a:pt x="53747" y="675"/>
                  <a:pt x="53076" y="1"/>
                  <a:pt x="52246" y="1"/>
                </a:cubicBezTo>
                <a:close/>
              </a:path>
            </a:pathLst>
          </a:custGeom>
          <a:ln w="28575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" name="Group 137">
            <a:extLst>
              <a:ext uri="{FF2B5EF4-FFF2-40B4-BE49-F238E27FC236}">
                <a16:creationId xmlns="" xmlns:a16="http://schemas.microsoft.com/office/drawing/2014/main" id="{4437B469-C514-4C73-895D-306F2519D12D}"/>
              </a:ext>
            </a:extLst>
          </p:cNvPr>
          <p:cNvGrpSpPr/>
          <p:nvPr/>
        </p:nvGrpSpPr>
        <p:grpSpPr>
          <a:xfrm>
            <a:off x="467408" y="2218977"/>
            <a:ext cx="625124" cy="534835"/>
            <a:chOff x="2904735" y="5046753"/>
            <a:chExt cx="1215707" cy="1207993"/>
          </a:xfrm>
        </p:grpSpPr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79C35C7E-33CD-4BAB-A56B-E55AF9093A7B}"/>
                </a:ext>
              </a:extLst>
            </p:cNvPr>
            <p:cNvSpPr/>
            <p:nvPr/>
          </p:nvSpPr>
          <p:spPr>
            <a:xfrm>
              <a:off x="2904735" y="5046753"/>
              <a:ext cx="1215707" cy="1207993"/>
            </a:xfrm>
            <a:prstGeom prst="ellipse">
              <a:avLst/>
            </a:prstGeom>
            <a:solidFill>
              <a:srgbClr val="EEEC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4005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88009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82014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76018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70023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64028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58032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52037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89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="" xmlns:a16="http://schemas.microsoft.com/office/drawing/2014/main" id="{09CBE722-2234-4DE5-92B6-0A80429ED5EA}"/>
                </a:ext>
              </a:extLst>
            </p:cNvPr>
            <p:cNvSpPr/>
            <p:nvPr/>
          </p:nvSpPr>
          <p:spPr>
            <a:xfrm>
              <a:off x="3058593" y="5156362"/>
              <a:ext cx="914401" cy="85761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4005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88009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82014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76018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70023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64028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58032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52037" algn="l" defTabSz="988009" rtl="0" eaLnBrk="1" latinLnBrk="0" hangingPunct="1">
                <a:defRPr sz="19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89">
                <a:solidFill>
                  <a:schemeClr val="accent3"/>
                </a:solidFill>
              </a:endParaRPr>
            </a:p>
          </p:txBody>
        </p:sp>
        <p:grpSp>
          <p:nvGrpSpPr>
            <p:cNvPr id="33" name="Group 145">
              <a:extLst>
                <a:ext uri="{FF2B5EF4-FFF2-40B4-BE49-F238E27FC236}">
                  <a16:creationId xmlns="" xmlns:a16="http://schemas.microsoft.com/office/drawing/2014/main" id="{1BFEF4AB-7438-4EF7-9574-8CFE92601DC0}"/>
                </a:ext>
              </a:extLst>
            </p:cNvPr>
            <p:cNvGrpSpPr/>
            <p:nvPr/>
          </p:nvGrpSpPr>
          <p:grpSpPr>
            <a:xfrm>
              <a:off x="3209554" y="5281467"/>
              <a:ext cx="697225" cy="850772"/>
              <a:chOff x="3891048" y="2848737"/>
              <a:chExt cx="556255" cy="508600"/>
            </a:xfrm>
          </p:grpSpPr>
          <p:sp>
            <p:nvSpPr>
              <p:cNvPr id="34" name="Freeform 66">
                <a:extLst>
                  <a:ext uri="{FF2B5EF4-FFF2-40B4-BE49-F238E27FC236}">
                    <a16:creationId xmlns="" xmlns:a16="http://schemas.microsoft.com/office/drawing/2014/main" id="{288F3F05-6227-4716-8E10-7E8637C48C3F}"/>
                  </a:ext>
                </a:extLst>
              </p:cNvPr>
              <p:cNvSpPr/>
              <p:nvPr/>
            </p:nvSpPr>
            <p:spPr>
              <a:xfrm>
                <a:off x="3891048" y="2848737"/>
                <a:ext cx="530244" cy="508600"/>
              </a:xfrm>
              <a:custGeom>
                <a:avLst/>
                <a:gdLst>
                  <a:gd name="connsiteX0" fmla="*/ 254505 w 532978"/>
                  <a:gd name="connsiteY0" fmla="*/ 2320 h 503878"/>
                  <a:gd name="connsiteX1" fmla="*/ 530448 w 532978"/>
                  <a:gd name="connsiteY1" fmla="*/ 305317 h 503878"/>
                  <a:gd name="connsiteX2" fmla="*/ 373539 w 532978"/>
                  <a:gd name="connsiteY2" fmla="*/ 470341 h 503878"/>
                  <a:gd name="connsiteX3" fmla="*/ 75953 w 532978"/>
                  <a:gd name="connsiteY3" fmla="*/ 489279 h 503878"/>
                  <a:gd name="connsiteX4" fmla="*/ 204 w 532978"/>
                  <a:gd name="connsiteY4" fmla="*/ 299906 h 503878"/>
                  <a:gd name="connsiteX5" fmla="*/ 89480 w 532978"/>
                  <a:gd name="connsiteY5" fmla="*/ 205220 h 503878"/>
                  <a:gd name="connsiteX6" fmla="*/ 167934 w 532978"/>
                  <a:gd name="connsiteY6" fmla="*/ 167345 h 503878"/>
                  <a:gd name="connsiteX7" fmla="*/ 254505 w 532978"/>
                  <a:gd name="connsiteY7" fmla="*/ 2320 h 503878"/>
                  <a:gd name="connsiteX0" fmla="*/ 255318 w 533554"/>
                  <a:gd name="connsiteY0" fmla="*/ 2320 h 521393"/>
                  <a:gd name="connsiteX1" fmla="*/ 531261 w 533554"/>
                  <a:gd name="connsiteY1" fmla="*/ 305317 h 521393"/>
                  <a:gd name="connsiteX2" fmla="*/ 374352 w 533554"/>
                  <a:gd name="connsiteY2" fmla="*/ 470341 h 521393"/>
                  <a:gd name="connsiteX3" fmla="*/ 152516 w 533554"/>
                  <a:gd name="connsiteY3" fmla="*/ 510921 h 521393"/>
                  <a:gd name="connsiteX4" fmla="*/ 1017 w 533554"/>
                  <a:gd name="connsiteY4" fmla="*/ 299906 h 521393"/>
                  <a:gd name="connsiteX5" fmla="*/ 90293 w 533554"/>
                  <a:gd name="connsiteY5" fmla="*/ 205220 h 521393"/>
                  <a:gd name="connsiteX6" fmla="*/ 168747 w 533554"/>
                  <a:gd name="connsiteY6" fmla="*/ 167345 h 521393"/>
                  <a:gd name="connsiteX7" fmla="*/ 255318 w 533554"/>
                  <a:gd name="connsiteY7" fmla="*/ 2320 h 521393"/>
                  <a:gd name="connsiteX0" fmla="*/ 255318 w 533554"/>
                  <a:gd name="connsiteY0" fmla="*/ 2320 h 521393"/>
                  <a:gd name="connsiteX1" fmla="*/ 531261 w 533554"/>
                  <a:gd name="connsiteY1" fmla="*/ 305317 h 521393"/>
                  <a:gd name="connsiteX2" fmla="*/ 374352 w 533554"/>
                  <a:gd name="connsiteY2" fmla="*/ 470341 h 521393"/>
                  <a:gd name="connsiteX3" fmla="*/ 152516 w 533554"/>
                  <a:gd name="connsiteY3" fmla="*/ 510921 h 521393"/>
                  <a:gd name="connsiteX4" fmla="*/ 1017 w 533554"/>
                  <a:gd name="connsiteY4" fmla="*/ 299906 h 521393"/>
                  <a:gd name="connsiteX5" fmla="*/ 90293 w 533554"/>
                  <a:gd name="connsiteY5" fmla="*/ 205220 h 521393"/>
                  <a:gd name="connsiteX6" fmla="*/ 168747 w 533554"/>
                  <a:gd name="connsiteY6" fmla="*/ 167345 h 521393"/>
                  <a:gd name="connsiteX7" fmla="*/ 255318 w 533554"/>
                  <a:gd name="connsiteY7" fmla="*/ 2320 h 521393"/>
                  <a:gd name="connsiteX0" fmla="*/ 255318 w 533554"/>
                  <a:gd name="connsiteY0" fmla="*/ 2320 h 521393"/>
                  <a:gd name="connsiteX1" fmla="*/ 531261 w 533554"/>
                  <a:gd name="connsiteY1" fmla="*/ 305317 h 521393"/>
                  <a:gd name="connsiteX2" fmla="*/ 374352 w 533554"/>
                  <a:gd name="connsiteY2" fmla="*/ 470341 h 521393"/>
                  <a:gd name="connsiteX3" fmla="*/ 152516 w 533554"/>
                  <a:gd name="connsiteY3" fmla="*/ 510921 h 521393"/>
                  <a:gd name="connsiteX4" fmla="*/ 1017 w 533554"/>
                  <a:gd name="connsiteY4" fmla="*/ 299906 h 521393"/>
                  <a:gd name="connsiteX5" fmla="*/ 90293 w 533554"/>
                  <a:gd name="connsiteY5" fmla="*/ 205220 h 521393"/>
                  <a:gd name="connsiteX6" fmla="*/ 168747 w 533554"/>
                  <a:gd name="connsiteY6" fmla="*/ 167345 h 521393"/>
                  <a:gd name="connsiteX7" fmla="*/ 255318 w 533554"/>
                  <a:gd name="connsiteY7" fmla="*/ 2320 h 521393"/>
                  <a:gd name="connsiteX0" fmla="*/ 255318 w 533554"/>
                  <a:gd name="connsiteY0" fmla="*/ 2320 h 510921"/>
                  <a:gd name="connsiteX1" fmla="*/ 531261 w 533554"/>
                  <a:gd name="connsiteY1" fmla="*/ 305317 h 510921"/>
                  <a:gd name="connsiteX2" fmla="*/ 374352 w 533554"/>
                  <a:gd name="connsiteY2" fmla="*/ 470341 h 510921"/>
                  <a:gd name="connsiteX3" fmla="*/ 152516 w 533554"/>
                  <a:gd name="connsiteY3" fmla="*/ 510921 h 510921"/>
                  <a:gd name="connsiteX4" fmla="*/ 1017 w 533554"/>
                  <a:gd name="connsiteY4" fmla="*/ 299906 h 510921"/>
                  <a:gd name="connsiteX5" fmla="*/ 90293 w 533554"/>
                  <a:gd name="connsiteY5" fmla="*/ 205220 h 510921"/>
                  <a:gd name="connsiteX6" fmla="*/ 168747 w 533554"/>
                  <a:gd name="connsiteY6" fmla="*/ 167345 h 510921"/>
                  <a:gd name="connsiteX7" fmla="*/ 255318 w 533554"/>
                  <a:gd name="connsiteY7" fmla="*/ 2320 h 510921"/>
                  <a:gd name="connsiteX0" fmla="*/ 255318 w 531261"/>
                  <a:gd name="connsiteY0" fmla="*/ 2320 h 510921"/>
                  <a:gd name="connsiteX1" fmla="*/ 531261 w 531261"/>
                  <a:gd name="connsiteY1" fmla="*/ 305317 h 510921"/>
                  <a:gd name="connsiteX2" fmla="*/ 374352 w 531261"/>
                  <a:gd name="connsiteY2" fmla="*/ 470341 h 510921"/>
                  <a:gd name="connsiteX3" fmla="*/ 152516 w 531261"/>
                  <a:gd name="connsiteY3" fmla="*/ 510921 h 510921"/>
                  <a:gd name="connsiteX4" fmla="*/ 1017 w 531261"/>
                  <a:gd name="connsiteY4" fmla="*/ 299906 h 510921"/>
                  <a:gd name="connsiteX5" fmla="*/ 90293 w 531261"/>
                  <a:gd name="connsiteY5" fmla="*/ 205220 h 510921"/>
                  <a:gd name="connsiteX6" fmla="*/ 168747 w 531261"/>
                  <a:gd name="connsiteY6" fmla="*/ 167345 h 510921"/>
                  <a:gd name="connsiteX7" fmla="*/ 255318 w 531261"/>
                  <a:gd name="connsiteY7" fmla="*/ 2320 h 510921"/>
                  <a:gd name="connsiteX0" fmla="*/ 255318 w 531261"/>
                  <a:gd name="connsiteY0" fmla="*/ 0 h 508601"/>
                  <a:gd name="connsiteX1" fmla="*/ 531261 w 531261"/>
                  <a:gd name="connsiteY1" fmla="*/ 302997 h 508601"/>
                  <a:gd name="connsiteX2" fmla="*/ 374352 w 531261"/>
                  <a:gd name="connsiteY2" fmla="*/ 468021 h 508601"/>
                  <a:gd name="connsiteX3" fmla="*/ 152516 w 531261"/>
                  <a:gd name="connsiteY3" fmla="*/ 508601 h 508601"/>
                  <a:gd name="connsiteX4" fmla="*/ 1017 w 531261"/>
                  <a:gd name="connsiteY4" fmla="*/ 297586 h 508601"/>
                  <a:gd name="connsiteX5" fmla="*/ 90293 w 531261"/>
                  <a:gd name="connsiteY5" fmla="*/ 202900 h 508601"/>
                  <a:gd name="connsiteX6" fmla="*/ 168747 w 531261"/>
                  <a:gd name="connsiteY6" fmla="*/ 165025 h 508601"/>
                  <a:gd name="connsiteX7" fmla="*/ 255318 w 531261"/>
                  <a:gd name="connsiteY7" fmla="*/ 0 h 508601"/>
                  <a:gd name="connsiteX0" fmla="*/ 254301 w 530244"/>
                  <a:gd name="connsiteY0" fmla="*/ 0 h 508601"/>
                  <a:gd name="connsiteX1" fmla="*/ 530244 w 530244"/>
                  <a:gd name="connsiteY1" fmla="*/ 302997 h 508601"/>
                  <a:gd name="connsiteX2" fmla="*/ 373335 w 530244"/>
                  <a:gd name="connsiteY2" fmla="*/ 468021 h 508601"/>
                  <a:gd name="connsiteX3" fmla="*/ 151499 w 530244"/>
                  <a:gd name="connsiteY3" fmla="*/ 508601 h 508601"/>
                  <a:gd name="connsiteX4" fmla="*/ 0 w 530244"/>
                  <a:gd name="connsiteY4" fmla="*/ 297586 h 508601"/>
                  <a:gd name="connsiteX5" fmla="*/ 89276 w 530244"/>
                  <a:gd name="connsiteY5" fmla="*/ 202900 h 508601"/>
                  <a:gd name="connsiteX6" fmla="*/ 167730 w 530244"/>
                  <a:gd name="connsiteY6" fmla="*/ 165025 h 508601"/>
                  <a:gd name="connsiteX7" fmla="*/ 254301 w 530244"/>
                  <a:gd name="connsiteY7" fmla="*/ 0 h 50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0244" h="508601">
                    <a:moveTo>
                      <a:pt x="254301" y="0"/>
                    </a:moveTo>
                    <a:lnTo>
                      <a:pt x="530244" y="302997"/>
                    </a:lnTo>
                    <a:lnTo>
                      <a:pt x="373335" y="468021"/>
                    </a:lnTo>
                    <a:lnTo>
                      <a:pt x="151499" y="508601"/>
                    </a:lnTo>
                    <a:lnTo>
                      <a:pt x="0" y="297586"/>
                    </a:lnTo>
                    <a:lnTo>
                      <a:pt x="89276" y="202900"/>
                    </a:lnTo>
                    <a:cubicBezTo>
                      <a:pt x="117231" y="180807"/>
                      <a:pt x="139775" y="198391"/>
                      <a:pt x="167730" y="165025"/>
                    </a:cubicBezTo>
                    <a:lnTo>
                      <a:pt x="254301" y="0"/>
                    </a:lnTo>
                    <a:close/>
                  </a:path>
                </a:pathLst>
              </a:custGeom>
              <a:gradFill>
                <a:gsLst>
                  <a:gs pos="82000">
                    <a:schemeClr val="tx1">
                      <a:alpha val="26000"/>
                    </a:schemeClr>
                  </a:gs>
                  <a:gs pos="35000">
                    <a:schemeClr val="accent6">
                      <a:alpha val="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94005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88009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482014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976018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470023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64028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58032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952037" algn="l" defTabSz="988009" rtl="0" eaLnBrk="1" latinLnBrk="0" hangingPunct="1">
                  <a:defRPr sz="19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sz="1389">
                  <a:solidFill>
                    <a:schemeClr val="accent3"/>
                  </a:solidFill>
                </a:endParaRPr>
              </a:p>
            </p:txBody>
          </p:sp>
          <p:grpSp>
            <p:nvGrpSpPr>
              <p:cNvPr id="35" name="Group 149">
                <a:extLst>
                  <a:ext uri="{FF2B5EF4-FFF2-40B4-BE49-F238E27FC236}">
                    <a16:creationId xmlns="" xmlns:a16="http://schemas.microsoft.com/office/drawing/2014/main" id="{796EF9BA-C982-4CE9-894C-103C005FACC5}"/>
                  </a:ext>
                </a:extLst>
              </p:cNvPr>
              <p:cNvGrpSpPr/>
              <p:nvPr/>
            </p:nvGrpSpPr>
            <p:grpSpPr>
              <a:xfrm>
                <a:off x="4003333" y="2913809"/>
                <a:ext cx="443970" cy="313622"/>
                <a:chOff x="3646488" y="1487488"/>
                <a:chExt cx="5207001" cy="3678237"/>
              </a:xfrm>
              <a:solidFill>
                <a:schemeClr val="bg1"/>
              </a:solidFill>
            </p:grpSpPr>
            <p:sp>
              <p:nvSpPr>
                <p:cNvPr id="36" name="Freeform 14">
                  <a:extLst>
                    <a:ext uri="{FF2B5EF4-FFF2-40B4-BE49-F238E27FC236}">
                      <a16:creationId xmlns="" xmlns:a16="http://schemas.microsoft.com/office/drawing/2014/main" id="{4228E419-5863-4195-8F46-FF0BE379C5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9301" y="3706813"/>
                  <a:ext cx="644525" cy="1392238"/>
                </a:xfrm>
                <a:custGeom>
                  <a:avLst/>
                  <a:gdLst>
                    <a:gd name="T0" fmla="*/ 121 w 812"/>
                    <a:gd name="T1" fmla="*/ 0 h 1756"/>
                    <a:gd name="T2" fmla="*/ 690 w 812"/>
                    <a:gd name="T3" fmla="*/ 0 h 1756"/>
                    <a:gd name="T4" fmla="*/ 722 w 812"/>
                    <a:gd name="T5" fmla="*/ 4 h 1756"/>
                    <a:gd name="T6" fmla="*/ 752 w 812"/>
                    <a:gd name="T7" fmla="*/ 18 h 1756"/>
                    <a:gd name="T8" fmla="*/ 778 w 812"/>
                    <a:gd name="T9" fmla="*/ 36 h 1756"/>
                    <a:gd name="T10" fmla="*/ 796 w 812"/>
                    <a:gd name="T11" fmla="*/ 62 h 1756"/>
                    <a:gd name="T12" fmla="*/ 808 w 812"/>
                    <a:gd name="T13" fmla="*/ 90 h 1756"/>
                    <a:gd name="T14" fmla="*/ 812 w 812"/>
                    <a:gd name="T15" fmla="*/ 123 h 1756"/>
                    <a:gd name="T16" fmla="*/ 812 w 812"/>
                    <a:gd name="T17" fmla="*/ 1632 h 1756"/>
                    <a:gd name="T18" fmla="*/ 808 w 812"/>
                    <a:gd name="T19" fmla="*/ 1666 h 1756"/>
                    <a:gd name="T20" fmla="*/ 796 w 812"/>
                    <a:gd name="T21" fmla="*/ 1694 h 1756"/>
                    <a:gd name="T22" fmla="*/ 776 w 812"/>
                    <a:gd name="T23" fmla="*/ 1720 h 1756"/>
                    <a:gd name="T24" fmla="*/ 752 w 812"/>
                    <a:gd name="T25" fmla="*/ 1738 h 1756"/>
                    <a:gd name="T26" fmla="*/ 722 w 812"/>
                    <a:gd name="T27" fmla="*/ 1752 h 1756"/>
                    <a:gd name="T28" fmla="*/ 690 w 812"/>
                    <a:gd name="T29" fmla="*/ 1756 h 1756"/>
                    <a:gd name="T30" fmla="*/ 121 w 812"/>
                    <a:gd name="T31" fmla="*/ 1756 h 1756"/>
                    <a:gd name="T32" fmla="*/ 90 w 812"/>
                    <a:gd name="T33" fmla="*/ 1752 h 1756"/>
                    <a:gd name="T34" fmla="*/ 60 w 812"/>
                    <a:gd name="T35" fmla="*/ 1738 h 1756"/>
                    <a:gd name="T36" fmla="*/ 36 w 812"/>
                    <a:gd name="T37" fmla="*/ 1720 h 1756"/>
                    <a:gd name="T38" fmla="*/ 16 w 812"/>
                    <a:gd name="T39" fmla="*/ 1694 h 1756"/>
                    <a:gd name="T40" fmla="*/ 4 w 812"/>
                    <a:gd name="T41" fmla="*/ 1666 h 1756"/>
                    <a:gd name="T42" fmla="*/ 0 w 812"/>
                    <a:gd name="T43" fmla="*/ 1632 h 1756"/>
                    <a:gd name="T44" fmla="*/ 0 w 812"/>
                    <a:gd name="T45" fmla="*/ 123 h 1756"/>
                    <a:gd name="T46" fmla="*/ 4 w 812"/>
                    <a:gd name="T47" fmla="*/ 90 h 1756"/>
                    <a:gd name="T48" fmla="*/ 16 w 812"/>
                    <a:gd name="T49" fmla="*/ 62 h 1756"/>
                    <a:gd name="T50" fmla="*/ 36 w 812"/>
                    <a:gd name="T51" fmla="*/ 36 h 1756"/>
                    <a:gd name="T52" fmla="*/ 60 w 812"/>
                    <a:gd name="T53" fmla="*/ 18 h 1756"/>
                    <a:gd name="T54" fmla="*/ 90 w 812"/>
                    <a:gd name="T55" fmla="*/ 4 h 1756"/>
                    <a:gd name="T56" fmla="*/ 121 w 812"/>
                    <a:gd name="T57" fmla="*/ 0 h 17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812" h="1756">
                      <a:moveTo>
                        <a:pt x="121" y="0"/>
                      </a:moveTo>
                      <a:lnTo>
                        <a:pt x="690" y="0"/>
                      </a:lnTo>
                      <a:lnTo>
                        <a:pt x="722" y="4"/>
                      </a:lnTo>
                      <a:lnTo>
                        <a:pt x="752" y="18"/>
                      </a:lnTo>
                      <a:lnTo>
                        <a:pt x="778" y="36"/>
                      </a:lnTo>
                      <a:lnTo>
                        <a:pt x="796" y="62"/>
                      </a:lnTo>
                      <a:lnTo>
                        <a:pt x="808" y="90"/>
                      </a:lnTo>
                      <a:lnTo>
                        <a:pt x="812" y="123"/>
                      </a:lnTo>
                      <a:lnTo>
                        <a:pt x="812" y="1632"/>
                      </a:lnTo>
                      <a:lnTo>
                        <a:pt x="808" y="1666"/>
                      </a:lnTo>
                      <a:lnTo>
                        <a:pt x="796" y="1694"/>
                      </a:lnTo>
                      <a:lnTo>
                        <a:pt x="776" y="1720"/>
                      </a:lnTo>
                      <a:lnTo>
                        <a:pt x="752" y="1738"/>
                      </a:lnTo>
                      <a:lnTo>
                        <a:pt x="722" y="1752"/>
                      </a:lnTo>
                      <a:lnTo>
                        <a:pt x="690" y="1756"/>
                      </a:lnTo>
                      <a:lnTo>
                        <a:pt x="121" y="1756"/>
                      </a:lnTo>
                      <a:lnTo>
                        <a:pt x="90" y="1752"/>
                      </a:lnTo>
                      <a:lnTo>
                        <a:pt x="60" y="1738"/>
                      </a:lnTo>
                      <a:lnTo>
                        <a:pt x="36" y="1720"/>
                      </a:lnTo>
                      <a:lnTo>
                        <a:pt x="16" y="1694"/>
                      </a:lnTo>
                      <a:lnTo>
                        <a:pt x="4" y="1666"/>
                      </a:lnTo>
                      <a:lnTo>
                        <a:pt x="0" y="1632"/>
                      </a:lnTo>
                      <a:lnTo>
                        <a:pt x="0" y="123"/>
                      </a:lnTo>
                      <a:lnTo>
                        <a:pt x="4" y="90"/>
                      </a:lnTo>
                      <a:lnTo>
                        <a:pt x="16" y="62"/>
                      </a:lnTo>
                      <a:lnTo>
                        <a:pt x="36" y="36"/>
                      </a:lnTo>
                      <a:lnTo>
                        <a:pt x="60" y="18"/>
                      </a:lnTo>
                      <a:lnTo>
                        <a:pt x="90" y="4"/>
                      </a:lnTo>
                      <a:lnTo>
                        <a:pt x="12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6848" tIns="33424" rIns="66848" bIns="33424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94005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88009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482014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7601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470023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6402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58032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952037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 sz="1389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37" name="Freeform 15">
                  <a:extLst>
                    <a:ext uri="{FF2B5EF4-FFF2-40B4-BE49-F238E27FC236}">
                      <a16:creationId xmlns="" xmlns:a16="http://schemas.microsoft.com/office/drawing/2014/main" id="{C5C1317D-5D77-45B5-B0BD-8A6C2F8038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70526" y="3168650"/>
                  <a:ext cx="646113" cy="1928813"/>
                </a:xfrm>
                <a:custGeom>
                  <a:avLst/>
                  <a:gdLst>
                    <a:gd name="T0" fmla="*/ 123 w 814"/>
                    <a:gd name="T1" fmla="*/ 0 h 2432"/>
                    <a:gd name="T2" fmla="*/ 691 w 814"/>
                    <a:gd name="T3" fmla="*/ 0 h 2432"/>
                    <a:gd name="T4" fmla="*/ 724 w 814"/>
                    <a:gd name="T5" fmla="*/ 4 h 2432"/>
                    <a:gd name="T6" fmla="*/ 754 w 814"/>
                    <a:gd name="T7" fmla="*/ 16 h 2432"/>
                    <a:gd name="T8" fmla="*/ 778 w 814"/>
                    <a:gd name="T9" fmla="*/ 34 h 2432"/>
                    <a:gd name="T10" fmla="*/ 796 w 814"/>
                    <a:gd name="T11" fmla="*/ 60 h 2432"/>
                    <a:gd name="T12" fmla="*/ 810 w 814"/>
                    <a:gd name="T13" fmla="*/ 90 h 2432"/>
                    <a:gd name="T14" fmla="*/ 814 w 814"/>
                    <a:gd name="T15" fmla="*/ 122 h 2432"/>
                    <a:gd name="T16" fmla="*/ 814 w 814"/>
                    <a:gd name="T17" fmla="*/ 2310 h 2432"/>
                    <a:gd name="T18" fmla="*/ 810 w 814"/>
                    <a:gd name="T19" fmla="*/ 2342 h 2432"/>
                    <a:gd name="T20" fmla="*/ 796 w 814"/>
                    <a:gd name="T21" fmla="*/ 2372 h 2432"/>
                    <a:gd name="T22" fmla="*/ 778 w 814"/>
                    <a:gd name="T23" fmla="*/ 2396 h 2432"/>
                    <a:gd name="T24" fmla="*/ 754 w 814"/>
                    <a:gd name="T25" fmla="*/ 2416 h 2432"/>
                    <a:gd name="T26" fmla="*/ 724 w 814"/>
                    <a:gd name="T27" fmla="*/ 2428 h 2432"/>
                    <a:gd name="T28" fmla="*/ 691 w 814"/>
                    <a:gd name="T29" fmla="*/ 2432 h 2432"/>
                    <a:gd name="T30" fmla="*/ 123 w 814"/>
                    <a:gd name="T31" fmla="*/ 2432 h 2432"/>
                    <a:gd name="T32" fmla="*/ 90 w 814"/>
                    <a:gd name="T33" fmla="*/ 2428 h 2432"/>
                    <a:gd name="T34" fmla="*/ 62 w 814"/>
                    <a:gd name="T35" fmla="*/ 2416 h 2432"/>
                    <a:gd name="T36" fmla="*/ 36 w 814"/>
                    <a:gd name="T37" fmla="*/ 2396 h 2432"/>
                    <a:gd name="T38" fmla="*/ 18 w 814"/>
                    <a:gd name="T39" fmla="*/ 2372 h 2432"/>
                    <a:gd name="T40" fmla="*/ 4 w 814"/>
                    <a:gd name="T41" fmla="*/ 2342 h 2432"/>
                    <a:gd name="T42" fmla="*/ 0 w 814"/>
                    <a:gd name="T43" fmla="*/ 2310 h 2432"/>
                    <a:gd name="T44" fmla="*/ 0 w 814"/>
                    <a:gd name="T45" fmla="*/ 122 h 2432"/>
                    <a:gd name="T46" fmla="*/ 4 w 814"/>
                    <a:gd name="T47" fmla="*/ 90 h 2432"/>
                    <a:gd name="T48" fmla="*/ 18 w 814"/>
                    <a:gd name="T49" fmla="*/ 60 h 2432"/>
                    <a:gd name="T50" fmla="*/ 36 w 814"/>
                    <a:gd name="T51" fmla="*/ 34 h 2432"/>
                    <a:gd name="T52" fmla="*/ 62 w 814"/>
                    <a:gd name="T53" fmla="*/ 16 h 2432"/>
                    <a:gd name="T54" fmla="*/ 90 w 814"/>
                    <a:gd name="T55" fmla="*/ 4 h 2432"/>
                    <a:gd name="T56" fmla="*/ 123 w 814"/>
                    <a:gd name="T57" fmla="*/ 0 h 2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814" h="2432">
                      <a:moveTo>
                        <a:pt x="123" y="0"/>
                      </a:moveTo>
                      <a:lnTo>
                        <a:pt x="691" y="0"/>
                      </a:lnTo>
                      <a:lnTo>
                        <a:pt x="724" y="4"/>
                      </a:lnTo>
                      <a:lnTo>
                        <a:pt x="754" y="16"/>
                      </a:lnTo>
                      <a:lnTo>
                        <a:pt x="778" y="34"/>
                      </a:lnTo>
                      <a:lnTo>
                        <a:pt x="796" y="60"/>
                      </a:lnTo>
                      <a:lnTo>
                        <a:pt x="810" y="90"/>
                      </a:lnTo>
                      <a:lnTo>
                        <a:pt x="814" y="122"/>
                      </a:lnTo>
                      <a:lnTo>
                        <a:pt x="814" y="2310"/>
                      </a:lnTo>
                      <a:lnTo>
                        <a:pt x="810" y="2342"/>
                      </a:lnTo>
                      <a:lnTo>
                        <a:pt x="796" y="2372"/>
                      </a:lnTo>
                      <a:lnTo>
                        <a:pt x="778" y="2396"/>
                      </a:lnTo>
                      <a:lnTo>
                        <a:pt x="754" y="2416"/>
                      </a:lnTo>
                      <a:lnTo>
                        <a:pt x="724" y="2428"/>
                      </a:lnTo>
                      <a:lnTo>
                        <a:pt x="691" y="2432"/>
                      </a:lnTo>
                      <a:lnTo>
                        <a:pt x="123" y="2432"/>
                      </a:lnTo>
                      <a:lnTo>
                        <a:pt x="90" y="2428"/>
                      </a:lnTo>
                      <a:lnTo>
                        <a:pt x="62" y="2416"/>
                      </a:lnTo>
                      <a:lnTo>
                        <a:pt x="36" y="2396"/>
                      </a:lnTo>
                      <a:lnTo>
                        <a:pt x="18" y="2372"/>
                      </a:lnTo>
                      <a:lnTo>
                        <a:pt x="4" y="2342"/>
                      </a:lnTo>
                      <a:lnTo>
                        <a:pt x="0" y="2310"/>
                      </a:lnTo>
                      <a:lnTo>
                        <a:pt x="0" y="122"/>
                      </a:lnTo>
                      <a:lnTo>
                        <a:pt x="4" y="90"/>
                      </a:lnTo>
                      <a:lnTo>
                        <a:pt x="18" y="60"/>
                      </a:lnTo>
                      <a:lnTo>
                        <a:pt x="36" y="34"/>
                      </a:lnTo>
                      <a:lnTo>
                        <a:pt x="62" y="16"/>
                      </a:lnTo>
                      <a:lnTo>
                        <a:pt x="90" y="4"/>
                      </a:lnTo>
                      <a:lnTo>
                        <a:pt x="12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6848" tIns="33424" rIns="66848" bIns="33424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94005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88009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482014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7601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470023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6402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58032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952037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 sz="1389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38" name="Freeform 16">
                  <a:extLst>
                    <a:ext uri="{FF2B5EF4-FFF2-40B4-BE49-F238E27FC236}">
                      <a16:creationId xmlns="" xmlns:a16="http://schemas.microsoft.com/office/drawing/2014/main" id="{9EF989FB-2907-4372-A1F9-3B70D1B178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95988" y="1487488"/>
                  <a:ext cx="1419225" cy="3611563"/>
                </a:xfrm>
                <a:custGeom>
                  <a:avLst/>
                  <a:gdLst>
                    <a:gd name="T0" fmla="*/ 905 w 1786"/>
                    <a:gd name="T1" fmla="*/ 0 h 4551"/>
                    <a:gd name="T2" fmla="*/ 931 w 1786"/>
                    <a:gd name="T3" fmla="*/ 6 h 4551"/>
                    <a:gd name="T4" fmla="*/ 953 w 1786"/>
                    <a:gd name="T5" fmla="*/ 20 h 4551"/>
                    <a:gd name="T6" fmla="*/ 971 w 1786"/>
                    <a:gd name="T7" fmla="*/ 42 h 4551"/>
                    <a:gd name="T8" fmla="*/ 1772 w 1786"/>
                    <a:gd name="T9" fmla="*/ 1326 h 4551"/>
                    <a:gd name="T10" fmla="*/ 1784 w 1786"/>
                    <a:gd name="T11" fmla="*/ 1354 h 4551"/>
                    <a:gd name="T12" fmla="*/ 1786 w 1786"/>
                    <a:gd name="T13" fmla="*/ 1380 h 4551"/>
                    <a:gd name="T14" fmla="*/ 1780 w 1786"/>
                    <a:gd name="T15" fmla="*/ 1407 h 4551"/>
                    <a:gd name="T16" fmla="*/ 1767 w 1786"/>
                    <a:gd name="T17" fmla="*/ 1431 h 4551"/>
                    <a:gd name="T18" fmla="*/ 1747 w 1786"/>
                    <a:gd name="T19" fmla="*/ 1449 h 4551"/>
                    <a:gd name="T20" fmla="*/ 1723 w 1786"/>
                    <a:gd name="T21" fmla="*/ 1463 h 4551"/>
                    <a:gd name="T22" fmla="*/ 1693 w 1786"/>
                    <a:gd name="T23" fmla="*/ 1467 h 4551"/>
                    <a:gd name="T24" fmla="*/ 1299 w 1786"/>
                    <a:gd name="T25" fmla="*/ 1467 h 4551"/>
                    <a:gd name="T26" fmla="*/ 1299 w 1786"/>
                    <a:gd name="T27" fmla="*/ 2479 h 4551"/>
                    <a:gd name="T28" fmla="*/ 1227 w 1786"/>
                    <a:gd name="T29" fmla="*/ 2569 h 4551"/>
                    <a:gd name="T30" fmla="*/ 1162 w 1786"/>
                    <a:gd name="T31" fmla="*/ 2664 h 4551"/>
                    <a:gd name="T32" fmla="*/ 1104 w 1786"/>
                    <a:gd name="T33" fmla="*/ 2763 h 4551"/>
                    <a:gd name="T34" fmla="*/ 1052 w 1786"/>
                    <a:gd name="T35" fmla="*/ 2869 h 4551"/>
                    <a:gd name="T36" fmla="*/ 1010 w 1786"/>
                    <a:gd name="T37" fmla="*/ 2978 h 4551"/>
                    <a:gd name="T38" fmla="*/ 977 w 1786"/>
                    <a:gd name="T39" fmla="*/ 3091 h 4551"/>
                    <a:gd name="T40" fmla="*/ 953 w 1786"/>
                    <a:gd name="T41" fmla="*/ 3209 h 4551"/>
                    <a:gd name="T42" fmla="*/ 937 w 1786"/>
                    <a:gd name="T43" fmla="*/ 3330 h 4551"/>
                    <a:gd name="T44" fmla="*/ 931 w 1786"/>
                    <a:gd name="T45" fmla="*/ 3451 h 4551"/>
                    <a:gd name="T46" fmla="*/ 937 w 1786"/>
                    <a:gd name="T47" fmla="*/ 3574 h 4551"/>
                    <a:gd name="T48" fmla="*/ 951 w 1786"/>
                    <a:gd name="T49" fmla="*/ 3696 h 4551"/>
                    <a:gd name="T50" fmla="*/ 975 w 1786"/>
                    <a:gd name="T51" fmla="*/ 3813 h 4551"/>
                    <a:gd name="T52" fmla="*/ 1008 w 1786"/>
                    <a:gd name="T53" fmla="*/ 3926 h 4551"/>
                    <a:gd name="T54" fmla="*/ 1052 w 1786"/>
                    <a:gd name="T55" fmla="*/ 4036 h 4551"/>
                    <a:gd name="T56" fmla="*/ 1102 w 1786"/>
                    <a:gd name="T57" fmla="*/ 4141 h 4551"/>
                    <a:gd name="T58" fmla="*/ 1160 w 1786"/>
                    <a:gd name="T59" fmla="*/ 4242 h 4551"/>
                    <a:gd name="T60" fmla="*/ 1225 w 1786"/>
                    <a:gd name="T61" fmla="*/ 4338 h 4551"/>
                    <a:gd name="T62" fmla="*/ 1299 w 1786"/>
                    <a:gd name="T63" fmla="*/ 4427 h 4551"/>
                    <a:gd name="T64" fmla="*/ 1295 w 1786"/>
                    <a:gd name="T65" fmla="*/ 4461 h 4551"/>
                    <a:gd name="T66" fmla="*/ 1281 w 1786"/>
                    <a:gd name="T67" fmla="*/ 4489 h 4551"/>
                    <a:gd name="T68" fmla="*/ 1263 w 1786"/>
                    <a:gd name="T69" fmla="*/ 4515 h 4551"/>
                    <a:gd name="T70" fmla="*/ 1237 w 1786"/>
                    <a:gd name="T71" fmla="*/ 4533 h 4551"/>
                    <a:gd name="T72" fmla="*/ 1209 w 1786"/>
                    <a:gd name="T73" fmla="*/ 4547 h 4551"/>
                    <a:gd name="T74" fmla="*/ 1176 w 1786"/>
                    <a:gd name="T75" fmla="*/ 4551 h 4551"/>
                    <a:gd name="T76" fmla="*/ 609 w 1786"/>
                    <a:gd name="T77" fmla="*/ 4551 h 4551"/>
                    <a:gd name="T78" fmla="*/ 575 w 1786"/>
                    <a:gd name="T79" fmla="*/ 4547 h 4551"/>
                    <a:gd name="T80" fmla="*/ 547 w 1786"/>
                    <a:gd name="T81" fmla="*/ 4533 h 4551"/>
                    <a:gd name="T82" fmla="*/ 521 w 1786"/>
                    <a:gd name="T83" fmla="*/ 4515 h 4551"/>
                    <a:gd name="T84" fmla="*/ 503 w 1786"/>
                    <a:gd name="T85" fmla="*/ 4489 h 4551"/>
                    <a:gd name="T86" fmla="*/ 489 w 1786"/>
                    <a:gd name="T87" fmla="*/ 4461 h 4551"/>
                    <a:gd name="T88" fmla="*/ 485 w 1786"/>
                    <a:gd name="T89" fmla="*/ 4427 h 4551"/>
                    <a:gd name="T90" fmla="*/ 485 w 1786"/>
                    <a:gd name="T91" fmla="*/ 1467 h 4551"/>
                    <a:gd name="T92" fmla="*/ 91 w 1786"/>
                    <a:gd name="T93" fmla="*/ 1467 h 4551"/>
                    <a:gd name="T94" fmla="*/ 63 w 1786"/>
                    <a:gd name="T95" fmla="*/ 1463 h 4551"/>
                    <a:gd name="T96" fmla="*/ 37 w 1786"/>
                    <a:gd name="T97" fmla="*/ 1449 h 4551"/>
                    <a:gd name="T98" fmla="*/ 18 w 1786"/>
                    <a:gd name="T99" fmla="*/ 1431 h 4551"/>
                    <a:gd name="T100" fmla="*/ 6 w 1786"/>
                    <a:gd name="T101" fmla="*/ 1407 h 4551"/>
                    <a:gd name="T102" fmla="*/ 0 w 1786"/>
                    <a:gd name="T103" fmla="*/ 1380 h 4551"/>
                    <a:gd name="T104" fmla="*/ 2 w 1786"/>
                    <a:gd name="T105" fmla="*/ 1354 h 4551"/>
                    <a:gd name="T106" fmla="*/ 14 w 1786"/>
                    <a:gd name="T107" fmla="*/ 1326 h 4551"/>
                    <a:gd name="T108" fmla="*/ 813 w 1786"/>
                    <a:gd name="T109" fmla="*/ 42 h 4551"/>
                    <a:gd name="T110" fmla="*/ 833 w 1786"/>
                    <a:gd name="T111" fmla="*/ 20 h 4551"/>
                    <a:gd name="T112" fmla="*/ 855 w 1786"/>
                    <a:gd name="T113" fmla="*/ 6 h 4551"/>
                    <a:gd name="T114" fmla="*/ 879 w 1786"/>
                    <a:gd name="T115" fmla="*/ 0 h 4551"/>
                    <a:gd name="T116" fmla="*/ 905 w 1786"/>
                    <a:gd name="T117" fmla="*/ 0 h 45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786" h="4551">
                      <a:moveTo>
                        <a:pt x="905" y="0"/>
                      </a:moveTo>
                      <a:lnTo>
                        <a:pt x="931" y="6"/>
                      </a:lnTo>
                      <a:lnTo>
                        <a:pt x="953" y="20"/>
                      </a:lnTo>
                      <a:lnTo>
                        <a:pt x="971" y="42"/>
                      </a:lnTo>
                      <a:lnTo>
                        <a:pt x="1772" y="1326"/>
                      </a:lnTo>
                      <a:lnTo>
                        <a:pt x="1784" y="1354"/>
                      </a:lnTo>
                      <a:lnTo>
                        <a:pt x="1786" y="1380"/>
                      </a:lnTo>
                      <a:lnTo>
                        <a:pt x="1780" y="1407"/>
                      </a:lnTo>
                      <a:lnTo>
                        <a:pt x="1767" y="1431"/>
                      </a:lnTo>
                      <a:lnTo>
                        <a:pt x="1747" y="1449"/>
                      </a:lnTo>
                      <a:lnTo>
                        <a:pt x="1723" y="1463"/>
                      </a:lnTo>
                      <a:lnTo>
                        <a:pt x="1693" y="1467"/>
                      </a:lnTo>
                      <a:lnTo>
                        <a:pt x="1299" y="1467"/>
                      </a:lnTo>
                      <a:lnTo>
                        <a:pt x="1299" y="2479"/>
                      </a:lnTo>
                      <a:lnTo>
                        <a:pt x="1227" y="2569"/>
                      </a:lnTo>
                      <a:lnTo>
                        <a:pt x="1162" y="2664"/>
                      </a:lnTo>
                      <a:lnTo>
                        <a:pt x="1104" y="2763"/>
                      </a:lnTo>
                      <a:lnTo>
                        <a:pt x="1052" y="2869"/>
                      </a:lnTo>
                      <a:lnTo>
                        <a:pt x="1010" y="2978"/>
                      </a:lnTo>
                      <a:lnTo>
                        <a:pt x="977" y="3091"/>
                      </a:lnTo>
                      <a:lnTo>
                        <a:pt x="953" y="3209"/>
                      </a:lnTo>
                      <a:lnTo>
                        <a:pt x="937" y="3330"/>
                      </a:lnTo>
                      <a:lnTo>
                        <a:pt x="931" y="3451"/>
                      </a:lnTo>
                      <a:lnTo>
                        <a:pt x="937" y="3574"/>
                      </a:lnTo>
                      <a:lnTo>
                        <a:pt x="951" y="3696"/>
                      </a:lnTo>
                      <a:lnTo>
                        <a:pt x="975" y="3813"/>
                      </a:lnTo>
                      <a:lnTo>
                        <a:pt x="1008" y="3926"/>
                      </a:lnTo>
                      <a:lnTo>
                        <a:pt x="1052" y="4036"/>
                      </a:lnTo>
                      <a:lnTo>
                        <a:pt x="1102" y="4141"/>
                      </a:lnTo>
                      <a:lnTo>
                        <a:pt x="1160" y="4242"/>
                      </a:lnTo>
                      <a:lnTo>
                        <a:pt x="1225" y="4338"/>
                      </a:lnTo>
                      <a:lnTo>
                        <a:pt x="1299" y="4427"/>
                      </a:lnTo>
                      <a:lnTo>
                        <a:pt x="1295" y="4461"/>
                      </a:lnTo>
                      <a:lnTo>
                        <a:pt x="1281" y="4489"/>
                      </a:lnTo>
                      <a:lnTo>
                        <a:pt x="1263" y="4515"/>
                      </a:lnTo>
                      <a:lnTo>
                        <a:pt x="1237" y="4533"/>
                      </a:lnTo>
                      <a:lnTo>
                        <a:pt x="1209" y="4547"/>
                      </a:lnTo>
                      <a:lnTo>
                        <a:pt x="1176" y="4551"/>
                      </a:lnTo>
                      <a:lnTo>
                        <a:pt x="609" y="4551"/>
                      </a:lnTo>
                      <a:lnTo>
                        <a:pt x="575" y="4547"/>
                      </a:lnTo>
                      <a:lnTo>
                        <a:pt x="547" y="4533"/>
                      </a:lnTo>
                      <a:lnTo>
                        <a:pt x="521" y="4515"/>
                      </a:lnTo>
                      <a:lnTo>
                        <a:pt x="503" y="4489"/>
                      </a:lnTo>
                      <a:lnTo>
                        <a:pt x="489" y="4461"/>
                      </a:lnTo>
                      <a:lnTo>
                        <a:pt x="485" y="4427"/>
                      </a:lnTo>
                      <a:lnTo>
                        <a:pt x="485" y="1467"/>
                      </a:lnTo>
                      <a:lnTo>
                        <a:pt x="91" y="1467"/>
                      </a:lnTo>
                      <a:lnTo>
                        <a:pt x="63" y="1463"/>
                      </a:lnTo>
                      <a:lnTo>
                        <a:pt x="37" y="1449"/>
                      </a:lnTo>
                      <a:lnTo>
                        <a:pt x="18" y="1431"/>
                      </a:lnTo>
                      <a:lnTo>
                        <a:pt x="6" y="1407"/>
                      </a:lnTo>
                      <a:lnTo>
                        <a:pt x="0" y="1380"/>
                      </a:lnTo>
                      <a:lnTo>
                        <a:pt x="2" y="1354"/>
                      </a:lnTo>
                      <a:lnTo>
                        <a:pt x="14" y="1326"/>
                      </a:lnTo>
                      <a:lnTo>
                        <a:pt x="813" y="42"/>
                      </a:lnTo>
                      <a:lnTo>
                        <a:pt x="833" y="20"/>
                      </a:lnTo>
                      <a:lnTo>
                        <a:pt x="855" y="6"/>
                      </a:lnTo>
                      <a:lnTo>
                        <a:pt x="879" y="0"/>
                      </a:lnTo>
                      <a:lnTo>
                        <a:pt x="90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6848" tIns="33424" rIns="66848" bIns="33424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94005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88009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482014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7601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470023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6402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58032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952037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 sz="1389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39" name="Freeform 17">
                  <a:extLst>
                    <a:ext uri="{FF2B5EF4-FFF2-40B4-BE49-F238E27FC236}">
                      <a16:creationId xmlns="" xmlns:a16="http://schemas.microsoft.com/office/drawing/2014/main" id="{08E8319E-FCBB-4D44-8EB7-55C0283D1BB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978651" y="3292475"/>
                  <a:ext cx="1874838" cy="1873250"/>
                </a:xfrm>
                <a:custGeom>
                  <a:avLst/>
                  <a:gdLst>
                    <a:gd name="T0" fmla="*/ 1087 w 2362"/>
                    <a:gd name="T1" fmla="*/ 392 h 2360"/>
                    <a:gd name="T2" fmla="*/ 1081 w 2362"/>
                    <a:gd name="T3" fmla="*/ 523 h 2360"/>
                    <a:gd name="T4" fmla="*/ 1045 w 2362"/>
                    <a:gd name="T5" fmla="*/ 571 h 2360"/>
                    <a:gd name="T6" fmla="*/ 880 w 2362"/>
                    <a:gd name="T7" fmla="*/ 660 h 2360"/>
                    <a:gd name="T8" fmla="*/ 780 w 2362"/>
                    <a:gd name="T9" fmla="*/ 835 h 2360"/>
                    <a:gd name="T10" fmla="*/ 804 w 2362"/>
                    <a:gd name="T11" fmla="*/ 1052 h 2360"/>
                    <a:gd name="T12" fmla="*/ 955 w 2362"/>
                    <a:gd name="T13" fmla="*/ 1201 h 2360"/>
                    <a:gd name="T14" fmla="*/ 1180 w 2362"/>
                    <a:gd name="T15" fmla="*/ 1302 h 2360"/>
                    <a:gd name="T16" fmla="*/ 1304 w 2362"/>
                    <a:gd name="T17" fmla="*/ 1404 h 2360"/>
                    <a:gd name="T18" fmla="*/ 1288 w 2362"/>
                    <a:gd name="T19" fmla="*/ 1511 h 2360"/>
                    <a:gd name="T20" fmla="*/ 1140 w 2362"/>
                    <a:gd name="T21" fmla="*/ 1573 h 2360"/>
                    <a:gd name="T22" fmla="*/ 870 w 2362"/>
                    <a:gd name="T23" fmla="*/ 1503 h 2360"/>
                    <a:gd name="T24" fmla="*/ 810 w 2362"/>
                    <a:gd name="T25" fmla="*/ 1509 h 2360"/>
                    <a:gd name="T26" fmla="*/ 762 w 2362"/>
                    <a:gd name="T27" fmla="*/ 1694 h 2360"/>
                    <a:gd name="T28" fmla="*/ 874 w 2362"/>
                    <a:gd name="T29" fmla="*/ 1762 h 2360"/>
                    <a:gd name="T30" fmla="*/ 1053 w 2362"/>
                    <a:gd name="T31" fmla="*/ 1803 h 2360"/>
                    <a:gd name="T32" fmla="*/ 1069 w 2362"/>
                    <a:gd name="T33" fmla="*/ 1935 h 2360"/>
                    <a:gd name="T34" fmla="*/ 1116 w 2362"/>
                    <a:gd name="T35" fmla="*/ 1986 h 2360"/>
                    <a:gd name="T36" fmla="*/ 1264 w 2362"/>
                    <a:gd name="T37" fmla="*/ 1972 h 2360"/>
                    <a:gd name="T38" fmla="*/ 1276 w 2362"/>
                    <a:gd name="T39" fmla="*/ 1833 h 2360"/>
                    <a:gd name="T40" fmla="*/ 1323 w 2362"/>
                    <a:gd name="T41" fmla="*/ 1770 h 2360"/>
                    <a:gd name="T42" fmla="*/ 1520 w 2362"/>
                    <a:gd name="T43" fmla="*/ 1644 h 2360"/>
                    <a:gd name="T44" fmla="*/ 1600 w 2362"/>
                    <a:gd name="T45" fmla="*/ 1436 h 2360"/>
                    <a:gd name="T46" fmla="*/ 1538 w 2362"/>
                    <a:gd name="T47" fmla="*/ 1227 h 2360"/>
                    <a:gd name="T48" fmla="*/ 1343 w 2362"/>
                    <a:gd name="T49" fmla="*/ 1078 h 2360"/>
                    <a:gd name="T50" fmla="*/ 1134 w 2362"/>
                    <a:gd name="T51" fmla="*/ 984 h 2360"/>
                    <a:gd name="T52" fmla="*/ 1059 w 2362"/>
                    <a:gd name="T53" fmla="*/ 883 h 2360"/>
                    <a:gd name="T54" fmla="*/ 1124 w 2362"/>
                    <a:gd name="T55" fmla="*/ 794 h 2360"/>
                    <a:gd name="T56" fmla="*/ 1319 w 2362"/>
                    <a:gd name="T57" fmla="*/ 788 h 2360"/>
                    <a:gd name="T58" fmla="*/ 1477 w 2362"/>
                    <a:gd name="T59" fmla="*/ 837 h 2360"/>
                    <a:gd name="T60" fmla="*/ 1524 w 2362"/>
                    <a:gd name="T61" fmla="*/ 734 h 2360"/>
                    <a:gd name="T62" fmla="*/ 1530 w 2362"/>
                    <a:gd name="T63" fmla="*/ 617 h 2360"/>
                    <a:gd name="T64" fmla="*/ 1325 w 2362"/>
                    <a:gd name="T65" fmla="*/ 555 h 2360"/>
                    <a:gd name="T66" fmla="*/ 1284 w 2362"/>
                    <a:gd name="T67" fmla="*/ 507 h 2360"/>
                    <a:gd name="T68" fmla="*/ 1276 w 2362"/>
                    <a:gd name="T69" fmla="*/ 394 h 2360"/>
                    <a:gd name="T70" fmla="*/ 1182 w 2362"/>
                    <a:gd name="T71" fmla="*/ 376 h 2360"/>
                    <a:gd name="T72" fmla="*/ 1419 w 2362"/>
                    <a:gd name="T73" fmla="*/ 24 h 2360"/>
                    <a:gd name="T74" fmla="*/ 1841 w 2362"/>
                    <a:gd name="T75" fmla="*/ 203 h 2360"/>
                    <a:gd name="T76" fmla="*/ 2161 w 2362"/>
                    <a:gd name="T77" fmla="*/ 521 h 2360"/>
                    <a:gd name="T78" fmla="*/ 2338 w 2362"/>
                    <a:gd name="T79" fmla="*/ 943 h 2360"/>
                    <a:gd name="T80" fmla="*/ 2338 w 2362"/>
                    <a:gd name="T81" fmla="*/ 1418 h 2360"/>
                    <a:gd name="T82" fmla="*/ 2159 w 2362"/>
                    <a:gd name="T83" fmla="*/ 1841 h 2360"/>
                    <a:gd name="T84" fmla="*/ 1841 w 2362"/>
                    <a:gd name="T85" fmla="*/ 2159 h 2360"/>
                    <a:gd name="T86" fmla="*/ 1419 w 2362"/>
                    <a:gd name="T87" fmla="*/ 2336 h 2360"/>
                    <a:gd name="T88" fmla="*/ 943 w 2362"/>
                    <a:gd name="T89" fmla="*/ 2336 h 2360"/>
                    <a:gd name="T90" fmla="*/ 522 w 2362"/>
                    <a:gd name="T91" fmla="*/ 2159 h 2360"/>
                    <a:gd name="T92" fmla="*/ 201 w 2362"/>
                    <a:gd name="T93" fmla="*/ 1839 h 2360"/>
                    <a:gd name="T94" fmla="*/ 24 w 2362"/>
                    <a:gd name="T95" fmla="*/ 1418 h 2360"/>
                    <a:gd name="T96" fmla="*/ 24 w 2362"/>
                    <a:gd name="T97" fmla="*/ 943 h 2360"/>
                    <a:gd name="T98" fmla="*/ 203 w 2362"/>
                    <a:gd name="T99" fmla="*/ 521 h 2360"/>
                    <a:gd name="T100" fmla="*/ 522 w 2362"/>
                    <a:gd name="T101" fmla="*/ 203 h 2360"/>
                    <a:gd name="T102" fmla="*/ 943 w 2362"/>
                    <a:gd name="T103" fmla="*/ 24 h 2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362" h="2360">
                      <a:moveTo>
                        <a:pt x="1138" y="376"/>
                      </a:moveTo>
                      <a:lnTo>
                        <a:pt x="1114" y="378"/>
                      </a:lnTo>
                      <a:lnTo>
                        <a:pt x="1097" y="382"/>
                      </a:lnTo>
                      <a:lnTo>
                        <a:pt x="1087" y="392"/>
                      </a:lnTo>
                      <a:lnTo>
                        <a:pt x="1083" y="408"/>
                      </a:lnTo>
                      <a:lnTo>
                        <a:pt x="1081" y="432"/>
                      </a:lnTo>
                      <a:lnTo>
                        <a:pt x="1081" y="495"/>
                      </a:lnTo>
                      <a:lnTo>
                        <a:pt x="1081" y="523"/>
                      </a:lnTo>
                      <a:lnTo>
                        <a:pt x="1079" y="541"/>
                      </a:lnTo>
                      <a:lnTo>
                        <a:pt x="1073" y="553"/>
                      </a:lnTo>
                      <a:lnTo>
                        <a:pt x="1063" y="563"/>
                      </a:lnTo>
                      <a:lnTo>
                        <a:pt x="1045" y="571"/>
                      </a:lnTo>
                      <a:lnTo>
                        <a:pt x="1019" y="581"/>
                      </a:lnTo>
                      <a:lnTo>
                        <a:pt x="967" y="603"/>
                      </a:lnTo>
                      <a:lnTo>
                        <a:pt x="919" y="629"/>
                      </a:lnTo>
                      <a:lnTo>
                        <a:pt x="880" y="660"/>
                      </a:lnTo>
                      <a:lnTo>
                        <a:pt x="844" y="696"/>
                      </a:lnTo>
                      <a:lnTo>
                        <a:pt x="816" y="738"/>
                      </a:lnTo>
                      <a:lnTo>
                        <a:pt x="794" y="784"/>
                      </a:lnTo>
                      <a:lnTo>
                        <a:pt x="780" y="835"/>
                      </a:lnTo>
                      <a:lnTo>
                        <a:pt x="772" y="893"/>
                      </a:lnTo>
                      <a:lnTo>
                        <a:pt x="774" y="951"/>
                      </a:lnTo>
                      <a:lnTo>
                        <a:pt x="784" y="1004"/>
                      </a:lnTo>
                      <a:lnTo>
                        <a:pt x="804" y="1052"/>
                      </a:lnTo>
                      <a:lnTo>
                        <a:pt x="832" y="1096"/>
                      </a:lnTo>
                      <a:lnTo>
                        <a:pt x="866" y="1135"/>
                      </a:lnTo>
                      <a:lnTo>
                        <a:pt x="908" y="1169"/>
                      </a:lnTo>
                      <a:lnTo>
                        <a:pt x="955" y="1201"/>
                      </a:lnTo>
                      <a:lnTo>
                        <a:pt x="1009" y="1231"/>
                      </a:lnTo>
                      <a:lnTo>
                        <a:pt x="1065" y="1255"/>
                      </a:lnTo>
                      <a:lnTo>
                        <a:pt x="1124" y="1279"/>
                      </a:lnTo>
                      <a:lnTo>
                        <a:pt x="1180" y="1302"/>
                      </a:lnTo>
                      <a:lnTo>
                        <a:pt x="1224" y="1324"/>
                      </a:lnTo>
                      <a:lnTo>
                        <a:pt x="1264" y="1352"/>
                      </a:lnTo>
                      <a:lnTo>
                        <a:pt x="1288" y="1376"/>
                      </a:lnTo>
                      <a:lnTo>
                        <a:pt x="1304" y="1404"/>
                      </a:lnTo>
                      <a:lnTo>
                        <a:pt x="1309" y="1432"/>
                      </a:lnTo>
                      <a:lnTo>
                        <a:pt x="1309" y="1460"/>
                      </a:lnTo>
                      <a:lnTo>
                        <a:pt x="1304" y="1487"/>
                      </a:lnTo>
                      <a:lnTo>
                        <a:pt x="1288" y="1511"/>
                      </a:lnTo>
                      <a:lnTo>
                        <a:pt x="1266" y="1533"/>
                      </a:lnTo>
                      <a:lnTo>
                        <a:pt x="1236" y="1551"/>
                      </a:lnTo>
                      <a:lnTo>
                        <a:pt x="1190" y="1567"/>
                      </a:lnTo>
                      <a:lnTo>
                        <a:pt x="1140" y="1573"/>
                      </a:lnTo>
                      <a:lnTo>
                        <a:pt x="1091" y="1569"/>
                      </a:lnTo>
                      <a:lnTo>
                        <a:pt x="1015" y="1557"/>
                      </a:lnTo>
                      <a:lnTo>
                        <a:pt x="941" y="1535"/>
                      </a:lnTo>
                      <a:lnTo>
                        <a:pt x="870" y="1503"/>
                      </a:lnTo>
                      <a:lnTo>
                        <a:pt x="848" y="1493"/>
                      </a:lnTo>
                      <a:lnTo>
                        <a:pt x="832" y="1491"/>
                      </a:lnTo>
                      <a:lnTo>
                        <a:pt x="820" y="1495"/>
                      </a:lnTo>
                      <a:lnTo>
                        <a:pt x="810" y="1509"/>
                      </a:lnTo>
                      <a:lnTo>
                        <a:pt x="802" y="1531"/>
                      </a:lnTo>
                      <a:lnTo>
                        <a:pt x="768" y="1646"/>
                      </a:lnTo>
                      <a:lnTo>
                        <a:pt x="762" y="1674"/>
                      </a:lnTo>
                      <a:lnTo>
                        <a:pt x="762" y="1694"/>
                      </a:lnTo>
                      <a:lnTo>
                        <a:pt x="770" y="1708"/>
                      </a:lnTo>
                      <a:lnTo>
                        <a:pt x="784" y="1722"/>
                      </a:lnTo>
                      <a:lnTo>
                        <a:pt x="810" y="1736"/>
                      </a:lnTo>
                      <a:lnTo>
                        <a:pt x="874" y="1762"/>
                      </a:lnTo>
                      <a:lnTo>
                        <a:pt x="941" y="1780"/>
                      </a:lnTo>
                      <a:lnTo>
                        <a:pt x="1011" y="1792"/>
                      </a:lnTo>
                      <a:lnTo>
                        <a:pt x="1037" y="1797"/>
                      </a:lnTo>
                      <a:lnTo>
                        <a:pt x="1053" y="1803"/>
                      </a:lnTo>
                      <a:lnTo>
                        <a:pt x="1063" y="1813"/>
                      </a:lnTo>
                      <a:lnTo>
                        <a:pt x="1067" y="1831"/>
                      </a:lnTo>
                      <a:lnTo>
                        <a:pt x="1067" y="1859"/>
                      </a:lnTo>
                      <a:lnTo>
                        <a:pt x="1069" y="1935"/>
                      </a:lnTo>
                      <a:lnTo>
                        <a:pt x="1071" y="1957"/>
                      </a:lnTo>
                      <a:lnTo>
                        <a:pt x="1081" y="1972"/>
                      </a:lnTo>
                      <a:lnTo>
                        <a:pt x="1097" y="1982"/>
                      </a:lnTo>
                      <a:lnTo>
                        <a:pt x="1116" y="1986"/>
                      </a:lnTo>
                      <a:lnTo>
                        <a:pt x="1174" y="1986"/>
                      </a:lnTo>
                      <a:lnTo>
                        <a:pt x="1230" y="1986"/>
                      </a:lnTo>
                      <a:lnTo>
                        <a:pt x="1250" y="1982"/>
                      </a:lnTo>
                      <a:lnTo>
                        <a:pt x="1264" y="1972"/>
                      </a:lnTo>
                      <a:lnTo>
                        <a:pt x="1274" y="1959"/>
                      </a:lnTo>
                      <a:lnTo>
                        <a:pt x="1276" y="1937"/>
                      </a:lnTo>
                      <a:lnTo>
                        <a:pt x="1276" y="1885"/>
                      </a:lnTo>
                      <a:lnTo>
                        <a:pt x="1276" y="1833"/>
                      </a:lnTo>
                      <a:lnTo>
                        <a:pt x="1278" y="1809"/>
                      </a:lnTo>
                      <a:lnTo>
                        <a:pt x="1286" y="1792"/>
                      </a:lnTo>
                      <a:lnTo>
                        <a:pt x="1302" y="1780"/>
                      </a:lnTo>
                      <a:lnTo>
                        <a:pt x="1323" y="1770"/>
                      </a:lnTo>
                      <a:lnTo>
                        <a:pt x="1381" y="1750"/>
                      </a:lnTo>
                      <a:lnTo>
                        <a:pt x="1433" y="1722"/>
                      </a:lnTo>
                      <a:lnTo>
                        <a:pt x="1479" y="1688"/>
                      </a:lnTo>
                      <a:lnTo>
                        <a:pt x="1520" y="1644"/>
                      </a:lnTo>
                      <a:lnTo>
                        <a:pt x="1554" y="1595"/>
                      </a:lnTo>
                      <a:lnTo>
                        <a:pt x="1578" y="1543"/>
                      </a:lnTo>
                      <a:lnTo>
                        <a:pt x="1594" y="1489"/>
                      </a:lnTo>
                      <a:lnTo>
                        <a:pt x="1600" y="1436"/>
                      </a:lnTo>
                      <a:lnTo>
                        <a:pt x="1598" y="1380"/>
                      </a:lnTo>
                      <a:lnTo>
                        <a:pt x="1586" y="1326"/>
                      </a:lnTo>
                      <a:lnTo>
                        <a:pt x="1566" y="1275"/>
                      </a:lnTo>
                      <a:lnTo>
                        <a:pt x="1538" y="1227"/>
                      </a:lnTo>
                      <a:lnTo>
                        <a:pt x="1502" y="1183"/>
                      </a:lnTo>
                      <a:lnTo>
                        <a:pt x="1459" y="1143"/>
                      </a:lnTo>
                      <a:lnTo>
                        <a:pt x="1407" y="1112"/>
                      </a:lnTo>
                      <a:lnTo>
                        <a:pt x="1343" y="1078"/>
                      </a:lnTo>
                      <a:lnTo>
                        <a:pt x="1276" y="1050"/>
                      </a:lnTo>
                      <a:lnTo>
                        <a:pt x="1210" y="1022"/>
                      </a:lnTo>
                      <a:lnTo>
                        <a:pt x="1170" y="1004"/>
                      </a:lnTo>
                      <a:lnTo>
                        <a:pt x="1134" y="984"/>
                      </a:lnTo>
                      <a:lnTo>
                        <a:pt x="1101" y="961"/>
                      </a:lnTo>
                      <a:lnTo>
                        <a:pt x="1079" y="937"/>
                      </a:lnTo>
                      <a:lnTo>
                        <a:pt x="1065" y="911"/>
                      </a:lnTo>
                      <a:lnTo>
                        <a:pt x="1059" y="883"/>
                      </a:lnTo>
                      <a:lnTo>
                        <a:pt x="1063" y="857"/>
                      </a:lnTo>
                      <a:lnTo>
                        <a:pt x="1075" y="831"/>
                      </a:lnTo>
                      <a:lnTo>
                        <a:pt x="1095" y="809"/>
                      </a:lnTo>
                      <a:lnTo>
                        <a:pt x="1124" y="794"/>
                      </a:lnTo>
                      <a:lnTo>
                        <a:pt x="1156" y="784"/>
                      </a:lnTo>
                      <a:lnTo>
                        <a:pt x="1190" y="780"/>
                      </a:lnTo>
                      <a:lnTo>
                        <a:pt x="1256" y="780"/>
                      </a:lnTo>
                      <a:lnTo>
                        <a:pt x="1319" y="788"/>
                      </a:lnTo>
                      <a:lnTo>
                        <a:pt x="1381" y="803"/>
                      </a:lnTo>
                      <a:lnTo>
                        <a:pt x="1441" y="827"/>
                      </a:lnTo>
                      <a:lnTo>
                        <a:pt x="1461" y="837"/>
                      </a:lnTo>
                      <a:lnTo>
                        <a:pt x="1477" y="837"/>
                      </a:lnTo>
                      <a:lnTo>
                        <a:pt x="1489" y="833"/>
                      </a:lnTo>
                      <a:lnTo>
                        <a:pt x="1497" y="819"/>
                      </a:lnTo>
                      <a:lnTo>
                        <a:pt x="1504" y="799"/>
                      </a:lnTo>
                      <a:lnTo>
                        <a:pt x="1524" y="734"/>
                      </a:lnTo>
                      <a:lnTo>
                        <a:pt x="1544" y="668"/>
                      </a:lnTo>
                      <a:lnTo>
                        <a:pt x="1546" y="648"/>
                      </a:lnTo>
                      <a:lnTo>
                        <a:pt x="1542" y="630"/>
                      </a:lnTo>
                      <a:lnTo>
                        <a:pt x="1530" y="617"/>
                      </a:lnTo>
                      <a:lnTo>
                        <a:pt x="1514" y="607"/>
                      </a:lnTo>
                      <a:lnTo>
                        <a:pt x="1437" y="577"/>
                      </a:lnTo>
                      <a:lnTo>
                        <a:pt x="1355" y="559"/>
                      </a:lnTo>
                      <a:lnTo>
                        <a:pt x="1325" y="555"/>
                      </a:lnTo>
                      <a:lnTo>
                        <a:pt x="1305" y="549"/>
                      </a:lnTo>
                      <a:lnTo>
                        <a:pt x="1294" y="541"/>
                      </a:lnTo>
                      <a:lnTo>
                        <a:pt x="1288" y="527"/>
                      </a:lnTo>
                      <a:lnTo>
                        <a:pt x="1284" y="507"/>
                      </a:lnTo>
                      <a:lnTo>
                        <a:pt x="1284" y="477"/>
                      </a:lnTo>
                      <a:lnTo>
                        <a:pt x="1284" y="440"/>
                      </a:lnTo>
                      <a:lnTo>
                        <a:pt x="1282" y="412"/>
                      </a:lnTo>
                      <a:lnTo>
                        <a:pt x="1276" y="394"/>
                      </a:lnTo>
                      <a:lnTo>
                        <a:pt x="1266" y="384"/>
                      </a:lnTo>
                      <a:lnTo>
                        <a:pt x="1248" y="378"/>
                      </a:lnTo>
                      <a:lnTo>
                        <a:pt x="1220" y="376"/>
                      </a:lnTo>
                      <a:lnTo>
                        <a:pt x="1182" y="376"/>
                      </a:lnTo>
                      <a:lnTo>
                        <a:pt x="1138" y="376"/>
                      </a:lnTo>
                      <a:close/>
                      <a:moveTo>
                        <a:pt x="1180" y="0"/>
                      </a:moveTo>
                      <a:lnTo>
                        <a:pt x="1302" y="6"/>
                      </a:lnTo>
                      <a:lnTo>
                        <a:pt x="1419" y="24"/>
                      </a:lnTo>
                      <a:lnTo>
                        <a:pt x="1532" y="54"/>
                      </a:lnTo>
                      <a:lnTo>
                        <a:pt x="1642" y="94"/>
                      </a:lnTo>
                      <a:lnTo>
                        <a:pt x="1743" y="143"/>
                      </a:lnTo>
                      <a:lnTo>
                        <a:pt x="1841" y="203"/>
                      </a:lnTo>
                      <a:lnTo>
                        <a:pt x="1932" y="271"/>
                      </a:lnTo>
                      <a:lnTo>
                        <a:pt x="2016" y="346"/>
                      </a:lnTo>
                      <a:lnTo>
                        <a:pt x="2091" y="430"/>
                      </a:lnTo>
                      <a:lnTo>
                        <a:pt x="2161" y="521"/>
                      </a:lnTo>
                      <a:lnTo>
                        <a:pt x="2219" y="619"/>
                      </a:lnTo>
                      <a:lnTo>
                        <a:pt x="2269" y="722"/>
                      </a:lnTo>
                      <a:lnTo>
                        <a:pt x="2308" y="829"/>
                      </a:lnTo>
                      <a:lnTo>
                        <a:pt x="2338" y="943"/>
                      </a:lnTo>
                      <a:lnTo>
                        <a:pt x="2356" y="1060"/>
                      </a:lnTo>
                      <a:lnTo>
                        <a:pt x="2362" y="1181"/>
                      </a:lnTo>
                      <a:lnTo>
                        <a:pt x="2356" y="1300"/>
                      </a:lnTo>
                      <a:lnTo>
                        <a:pt x="2338" y="1418"/>
                      </a:lnTo>
                      <a:lnTo>
                        <a:pt x="2308" y="1531"/>
                      </a:lnTo>
                      <a:lnTo>
                        <a:pt x="2269" y="1640"/>
                      </a:lnTo>
                      <a:lnTo>
                        <a:pt x="2219" y="1744"/>
                      </a:lnTo>
                      <a:lnTo>
                        <a:pt x="2159" y="1841"/>
                      </a:lnTo>
                      <a:lnTo>
                        <a:pt x="2091" y="1931"/>
                      </a:lnTo>
                      <a:lnTo>
                        <a:pt x="2016" y="2014"/>
                      </a:lnTo>
                      <a:lnTo>
                        <a:pt x="1932" y="2092"/>
                      </a:lnTo>
                      <a:lnTo>
                        <a:pt x="1841" y="2159"/>
                      </a:lnTo>
                      <a:lnTo>
                        <a:pt x="1743" y="2217"/>
                      </a:lnTo>
                      <a:lnTo>
                        <a:pt x="1640" y="2267"/>
                      </a:lnTo>
                      <a:lnTo>
                        <a:pt x="1532" y="2306"/>
                      </a:lnTo>
                      <a:lnTo>
                        <a:pt x="1419" y="2336"/>
                      </a:lnTo>
                      <a:lnTo>
                        <a:pt x="1302" y="2354"/>
                      </a:lnTo>
                      <a:lnTo>
                        <a:pt x="1180" y="2360"/>
                      </a:lnTo>
                      <a:lnTo>
                        <a:pt x="1061" y="2354"/>
                      </a:lnTo>
                      <a:lnTo>
                        <a:pt x="943" y="2336"/>
                      </a:lnTo>
                      <a:lnTo>
                        <a:pt x="830" y="2306"/>
                      </a:lnTo>
                      <a:lnTo>
                        <a:pt x="721" y="2267"/>
                      </a:lnTo>
                      <a:lnTo>
                        <a:pt x="617" y="2217"/>
                      </a:lnTo>
                      <a:lnTo>
                        <a:pt x="522" y="2159"/>
                      </a:lnTo>
                      <a:lnTo>
                        <a:pt x="430" y="2090"/>
                      </a:lnTo>
                      <a:lnTo>
                        <a:pt x="346" y="2014"/>
                      </a:lnTo>
                      <a:lnTo>
                        <a:pt x="269" y="1931"/>
                      </a:lnTo>
                      <a:lnTo>
                        <a:pt x="201" y="1839"/>
                      </a:lnTo>
                      <a:lnTo>
                        <a:pt x="144" y="1742"/>
                      </a:lnTo>
                      <a:lnTo>
                        <a:pt x="94" y="1640"/>
                      </a:lnTo>
                      <a:lnTo>
                        <a:pt x="54" y="1531"/>
                      </a:lnTo>
                      <a:lnTo>
                        <a:pt x="24" y="1418"/>
                      </a:lnTo>
                      <a:lnTo>
                        <a:pt x="6" y="1300"/>
                      </a:lnTo>
                      <a:lnTo>
                        <a:pt x="0" y="1181"/>
                      </a:lnTo>
                      <a:lnTo>
                        <a:pt x="6" y="1060"/>
                      </a:lnTo>
                      <a:lnTo>
                        <a:pt x="24" y="943"/>
                      </a:lnTo>
                      <a:lnTo>
                        <a:pt x="54" y="829"/>
                      </a:lnTo>
                      <a:lnTo>
                        <a:pt x="94" y="722"/>
                      </a:lnTo>
                      <a:lnTo>
                        <a:pt x="144" y="619"/>
                      </a:lnTo>
                      <a:lnTo>
                        <a:pt x="203" y="521"/>
                      </a:lnTo>
                      <a:lnTo>
                        <a:pt x="271" y="430"/>
                      </a:lnTo>
                      <a:lnTo>
                        <a:pt x="346" y="346"/>
                      </a:lnTo>
                      <a:lnTo>
                        <a:pt x="430" y="271"/>
                      </a:lnTo>
                      <a:lnTo>
                        <a:pt x="522" y="203"/>
                      </a:lnTo>
                      <a:lnTo>
                        <a:pt x="619" y="143"/>
                      </a:lnTo>
                      <a:lnTo>
                        <a:pt x="723" y="94"/>
                      </a:lnTo>
                      <a:lnTo>
                        <a:pt x="830" y="54"/>
                      </a:lnTo>
                      <a:lnTo>
                        <a:pt x="943" y="24"/>
                      </a:lnTo>
                      <a:lnTo>
                        <a:pt x="1061" y="6"/>
                      </a:lnTo>
                      <a:lnTo>
                        <a:pt x="118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6848" tIns="33424" rIns="66848" bIns="33424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94005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88009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482014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7601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470023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6402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58032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952037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 sz="1389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0" name="Freeform 18">
                  <a:extLst>
                    <a:ext uri="{FF2B5EF4-FFF2-40B4-BE49-F238E27FC236}">
                      <a16:creationId xmlns="" xmlns:a16="http://schemas.microsoft.com/office/drawing/2014/main" id="{2EA377DC-EEE1-41EC-9C19-1BDACB4971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488" y="4357688"/>
                  <a:ext cx="646113" cy="741363"/>
                </a:xfrm>
                <a:custGeom>
                  <a:avLst/>
                  <a:gdLst>
                    <a:gd name="T0" fmla="*/ 121 w 814"/>
                    <a:gd name="T1" fmla="*/ 0 h 935"/>
                    <a:gd name="T2" fmla="*/ 690 w 814"/>
                    <a:gd name="T3" fmla="*/ 0 h 935"/>
                    <a:gd name="T4" fmla="*/ 724 w 814"/>
                    <a:gd name="T5" fmla="*/ 4 h 935"/>
                    <a:gd name="T6" fmla="*/ 752 w 814"/>
                    <a:gd name="T7" fmla="*/ 16 h 935"/>
                    <a:gd name="T8" fmla="*/ 778 w 814"/>
                    <a:gd name="T9" fmla="*/ 36 h 935"/>
                    <a:gd name="T10" fmla="*/ 796 w 814"/>
                    <a:gd name="T11" fmla="*/ 60 h 935"/>
                    <a:gd name="T12" fmla="*/ 810 w 814"/>
                    <a:gd name="T13" fmla="*/ 90 h 935"/>
                    <a:gd name="T14" fmla="*/ 814 w 814"/>
                    <a:gd name="T15" fmla="*/ 121 h 935"/>
                    <a:gd name="T16" fmla="*/ 814 w 814"/>
                    <a:gd name="T17" fmla="*/ 811 h 935"/>
                    <a:gd name="T18" fmla="*/ 808 w 814"/>
                    <a:gd name="T19" fmla="*/ 845 h 935"/>
                    <a:gd name="T20" fmla="*/ 796 w 814"/>
                    <a:gd name="T21" fmla="*/ 873 h 935"/>
                    <a:gd name="T22" fmla="*/ 778 w 814"/>
                    <a:gd name="T23" fmla="*/ 899 h 935"/>
                    <a:gd name="T24" fmla="*/ 752 w 814"/>
                    <a:gd name="T25" fmla="*/ 917 h 935"/>
                    <a:gd name="T26" fmla="*/ 724 w 814"/>
                    <a:gd name="T27" fmla="*/ 931 h 935"/>
                    <a:gd name="T28" fmla="*/ 690 w 814"/>
                    <a:gd name="T29" fmla="*/ 935 h 935"/>
                    <a:gd name="T30" fmla="*/ 121 w 814"/>
                    <a:gd name="T31" fmla="*/ 935 h 935"/>
                    <a:gd name="T32" fmla="*/ 90 w 814"/>
                    <a:gd name="T33" fmla="*/ 931 h 935"/>
                    <a:gd name="T34" fmla="*/ 60 w 814"/>
                    <a:gd name="T35" fmla="*/ 917 h 935"/>
                    <a:gd name="T36" fmla="*/ 36 w 814"/>
                    <a:gd name="T37" fmla="*/ 899 h 935"/>
                    <a:gd name="T38" fmla="*/ 16 w 814"/>
                    <a:gd name="T39" fmla="*/ 873 h 935"/>
                    <a:gd name="T40" fmla="*/ 4 w 814"/>
                    <a:gd name="T41" fmla="*/ 845 h 935"/>
                    <a:gd name="T42" fmla="*/ 0 w 814"/>
                    <a:gd name="T43" fmla="*/ 811 h 935"/>
                    <a:gd name="T44" fmla="*/ 0 w 814"/>
                    <a:gd name="T45" fmla="*/ 121 h 935"/>
                    <a:gd name="T46" fmla="*/ 4 w 814"/>
                    <a:gd name="T47" fmla="*/ 90 h 935"/>
                    <a:gd name="T48" fmla="*/ 16 w 814"/>
                    <a:gd name="T49" fmla="*/ 60 h 935"/>
                    <a:gd name="T50" fmla="*/ 36 w 814"/>
                    <a:gd name="T51" fmla="*/ 36 h 935"/>
                    <a:gd name="T52" fmla="*/ 60 w 814"/>
                    <a:gd name="T53" fmla="*/ 16 h 935"/>
                    <a:gd name="T54" fmla="*/ 90 w 814"/>
                    <a:gd name="T55" fmla="*/ 4 h 935"/>
                    <a:gd name="T56" fmla="*/ 121 w 814"/>
                    <a:gd name="T57" fmla="*/ 0 h 9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814" h="935">
                      <a:moveTo>
                        <a:pt x="121" y="0"/>
                      </a:moveTo>
                      <a:lnTo>
                        <a:pt x="690" y="0"/>
                      </a:lnTo>
                      <a:lnTo>
                        <a:pt x="724" y="4"/>
                      </a:lnTo>
                      <a:lnTo>
                        <a:pt x="752" y="16"/>
                      </a:lnTo>
                      <a:lnTo>
                        <a:pt x="778" y="36"/>
                      </a:lnTo>
                      <a:lnTo>
                        <a:pt x="796" y="60"/>
                      </a:lnTo>
                      <a:lnTo>
                        <a:pt x="810" y="90"/>
                      </a:lnTo>
                      <a:lnTo>
                        <a:pt x="814" y="121"/>
                      </a:lnTo>
                      <a:lnTo>
                        <a:pt x="814" y="811"/>
                      </a:lnTo>
                      <a:lnTo>
                        <a:pt x="808" y="845"/>
                      </a:lnTo>
                      <a:lnTo>
                        <a:pt x="796" y="873"/>
                      </a:lnTo>
                      <a:lnTo>
                        <a:pt x="778" y="899"/>
                      </a:lnTo>
                      <a:lnTo>
                        <a:pt x="752" y="917"/>
                      </a:lnTo>
                      <a:lnTo>
                        <a:pt x="724" y="931"/>
                      </a:lnTo>
                      <a:lnTo>
                        <a:pt x="690" y="935"/>
                      </a:lnTo>
                      <a:lnTo>
                        <a:pt x="121" y="935"/>
                      </a:lnTo>
                      <a:lnTo>
                        <a:pt x="90" y="931"/>
                      </a:lnTo>
                      <a:lnTo>
                        <a:pt x="60" y="917"/>
                      </a:lnTo>
                      <a:lnTo>
                        <a:pt x="36" y="899"/>
                      </a:lnTo>
                      <a:lnTo>
                        <a:pt x="16" y="873"/>
                      </a:lnTo>
                      <a:lnTo>
                        <a:pt x="4" y="845"/>
                      </a:lnTo>
                      <a:lnTo>
                        <a:pt x="0" y="811"/>
                      </a:lnTo>
                      <a:lnTo>
                        <a:pt x="0" y="121"/>
                      </a:lnTo>
                      <a:lnTo>
                        <a:pt x="4" y="90"/>
                      </a:lnTo>
                      <a:lnTo>
                        <a:pt x="16" y="60"/>
                      </a:lnTo>
                      <a:lnTo>
                        <a:pt x="36" y="36"/>
                      </a:lnTo>
                      <a:lnTo>
                        <a:pt x="60" y="16"/>
                      </a:lnTo>
                      <a:lnTo>
                        <a:pt x="90" y="4"/>
                      </a:lnTo>
                      <a:lnTo>
                        <a:pt x="12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66848" tIns="33424" rIns="66848" bIns="33424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94005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88009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482014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97601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470023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64028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58032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952037" algn="l" defTabSz="988009" rtl="0" eaLnBrk="1" latinLnBrk="0" hangingPunct="1">
                    <a:defRPr sz="19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 sz="1389">
                    <a:solidFill>
                      <a:schemeClr val="accent3"/>
                    </a:solidFill>
                  </a:endParaRPr>
                </a:p>
              </p:txBody>
            </p:sp>
          </p:grpSp>
        </p:grpSp>
      </p:grp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295F082C-9C9B-482D-8A1F-DB56F9F487DB}"/>
              </a:ext>
            </a:extLst>
          </p:cNvPr>
          <p:cNvSpPr/>
          <p:nvPr/>
        </p:nvSpPr>
        <p:spPr>
          <a:xfrm>
            <a:off x="1068380" y="2481925"/>
            <a:ext cx="2558442" cy="37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PAGU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pada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Perpres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54/2020 Rp128,77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triliun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pasca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penyesuaian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dan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realokasi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anggaran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DAK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Nonfisik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untuk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penanganan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Covid-19,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realokasi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digunakan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untuk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sumber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pendanaan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BOK </a:t>
            </a:r>
            <a:r>
              <a:rPr lang="en-US" sz="1200" b="1" dirty="0" err="1" smtClean="0">
                <a:solidFill>
                  <a:schemeClr val="tx1"/>
                </a:solidFill>
                <a:latin typeface="Staatliches" panose="020B0604020202020204" charset="0"/>
              </a:rPr>
              <a:t>Tambahan</a:t>
            </a:r>
            <a:r>
              <a:rPr lang="en-US" sz="1200" b="1" dirty="0" smtClean="0">
                <a:solidFill>
                  <a:schemeClr val="tx1"/>
                </a:solidFill>
                <a:latin typeface="Staatliches" panose="020B0604020202020204" charset="0"/>
              </a:rPr>
              <a:t> </a:t>
            </a:r>
            <a:endParaRPr lang="en-ID" sz="1200" b="1" dirty="0">
              <a:solidFill>
                <a:schemeClr val="tx1"/>
              </a:solidFill>
              <a:latin typeface="Staatliches" panose="020B0604020202020204" charset="0"/>
            </a:endParaRPr>
          </a:p>
        </p:txBody>
      </p:sp>
      <p:sp>
        <p:nvSpPr>
          <p:cNvPr id="42" name="Google Shape;439;p26"/>
          <p:cNvSpPr/>
          <p:nvPr/>
        </p:nvSpPr>
        <p:spPr>
          <a:xfrm>
            <a:off x="359196" y="1947095"/>
            <a:ext cx="3684635" cy="4453705"/>
          </a:xfrm>
          <a:custGeom>
            <a:avLst/>
            <a:gdLst/>
            <a:ahLst/>
            <a:cxnLst/>
            <a:rect l="l" t="t" r="r" b="b"/>
            <a:pathLst>
              <a:path w="53747" h="74336" extrusionOk="0">
                <a:moveTo>
                  <a:pt x="52246" y="65"/>
                </a:moveTo>
                <a:cubicBezTo>
                  <a:pt x="53040" y="65"/>
                  <a:pt x="53682" y="711"/>
                  <a:pt x="53682" y="1501"/>
                </a:cubicBezTo>
                <a:lnTo>
                  <a:pt x="53682" y="72835"/>
                </a:lnTo>
                <a:cubicBezTo>
                  <a:pt x="53682" y="73625"/>
                  <a:pt x="53040" y="74268"/>
                  <a:pt x="52246" y="74268"/>
                </a:cubicBezTo>
                <a:lnTo>
                  <a:pt x="1501" y="74268"/>
                </a:lnTo>
                <a:cubicBezTo>
                  <a:pt x="711" y="74268"/>
                  <a:pt x="65" y="73625"/>
                  <a:pt x="65" y="72835"/>
                </a:cubicBezTo>
                <a:lnTo>
                  <a:pt x="65" y="1501"/>
                </a:lnTo>
                <a:cubicBezTo>
                  <a:pt x="65" y="711"/>
                  <a:pt x="711" y="65"/>
                  <a:pt x="1501" y="65"/>
                </a:cubicBezTo>
                <a:close/>
                <a:moveTo>
                  <a:pt x="1501" y="1"/>
                </a:moveTo>
                <a:cubicBezTo>
                  <a:pt x="676" y="1"/>
                  <a:pt x="0" y="675"/>
                  <a:pt x="0" y="1501"/>
                </a:cubicBezTo>
                <a:lnTo>
                  <a:pt x="0" y="72835"/>
                </a:lnTo>
                <a:cubicBezTo>
                  <a:pt x="0" y="73660"/>
                  <a:pt x="676" y="74336"/>
                  <a:pt x="1501" y="74336"/>
                </a:cubicBezTo>
                <a:lnTo>
                  <a:pt x="52246" y="74336"/>
                </a:lnTo>
                <a:cubicBezTo>
                  <a:pt x="53076" y="74336"/>
                  <a:pt x="53747" y="73660"/>
                  <a:pt x="53747" y="72835"/>
                </a:cubicBezTo>
                <a:lnTo>
                  <a:pt x="53747" y="1501"/>
                </a:lnTo>
                <a:cubicBezTo>
                  <a:pt x="53747" y="675"/>
                  <a:pt x="53076" y="1"/>
                  <a:pt x="52246" y="1"/>
                </a:cubicBezTo>
                <a:close/>
              </a:path>
            </a:pathLst>
          </a:custGeom>
          <a:ln w="28575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roup 89">
            <a:extLst>
              <a:ext uri="{FF2B5EF4-FFF2-40B4-BE49-F238E27FC236}">
                <a16:creationId xmlns:lc="http://schemas.openxmlformats.org/drawingml/2006/lockedCanvas" xmlns:a16="http://schemas.microsoft.com/office/drawing/2014/main" xmlns="" id="{D63D630D-F084-49B3-BEF6-531BFEF6EB7B}"/>
              </a:ext>
            </a:extLst>
          </p:cNvPr>
          <p:cNvGrpSpPr/>
          <p:nvPr/>
        </p:nvGrpSpPr>
        <p:grpSpPr>
          <a:xfrm>
            <a:off x="460608" y="3363470"/>
            <a:ext cx="3631037" cy="2976463"/>
            <a:chOff x="6096925" y="3122754"/>
            <a:chExt cx="4372465" cy="2280592"/>
          </a:xfrm>
        </p:grpSpPr>
        <p:sp>
          <p:nvSpPr>
            <p:cNvPr id="44" name="TextBox 21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693B6541-F160-4D1D-A842-14C9B4CC24FC}"/>
                </a:ext>
              </a:extLst>
            </p:cNvPr>
            <p:cNvSpPr txBox="1"/>
            <p:nvPr/>
          </p:nvSpPr>
          <p:spPr>
            <a:xfrm>
              <a:off x="9307169" y="3122754"/>
              <a:ext cx="1103370" cy="176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id-ID" sz="900" b="1" dirty="0">
                  <a:solidFill>
                    <a:schemeClr val="accent1">
                      <a:lumMod val="50000"/>
                    </a:schemeClr>
                  </a:solidFill>
                </a:rPr>
                <a:t>Triliun Rupiah</a:t>
              </a:r>
            </a:p>
          </p:txBody>
        </p:sp>
        <p:graphicFrame>
          <p:nvGraphicFramePr>
            <p:cNvPr id="45" name="Chart 44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866033E2-AF1B-4FF6-BDA5-D63DE3EA2E6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xmlns="" val="85976720"/>
                </p:ext>
              </p:extLst>
            </p:nvPr>
          </p:nvGraphicFramePr>
          <p:xfrm>
            <a:off x="6096925" y="3450398"/>
            <a:ext cx="4372465" cy="19529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46" name="TextBox 2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AFE0EC6E-89CE-491E-9F24-7196C5F5CBD9}"/>
                </a:ext>
              </a:extLst>
            </p:cNvPr>
            <p:cNvSpPr txBox="1"/>
            <p:nvPr/>
          </p:nvSpPr>
          <p:spPr>
            <a:xfrm>
              <a:off x="6577410" y="3580229"/>
              <a:ext cx="725831" cy="17686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>
                  <a:solidFill>
                    <a:srgbClr val="002060"/>
                  </a:solidFill>
                </a:rPr>
                <a:t>(94,6%)</a:t>
              </a:r>
            </a:p>
          </p:txBody>
        </p:sp>
        <p:sp>
          <p:nvSpPr>
            <p:cNvPr id="47" name="TextBox 3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F4088395-A0BA-430E-82E2-96053B9B735F}"/>
                </a:ext>
              </a:extLst>
            </p:cNvPr>
            <p:cNvSpPr txBox="1"/>
            <p:nvPr/>
          </p:nvSpPr>
          <p:spPr>
            <a:xfrm>
              <a:off x="7335796" y="3345420"/>
              <a:ext cx="694639" cy="17686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>
                  <a:solidFill>
                    <a:srgbClr val="002060"/>
                  </a:solidFill>
                </a:rPr>
                <a:t>(73,1%)</a:t>
              </a:r>
            </a:p>
          </p:txBody>
        </p:sp>
        <p:sp>
          <p:nvSpPr>
            <p:cNvPr id="48" name="TextBox 4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D5D88084-6609-465C-9287-9EDB186384DA}"/>
                </a:ext>
              </a:extLst>
            </p:cNvPr>
            <p:cNvSpPr txBox="1"/>
            <p:nvPr/>
          </p:nvSpPr>
          <p:spPr>
            <a:xfrm>
              <a:off x="7976477" y="3407428"/>
              <a:ext cx="694639" cy="17686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>
                  <a:solidFill>
                    <a:srgbClr val="002060"/>
                  </a:solidFill>
                </a:rPr>
                <a:t>(91,7%)</a:t>
              </a:r>
            </a:p>
          </p:txBody>
        </p:sp>
        <p:sp>
          <p:nvSpPr>
            <p:cNvPr id="49" name="TextBox 5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D84EA48B-8AA9-4FE6-A9E8-B9B40E6B60AF}"/>
                </a:ext>
              </a:extLst>
            </p:cNvPr>
            <p:cNvSpPr txBox="1"/>
            <p:nvPr/>
          </p:nvSpPr>
          <p:spPr>
            <a:xfrm>
              <a:off x="8617159" y="3346515"/>
              <a:ext cx="694639" cy="17686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>
                  <a:solidFill>
                    <a:srgbClr val="002060"/>
                  </a:solidFill>
                </a:rPr>
                <a:t>(93,4%)</a:t>
              </a:r>
            </a:p>
          </p:txBody>
        </p:sp>
        <p:sp>
          <p:nvSpPr>
            <p:cNvPr id="50" name="TextBox 8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8DC0253F-B008-4420-A31F-D5CC3B7A588F}"/>
                </a:ext>
              </a:extLst>
            </p:cNvPr>
            <p:cNvSpPr txBox="1"/>
            <p:nvPr/>
          </p:nvSpPr>
          <p:spPr>
            <a:xfrm>
              <a:off x="9239101" y="3298722"/>
              <a:ext cx="694639" cy="17686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>
                  <a:solidFill>
                    <a:srgbClr val="002060"/>
                  </a:solidFill>
                </a:rPr>
                <a:t>(96,0%)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7">
            <a:extLst>
              <a:ext uri="{FF2B5EF4-FFF2-40B4-BE49-F238E27FC236}">
                <a16:creationId xmlns:a16="http://schemas.microsoft.com/office/drawing/2014/main" xmlns="" id="{370B593E-E180-40A0-BB83-3FACA1DF6168}"/>
              </a:ext>
            </a:extLst>
          </p:cNvPr>
          <p:cNvGrpSpPr/>
          <p:nvPr/>
        </p:nvGrpSpPr>
        <p:grpSpPr>
          <a:xfrm>
            <a:off x="8029194" y="935937"/>
            <a:ext cx="2084311" cy="2520392"/>
            <a:chOff x="5548112" y="624503"/>
            <a:chExt cx="1188132" cy="1965724"/>
          </a:xfrm>
          <a:solidFill>
            <a:schemeClr val="accent1">
              <a:lumMod val="60000"/>
              <a:lumOff val="40000"/>
            </a:schemeClr>
          </a:solidFill>
        </p:grpSpPr>
        <p:grpSp>
          <p:nvGrpSpPr>
            <p:cNvPr id="3" name="Group 98">
              <a:extLst>
                <a:ext uri="{FF2B5EF4-FFF2-40B4-BE49-F238E27FC236}">
                  <a16:creationId xmlns:a16="http://schemas.microsoft.com/office/drawing/2014/main" xmlns="" id="{A4E7866F-984A-4B1F-84B8-41DA3AC52163}"/>
                </a:ext>
              </a:extLst>
            </p:cNvPr>
            <p:cNvGrpSpPr/>
            <p:nvPr/>
          </p:nvGrpSpPr>
          <p:grpSpPr>
            <a:xfrm>
              <a:off x="5548112" y="624503"/>
              <a:ext cx="1188132" cy="1965724"/>
              <a:chOff x="467544" y="987574"/>
              <a:chExt cx="1584176" cy="2229857"/>
            </a:xfrm>
            <a:grpFill/>
          </p:grpSpPr>
          <p:sp>
            <p:nvSpPr>
              <p:cNvPr id="101" name="Rounded Rectangle 52">
                <a:extLst>
                  <a:ext uri="{FF2B5EF4-FFF2-40B4-BE49-F238E27FC236}">
                    <a16:creationId xmlns:a16="http://schemas.microsoft.com/office/drawing/2014/main" xmlns="" id="{7B4C35B0-A060-49F2-A1ED-2C7CB8C563CD}"/>
                  </a:ext>
                </a:extLst>
              </p:cNvPr>
              <p:cNvSpPr/>
              <p:nvPr/>
            </p:nvSpPr>
            <p:spPr bwMode="auto">
              <a:xfrm>
                <a:off x="467544" y="987574"/>
                <a:ext cx="1584176" cy="2229857"/>
              </a:xfrm>
              <a:prstGeom prst="roundRect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377"/>
                <a:endParaRPr lang="en-US" sz="1200" dirty="0">
                  <a:latin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xmlns="" id="{F6D1CA2F-26BE-4B1B-B75D-B81C152890FE}"/>
                  </a:ext>
                </a:extLst>
              </p:cNvPr>
              <p:cNvSpPr/>
              <p:nvPr/>
            </p:nvSpPr>
            <p:spPr>
              <a:xfrm>
                <a:off x="691949" y="1096071"/>
                <a:ext cx="1149879" cy="32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622284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US" sz="2000" b="1" dirty="0" smtClean="0">
                    <a:solidFill>
                      <a:schemeClr val="bg1"/>
                    </a:solidFill>
                    <a:latin typeface="Segoe UI" pitchFamily="34" charset="0"/>
                    <a:cs typeface="Segoe UI" pitchFamily="34" charset="0"/>
                  </a:rPr>
                  <a:t>TKG PNSD</a:t>
                </a:r>
                <a:endParaRPr lang="en-US" sz="20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xmlns="" id="{82FA99E2-DF53-44CD-A572-DFE133A8A7B4}"/>
                  </a:ext>
                </a:extLst>
              </p:cNvPr>
              <p:cNvCxnSpPr/>
              <p:nvPr/>
            </p:nvCxnSpPr>
            <p:spPr>
              <a:xfrm>
                <a:off x="467544" y="1480915"/>
                <a:ext cx="1584176" cy="0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xmlns="" id="{645D3D7B-9A31-4560-B684-59402FFCA748}"/>
                </a:ext>
              </a:extLst>
            </p:cNvPr>
            <p:cNvSpPr/>
            <p:nvPr/>
          </p:nvSpPr>
          <p:spPr>
            <a:xfrm>
              <a:off x="5586900" y="1092538"/>
              <a:ext cx="1128009" cy="12890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Memberikan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kompensasi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atas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kesulitah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hidup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bagi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guru yang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mengajar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di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desa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sangat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tertinggal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sebesar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1 (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satu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) kali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gaji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pokok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PNS yang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bersangkutan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tidak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termasuk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bulan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ke-13</a:t>
              </a:r>
            </a:p>
            <a:p>
              <a:pPr defTabSz="466714">
                <a:lnSpc>
                  <a:spcPct val="90000"/>
                </a:lnSpc>
              </a:pPr>
              <a:r>
                <a:rPr lang="fi-FI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 : </a:t>
              </a:r>
              <a:r>
                <a:rPr lang="fi-FI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Rp1,9 </a:t>
              </a:r>
              <a:r>
                <a:rPr lang="fi-FI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</a:t>
              </a:r>
              <a:r>
                <a:rPr lang="fi-FI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	</a:t>
              </a:r>
              <a:endParaRPr lang="fi-FI" sz="1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4" name="Group 103">
            <a:extLst>
              <a:ext uri="{FF2B5EF4-FFF2-40B4-BE49-F238E27FC236}">
                <a16:creationId xmlns:a16="http://schemas.microsoft.com/office/drawing/2014/main" xmlns="" id="{CE29E89E-124C-4B14-B1D9-8328ADA44673}"/>
              </a:ext>
            </a:extLst>
          </p:cNvPr>
          <p:cNvGrpSpPr/>
          <p:nvPr/>
        </p:nvGrpSpPr>
        <p:grpSpPr>
          <a:xfrm>
            <a:off x="137158" y="954838"/>
            <a:ext cx="2015085" cy="2572564"/>
            <a:chOff x="467544" y="987574"/>
            <a:chExt cx="1616455" cy="2206370"/>
          </a:xfrm>
          <a:solidFill>
            <a:srgbClr val="996633"/>
          </a:solidFill>
        </p:grpSpPr>
        <p:sp>
          <p:nvSpPr>
            <p:cNvPr id="105" name="Rounded Rectangle 42">
              <a:extLst>
                <a:ext uri="{FF2B5EF4-FFF2-40B4-BE49-F238E27FC236}">
                  <a16:creationId xmlns:a16="http://schemas.microsoft.com/office/drawing/2014/main" xmlns="" id="{A8E9A9C7-3CF5-45B7-8B82-344A0F63F3EC}"/>
                </a:ext>
              </a:extLst>
            </p:cNvPr>
            <p:cNvSpPr/>
            <p:nvPr/>
          </p:nvSpPr>
          <p:spPr bwMode="auto">
            <a:xfrm>
              <a:off x="467544" y="987574"/>
              <a:ext cx="1584176" cy="2206370"/>
            </a:xfrm>
            <a:prstGeom prst="round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/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xmlns="" id="{D8D8C8F0-D901-4703-96FD-C18404896F2C}"/>
                </a:ext>
              </a:extLst>
            </p:cNvPr>
            <p:cNvCxnSpPr/>
            <p:nvPr/>
          </p:nvCxnSpPr>
          <p:spPr>
            <a:xfrm>
              <a:off x="467544" y="1452749"/>
              <a:ext cx="1584176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xmlns="" id="{DFB44B73-EC70-4AF4-A433-D3AC0FBE61F7}"/>
                </a:ext>
              </a:extLst>
            </p:cNvPr>
            <p:cNvSpPr/>
            <p:nvPr/>
          </p:nvSpPr>
          <p:spPr>
            <a:xfrm>
              <a:off x="680292" y="1056834"/>
              <a:ext cx="1149879" cy="31675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622284">
                <a:lnSpc>
                  <a:spcPct val="90000"/>
                </a:lnSpc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BOS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xmlns="" id="{B33596E1-3450-4F7E-A9AB-D0E3B52933FC}"/>
                </a:ext>
              </a:extLst>
            </p:cNvPr>
            <p:cNvSpPr/>
            <p:nvPr/>
          </p:nvSpPr>
          <p:spPr>
            <a:xfrm>
              <a:off x="491727" y="1539531"/>
              <a:ext cx="1592272" cy="12749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Pencapaian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 program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wajib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belajar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 12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tahun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 (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pendidikan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dasar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menengah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) yang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ea typeface="Cambria" pitchFamily="18" charset="0"/>
                  <a:cs typeface="Segoe UI" pitchFamily="34" charset="0"/>
                </a:rPr>
                <a:t>bermutu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dalam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memenuhi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capaian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Standar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Nasional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Pendidikan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(SNP)</a:t>
              </a:r>
            </a:p>
            <a:p>
              <a:pPr algn="just" defTabSz="466714">
                <a:lnSpc>
                  <a:spcPct val="90000"/>
                </a:lnSpc>
              </a:pPr>
              <a:r>
                <a:rPr lang="fi-FI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 : </a:t>
              </a:r>
              <a:r>
                <a:rPr lang="fi-FI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Rp53,5 T</a:t>
              </a:r>
              <a:endParaRPr lang="fi-FI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5" name="Group 108">
            <a:extLst>
              <a:ext uri="{FF2B5EF4-FFF2-40B4-BE49-F238E27FC236}">
                <a16:creationId xmlns:a16="http://schemas.microsoft.com/office/drawing/2014/main" xmlns="" id="{50970E4E-D38E-4241-AE4E-438010A352C4}"/>
              </a:ext>
            </a:extLst>
          </p:cNvPr>
          <p:cNvGrpSpPr/>
          <p:nvPr/>
        </p:nvGrpSpPr>
        <p:grpSpPr>
          <a:xfrm>
            <a:off x="10145893" y="926909"/>
            <a:ext cx="2046107" cy="2508043"/>
            <a:chOff x="515043" y="968610"/>
            <a:chExt cx="1692409" cy="2173024"/>
          </a:xfrm>
        </p:grpSpPr>
        <p:sp>
          <p:nvSpPr>
            <p:cNvPr id="110" name="Rounded Rectangle 57">
              <a:extLst>
                <a:ext uri="{FF2B5EF4-FFF2-40B4-BE49-F238E27FC236}">
                  <a16:creationId xmlns:a16="http://schemas.microsoft.com/office/drawing/2014/main" xmlns="" id="{606C3694-CA17-468E-A89D-1EE4DA0D064A}"/>
                </a:ext>
              </a:extLst>
            </p:cNvPr>
            <p:cNvSpPr/>
            <p:nvPr/>
          </p:nvSpPr>
          <p:spPr bwMode="auto">
            <a:xfrm>
              <a:off x="532223" y="968610"/>
              <a:ext cx="1584176" cy="217302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/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xmlns="" id="{A6FCA1A6-DC0E-4CFC-8942-6E8AA3580AE3}"/>
                </a:ext>
              </a:extLst>
            </p:cNvPr>
            <p:cNvSpPr/>
            <p:nvPr/>
          </p:nvSpPr>
          <p:spPr>
            <a:xfrm>
              <a:off x="577004" y="1451760"/>
              <a:ext cx="1630448" cy="1583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Pembiayaan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bidang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kesehatan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khususnya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pelayanan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promotif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preventif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di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puskesmas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dinas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kesehatan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mendukung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penanganan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i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stunting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serta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peningkatan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pelayanan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kesehatan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tingkat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pertama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berupa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akreditasi</a:t>
              </a:r>
              <a:r>
                <a:rPr lang="en-US" sz="11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puskesmas</a:t>
              </a:r>
              <a:endParaRPr lang="en-US" sz="11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ct val="90000"/>
                </a:lnSpc>
              </a:pPr>
              <a:r>
                <a:rPr lang="fi-FI" sz="11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 : </a:t>
              </a:r>
              <a:r>
                <a:rPr lang="fi-FI" sz="11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Rp13,4 </a:t>
              </a:r>
              <a:r>
                <a:rPr lang="fi-FI" sz="11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</a:t>
              </a:r>
              <a:r>
                <a:rPr lang="fi-FI" sz="11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	</a:t>
              </a:r>
              <a:endParaRPr lang="fi-FI" sz="11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xmlns="" id="{41F4D860-6BA9-4DE9-B30C-2CEA2A9104BC}"/>
                </a:ext>
              </a:extLst>
            </p:cNvPr>
            <p:cNvCxnSpPr/>
            <p:nvPr/>
          </p:nvCxnSpPr>
          <p:spPr>
            <a:xfrm>
              <a:off x="515043" y="1446578"/>
              <a:ext cx="158417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xmlns="" id="{D0A47A9D-FBFB-4D6A-8D47-2AE1BD5564B5}"/>
                </a:ext>
              </a:extLst>
            </p:cNvPr>
            <p:cNvSpPr/>
            <p:nvPr/>
          </p:nvSpPr>
          <p:spPr>
            <a:xfrm>
              <a:off x="732193" y="1067561"/>
              <a:ext cx="1149878" cy="319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22284">
                <a:lnSpc>
                  <a:spcPct val="90000"/>
                </a:lnSpc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BOK</a:t>
              </a:r>
            </a:p>
          </p:txBody>
        </p:sp>
      </p:grpSp>
      <p:grpSp>
        <p:nvGrpSpPr>
          <p:cNvPr id="6" name="Group 113">
            <a:extLst>
              <a:ext uri="{FF2B5EF4-FFF2-40B4-BE49-F238E27FC236}">
                <a16:creationId xmlns:a16="http://schemas.microsoft.com/office/drawing/2014/main" xmlns="" id="{AB3F02EA-631F-4FCF-8346-2802A35C02E4}"/>
              </a:ext>
            </a:extLst>
          </p:cNvPr>
          <p:cNvGrpSpPr/>
          <p:nvPr/>
        </p:nvGrpSpPr>
        <p:grpSpPr>
          <a:xfrm>
            <a:off x="91153" y="3652120"/>
            <a:ext cx="1755538" cy="2981248"/>
            <a:chOff x="453588" y="987574"/>
            <a:chExt cx="1611793" cy="2204563"/>
          </a:xfrm>
          <a:solidFill>
            <a:srgbClr val="FF0000"/>
          </a:solidFill>
        </p:grpSpPr>
        <p:sp>
          <p:nvSpPr>
            <p:cNvPr id="115" name="Rounded Rectangle 64">
              <a:extLst>
                <a:ext uri="{FF2B5EF4-FFF2-40B4-BE49-F238E27FC236}">
                  <a16:creationId xmlns:a16="http://schemas.microsoft.com/office/drawing/2014/main" xmlns="" id="{568BB3A2-F4C7-4563-8E06-0E42CD74F56E}"/>
                </a:ext>
              </a:extLst>
            </p:cNvPr>
            <p:cNvSpPr/>
            <p:nvPr/>
          </p:nvSpPr>
          <p:spPr bwMode="auto">
            <a:xfrm>
              <a:off x="467544" y="987574"/>
              <a:ext cx="1584176" cy="2204563"/>
            </a:xfrm>
            <a:prstGeom prst="roundRect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/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xmlns="" id="{C388D061-92B0-4E55-BC78-F9E6B4FFE850}"/>
                </a:ext>
              </a:extLst>
            </p:cNvPr>
            <p:cNvSpPr/>
            <p:nvPr/>
          </p:nvSpPr>
          <p:spPr>
            <a:xfrm>
              <a:off x="658868" y="1009393"/>
              <a:ext cx="1238098" cy="2731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2284">
                <a:lnSpc>
                  <a:spcPct val="90000"/>
                </a:lnSpc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BOKB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xmlns="" id="{2DF3068E-923B-4A4E-8B82-6030C06894FF}"/>
                </a:ext>
              </a:extLst>
            </p:cNvPr>
            <p:cNvSpPr/>
            <p:nvPr/>
          </p:nvSpPr>
          <p:spPr>
            <a:xfrm>
              <a:off x="453588" y="1316987"/>
              <a:ext cx="1611793" cy="16728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Mendukung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operasional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kegiatan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bagi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Balai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Penyuluhan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KB,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dalam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upaya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pencapaian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tujuan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program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Kependudukan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KB,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kader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KB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Pembangunan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Keluarga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secara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Nasional </a:t>
              </a:r>
            </a:p>
            <a:p>
              <a:pPr defTabSz="466714"/>
              <a:endParaRPr lang="en-US" sz="6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/>
              <a:r>
                <a:rPr lang="en-US" sz="1200" b="1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</a:t>
              </a:r>
              <a:r>
                <a:rPr lang="en-US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: Rp1,9 </a:t>
              </a:r>
              <a:r>
                <a:rPr lang="en-US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</a:t>
              </a:r>
              <a:endParaRPr lang="en-US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xmlns="" id="{DF47408C-9C47-4ADA-B633-A0DEC6898C9A}"/>
                </a:ext>
              </a:extLst>
            </p:cNvPr>
            <p:cNvCxnSpPr/>
            <p:nvPr/>
          </p:nvCxnSpPr>
          <p:spPr>
            <a:xfrm>
              <a:off x="473674" y="1322120"/>
              <a:ext cx="1584176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22">
            <a:extLst>
              <a:ext uri="{FF2B5EF4-FFF2-40B4-BE49-F238E27FC236}">
                <a16:creationId xmlns:a16="http://schemas.microsoft.com/office/drawing/2014/main" xmlns="" id="{8B537E5F-C0E7-49B8-9858-FA321E47D3F4}"/>
              </a:ext>
            </a:extLst>
          </p:cNvPr>
          <p:cNvGrpSpPr/>
          <p:nvPr/>
        </p:nvGrpSpPr>
        <p:grpSpPr>
          <a:xfrm>
            <a:off x="1864118" y="3657923"/>
            <a:ext cx="1796700" cy="2978986"/>
            <a:chOff x="442821" y="994324"/>
            <a:chExt cx="1663528" cy="2186799"/>
          </a:xfrm>
        </p:grpSpPr>
        <p:sp>
          <p:nvSpPr>
            <p:cNvPr id="124" name="Rounded Rectangle 72">
              <a:extLst>
                <a:ext uri="{FF2B5EF4-FFF2-40B4-BE49-F238E27FC236}">
                  <a16:creationId xmlns:a16="http://schemas.microsoft.com/office/drawing/2014/main" xmlns="" id="{280E42D1-A9DF-4705-8F7C-F11D244895DF}"/>
                </a:ext>
              </a:extLst>
            </p:cNvPr>
            <p:cNvSpPr/>
            <p:nvPr/>
          </p:nvSpPr>
          <p:spPr bwMode="auto">
            <a:xfrm>
              <a:off x="467544" y="994324"/>
              <a:ext cx="1584176" cy="2186799"/>
            </a:xfrm>
            <a:prstGeom prst="round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/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xmlns="" id="{7EE6B8DE-3B99-4934-95EE-195A1BC83F13}"/>
                </a:ext>
              </a:extLst>
            </p:cNvPr>
            <p:cNvSpPr/>
            <p:nvPr/>
          </p:nvSpPr>
          <p:spPr>
            <a:xfrm>
              <a:off x="442821" y="1322166"/>
              <a:ext cx="1663528" cy="14572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Pelatihan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pendampinan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pengurus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koperasi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pengawas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koperasi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anggota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koperasi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pengelola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koperasi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pelaku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Usaha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Mikro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Kecil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Menengah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wirausaha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pemula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/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atau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kelompok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strategis</a:t>
              </a:r>
              <a:endPara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ct val="90000"/>
                </a:lnSpc>
              </a:pPr>
              <a:r>
                <a:rPr lang="en-US" sz="1200" b="1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</a:t>
              </a:r>
              <a:r>
                <a:rPr lang="en-US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: </a:t>
              </a:r>
              <a:r>
                <a:rPr lang="en-US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Rp192 M</a:t>
              </a:r>
              <a:endParaRPr lang="en-US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xmlns="" id="{88DDC268-16AF-40D5-8440-F59142C6AD6B}"/>
                </a:ext>
              </a:extLst>
            </p:cNvPr>
            <p:cNvCxnSpPr/>
            <p:nvPr/>
          </p:nvCxnSpPr>
          <p:spPr>
            <a:xfrm>
              <a:off x="467544" y="1323676"/>
              <a:ext cx="158417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xmlns="" id="{B71C258F-FDDC-4450-ABD3-82F2F189C8AA}"/>
                </a:ext>
              </a:extLst>
            </p:cNvPr>
            <p:cNvSpPr/>
            <p:nvPr/>
          </p:nvSpPr>
          <p:spPr>
            <a:xfrm>
              <a:off x="539553" y="1021452"/>
              <a:ext cx="1460434" cy="2711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22284">
                <a:lnSpc>
                  <a:spcPct val="90000"/>
                </a:lnSpc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PK2UKM</a:t>
              </a:r>
            </a:p>
          </p:txBody>
        </p:sp>
      </p:grpSp>
      <p:grpSp>
        <p:nvGrpSpPr>
          <p:cNvPr id="8" name="Group 129">
            <a:extLst>
              <a:ext uri="{FF2B5EF4-FFF2-40B4-BE49-F238E27FC236}">
                <a16:creationId xmlns:a16="http://schemas.microsoft.com/office/drawing/2014/main" xmlns="" id="{C597491A-E24D-46F0-9F32-455E490ED751}"/>
              </a:ext>
            </a:extLst>
          </p:cNvPr>
          <p:cNvGrpSpPr/>
          <p:nvPr/>
        </p:nvGrpSpPr>
        <p:grpSpPr>
          <a:xfrm>
            <a:off x="3523777" y="3646410"/>
            <a:ext cx="1726111" cy="2981249"/>
            <a:chOff x="354612" y="987574"/>
            <a:chExt cx="1810039" cy="1662819"/>
          </a:xfrm>
        </p:grpSpPr>
        <p:sp>
          <p:nvSpPr>
            <p:cNvPr id="131" name="Rounded Rectangle 78">
              <a:extLst>
                <a:ext uri="{FF2B5EF4-FFF2-40B4-BE49-F238E27FC236}">
                  <a16:creationId xmlns:a16="http://schemas.microsoft.com/office/drawing/2014/main" xmlns="" id="{7AF859FB-1154-4503-A257-96325EA110F5}"/>
                </a:ext>
              </a:extLst>
            </p:cNvPr>
            <p:cNvSpPr/>
            <p:nvPr/>
          </p:nvSpPr>
          <p:spPr bwMode="auto">
            <a:xfrm>
              <a:off x="467544" y="987574"/>
              <a:ext cx="1584176" cy="166281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/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xmlns="" id="{FED777B5-2F81-4A71-82A0-86F26FF0FD79}"/>
                </a:ext>
              </a:extLst>
            </p:cNvPr>
            <p:cNvCxnSpPr/>
            <p:nvPr/>
          </p:nvCxnSpPr>
          <p:spPr>
            <a:xfrm>
              <a:off x="498315" y="1249715"/>
              <a:ext cx="158417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xmlns="" id="{92B8D36C-123D-4271-8411-9DBB531D5E71}"/>
                </a:ext>
              </a:extLst>
            </p:cNvPr>
            <p:cNvSpPr/>
            <p:nvPr/>
          </p:nvSpPr>
          <p:spPr>
            <a:xfrm>
              <a:off x="354612" y="1016193"/>
              <a:ext cx="1810039" cy="1905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22284">
                <a:lnSpc>
                  <a:spcPct val="90000"/>
                </a:lnSpc>
                <a:spcAft>
                  <a:spcPct val="35000"/>
                </a:spcAft>
              </a:pPr>
              <a:r>
                <a:rPr lang="en-US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ADMINDUK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xmlns="" id="{DC708E57-9E90-4ED9-A3C4-89FBE75A1E07}"/>
                </a:ext>
              </a:extLst>
            </p:cNvPr>
            <p:cNvSpPr/>
            <p:nvPr/>
          </p:nvSpPr>
          <p:spPr>
            <a:xfrm>
              <a:off x="464536" y="1264875"/>
              <a:ext cx="1617955" cy="12535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Dinas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yang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menangani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kependudukan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pencatatan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sipil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pada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provinsi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kab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/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kota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serta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masyarakat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di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seluruh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provinsi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kab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/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kota</a:t>
              </a:r>
              <a:endParaRPr lang="en-US" sz="1200" u="sng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algn="ctr" defTabSz="466714">
                <a:lnSpc>
                  <a:spcPct val="90000"/>
                </a:lnSpc>
                <a:spcAft>
                  <a:spcPct val="35000"/>
                </a:spcAft>
              </a:pPr>
              <a:endParaRPr lang="en-US" sz="500" u="sng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ct val="90000"/>
                </a:lnSpc>
              </a:pPr>
              <a:r>
                <a:rPr lang="fi-FI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 : </a:t>
              </a:r>
              <a:r>
                <a:rPr lang="fi-FI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Rp961 M</a:t>
              </a:r>
              <a:endParaRPr lang="fi-FI" sz="1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ct val="90000"/>
                </a:lnSpc>
              </a:pPr>
              <a:endParaRPr lang="fi-FI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endParaRPr lang="en-US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9" name="Group 136">
            <a:extLst>
              <a:ext uri="{FF2B5EF4-FFF2-40B4-BE49-F238E27FC236}">
                <a16:creationId xmlns:a16="http://schemas.microsoft.com/office/drawing/2014/main" xmlns="" id="{8CDD535A-0604-4DA8-9B03-6AA92439B8D4}"/>
              </a:ext>
            </a:extLst>
          </p:cNvPr>
          <p:cNvGrpSpPr/>
          <p:nvPr/>
        </p:nvGrpSpPr>
        <p:grpSpPr>
          <a:xfrm>
            <a:off x="4259051" y="951176"/>
            <a:ext cx="1997648" cy="2505150"/>
            <a:chOff x="467544" y="987574"/>
            <a:chExt cx="1584176" cy="2229857"/>
          </a:xfrm>
          <a:solidFill>
            <a:srgbClr val="00B050"/>
          </a:solidFill>
        </p:grpSpPr>
        <p:sp>
          <p:nvSpPr>
            <p:cNvPr id="140" name="Rounded Rectangle 1">
              <a:extLst>
                <a:ext uri="{FF2B5EF4-FFF2-40B4-BE49-F238E27FC236}">
                  <a16:creationId xmlns:a16="http://schemas.microsoft.com/office/drawing/2014/main" xmlns="" id="{1E482D7A-FA2A-4C03-9470-609F6EE05AF4}"/>
                </a:ext>
              </a:extLst>
            </p:cNvPr>
            <p:cNvSpPr/>
            <p:nvPr/>
          </p:nvSpPr>
          <p:spPr bwMode="auto">
            <a:xfrm>
              <a:off x="467544" y="987574"/>
              <a:ext cx="1584176" cy="2229857"/>
            </a:xfrm>
            <a:prstGeom prst="round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/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xmlns="" id="{7D35A600-779A-497F-800D-F804FCFCBA11}"/>
                </a:ext>
              </a:extLst>
            </p:cNvPr>
            <p:cNvSpPr/>
            <p:nvPr/>
          </p:nvSpPr>
          <p:spPr>
            <a:xfrm>
              <a:off x="684693" y="987574"/>
              <a:ext cx="1149879" cy="23012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622284">
                <a:lnSpc>
                  <a:spcPct val="90000"/>
                </a:lnSpc>
                <a:spcAft>
                  <a:spcPct val="35000"/>
                </a:spcAft>
              </a:pPr>
              <a:endPara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xmlns="" id="{41C739F2-845E-41BA-AB9D-DD25EBB00DE8}"/>
                </a:ext>
              </a:extLst>
            </p:cNvPr>
            <p:cNvCxnSpPr/>
            <p:nvPr/>
          </p:nvCxnSpPr>
          <p:spPr>
            <a:xfrm>
              <a:off x="467544" y="1491630"/>
              <a:ext cx="1584176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xmlns="" id="{64E947A8-0141-49B5-A7BA-4F4F119632D3}"/>
              </a:ext>
            </a:extLst>
          </p:cNvPr>
          <p:cNvSpPr/>
          <p:nvPr/>
        </p:nvSpPr>
        <p:spPr>
          <a:xfrm>
            <a:off x="4098228" y="1045514"/>
            <a:ext cx="2240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22284">
              <a:lnSpc>
                <a:spcPct val="90000"/>
              </a:lnSpc>
            </a:pPr>
            <a:r>
              <a:rPr lang="en-US" sz="20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TPG PNSD</a:t>
            </a:r>
            <a:endParaRPr lang="en-US" sz="2000" b="1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  <p:grpSp>
        <p:nvGrpSpPr>
          <p:cNvPr id="10" name="Group 143">
            <a:extLst>
              <a:ext uri="{FF2B5EF4-FFF2-40B4-BE49-F238E27FC236}">
                <a16:creationId xmlns:a16="http://schemas.microsoft.com/office/drawing/2014/main" xmlns="" id="{FFFAD244-4EBD-4D4C-BD5C-4A430AC04059}"/>
              </a:ext>
            </a:extLst>
          </p:cNvPr>
          <p:cNvGrpSpPr/>
          <p:nvPr/>
        </p:nvGrpSpPr>
        <p:grpSpPr>
          <a:xfrm>
            <a:off x="2143153" y="936692"/>
            <a:ext cx="2137410" cy="2580980"/>
            <a:chOff x="459451" y="987574"/>
            <a:chExt cx="1646327" cy="2206371"/>
          </a:xfrm>
        </p:grpSpPr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xmlns="" id="{1D9E4AC1-DAA9-49EC-A378-44881C026300}"/>
                </a:ext>
              </a:extLst>
            </p:cNvPr>
            <p:cNvSpPr/>
            <p:nvPr/>
          </p:nvSpPr>
          <p:spPr bwMode="auto">
            <a:xfrm>
              <a:off x="467544" y="987574"/>
              <a:ext cx="1584176" cy="2206371"/>
            </a:xfrm>
            <a:prstGeom prst="roundRect">
              <a:avLst/>
            </a:prstGeom>
            <a:solidFill>
              <a:srgbClr val="FF00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/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xmlns="" id="{1EA3E8F9-BA06-4731-8BBD-85B9DD07F182}"/>
                </a:ext>
              </a:extLst>
            </p:cNvPr>
            <p:cNvCxnSpPr/>
            <p:nvPr/>
          </p:nvCxnSpPr>
          <p:spPr>
            <a:xfrm>
              <a:off x="467544" y="1470170"/>
              <a:ext cx="158417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xmlns="" id="{DE33D059-AFD9-45B5-85F0-4D42AFF8F071}"/>
                </a:ext>
              </a:extLst>
            </p:cNvPr>
            <p:cNvSpPr/>
            <p:nvPr/>
          </p:nvSpPr>
          <p:spPr>
            <a:xfrm>
              <a:off x="459451" y="1056330"/>
              <a:ext cx="1646327" cy="3157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22284">
                <a:lnSpc>
                  <a:spcPct val="90000"/>
                </a:lnSpc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BOP PAUD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xmlns="" id="{07ACE7FF-577F-4496-949E-0462A339074D}"/>
                </a:ext>
              </a:extLst>
            </p:cNvPr>
            <p:cNvSpPr/>
            <p:nvPr/>
          </p:nvSpPr>
          <p:spPr>
            <a:xfrm>
              <a:off x="489104" y="1516011"/>
              <a:ext cx="1584178" cy="1412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</a:t>
              </a:r>
              <a:r>
                <a:rPr lang="id-ID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endukung operasional pembelajaran dan dukungan biaya operasional bagi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satuan</a:t>
              </a:r>
              <a:r>
                <a:rPr lang="id-ID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PAUD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yang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memiliki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NPSN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dengan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peserta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didik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kurang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mampu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atau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wilayah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sulit</a:t>
              </a:r>
              <a:r>
                <a:rPr lang="id-ID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endPara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algn="just" defTabSz="466714">
                <a:lnSpc>
                  <a:spcPct val="90000"/>
                </a:lnSpc>
              </a:pPr>
              <a:r>
                <a:rPr lang="fi-FI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 : </a:t>
              </a:r>
              <a:r>
                <a:rPr lang="fi-FI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Rp4,0 T</a:t>
              </a:r>
              <a:endParaRPr lang="fi-FI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11" name="Group 158">
            <a:extLst>
              <a:ext uri="{FF2B5EF4-FFF2-40B4-BE49-F238E27FC236}">
                <a16:creationId xmlns:a16="http://schemas.microsoft.com/office/drawing/2014/main" xmlns="" id="{9134A045-FFAD-4196-BF38-1328BAC61509}"/>
              </a:ext>
            </a:extLst>
          </p:cNvPr>
          <p:cNvGrpSpPr/>
          <p:nvPr/>
        </p:nvGrpSpPr>
        <p:grpSpPr>
          <a:xfrm>
            <a:off x="6256699" y="929738"/>
            <a:ext cx="1772495" cy="2515324"/>
            <a:chOff x="4174256" y="619808"/>
            <a:chExt cx="1234745" cy="1970419"/>
          </a:xfrm>
        </p:grpSpPr>
        <p:grpSp>
          <p:nvGrpSpPr>
            <p:cNvPr id="12" name="Group 159">
              <a:extLst>
                <a:ext uri="{FF2B5EF4-FFF2-40B4-BE49-F238E27FC236}">
                  <a16:creationId xmlns:a16="http://schemas.microsoft.com/office/drawing/2014/main" xmlns="" id="{3ECDCB6A-65CF-4A7B-8637-1AA8E8381B52}"/>
                </a:ext>
              </a:extLst>
            </p:cNvPr>
            <p:cNvGrpSpPr/>
            <p:nvPr/>
          </p:nvGrpSpPr>
          <p:grpSpPr>
            <a:xfrm>
              <a:off x="4203444" y="625511"/>
              <a:ext cx="1188132" cy="1964716"/>
              <a:chOff x="467544" y="987574"/>
              <a:chExt cx="1584176" cy="2230254"/>
            </a:xfrm>
            <a:solidFill>
              <a:srgbClr val="00B0F0"/>
            </a:solidFill>
          </p:grpSpPr>
          <p:sp>
            <p:nvSpPr>
              <p:cNvPr id="164" name="Rounded Rectangle 47">
                <a:extLst>
                  <a:ext uri="{FF2B5EF4-FFF2-40B4-BE49-F238E27FC236}">
                    <a16:creationId xmlns:a16="http://schemas.microsoft.com/office/drawing/2014/main" xmlns="" id="{DB39C543-1776-464A-9436-4AC108EA0072}"/>
                  </a:ext>
                </a:extLst>
              </p:cNvPr>
              <p:cNvSpPr/>
              <p:nvPr/>
            </p:nvSpPr>
            <p:spPr bwMode="auto">
              <a:xfrm>
                <a:off x="467544" y="987574"/>
                <a:ext cx="1584176" cy="2230254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377"/>
                <a:endParaRPr lang="en-US" sz="1200" dirty="0">
                  <a:latin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xmlns="" id="{9E0395E6-BE60-4D82-91E9-AAF1EE36F3ED}"/>
                  </a:ext>
                </a:extLst>
              </p:cNvPr>
              <p:cNvSpPr/>
              <p:nvPr/>
            </p:nvSpPr>
            <p:spPr>
              <a:xfrm>
                <a:off x="684693" y="987574"/>
                <a:ext cx="1149879" cy="426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622284">
                  <a:lnSpc>
                    <a:spcPct val="90000"/>
                  </a:lnSpc>
                  <a:spcAft>
                    <a:spcPct val="35000"/>
                  </a:spcAft>
                </a:pPr>
                <a:endParaRPr lang="en-US" sz="28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xmlns="" id="{AFE49057-0A6C-4086-9BB2-FDC53EB166AF}"/>
                  </a:ext>
                </a:extLst>
              </p:cNvPr>
              <p:cNvCxnSpPr/>
              <p:nvPr/>
            </p:nvCxnSpPr>
            <p:spPr>
              <a:xfrm>
                <a:off x="467544" y="1491630"/>
                <a:ext cx="1584176" cy="0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xmlns="" id="{E57B27F8-5A86-4197-958C-53DF2A48B47D}"/>
                </a:ext>
              </a:extLst>
            </p:cNvPr>
            <p:cNvSpPr/>
            <p:nvPr/>
          </p:nvSpPr>
          <p:spPr>
            <a:xfrm>
              <a:off x="4174256" y="619808"/>
              <a:ext cx="1234745" cy="5063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22284"/>
              <a:r>
                <a:rPr lang="en-US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TAMSIL GURU PNSD</a:t>
              </a:r>
              <a:endParaRPr lang="en-US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xmlns="" id="{D2368F77-3968-4C9C-BCF8-A8AECB7DAC75}"/>
                </a:ext>
              </a:extLst>
            </p:cNvPr>
            <p:cNvSpPr/>
            <p:nvPr/>
          </p:nvSpPr>
          <p:spPr>
            <a:xfrm>
              <a:off x="4193395" y="1087370"/>
              <a:ext cx="1198181" cy="12097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Peningkatan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profesionalisme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guru PNSD yang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belum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memiliki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sertifikat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pendidik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sebesar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tr-TR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Rp250.000 per bulan</a:t>
              </a:r>
              <a:endParaRPr lang="en-ID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algn="ctr" defTabSz="466714">
                <a:lnSpc>
                  <a:spcPct val="90000"/>
                </a:lnSpc>
                <a:spcAft>
                  <a:spcPct val="35000"/>
                </a:spcAft>
              </a:pPr>
              <a:endParaRPr lang="en-ID" sz="3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ct val="90000"/>
                </a:lnSpc>
              </a:pPr>
              <a:r>
                <a:rPr lang="fi-FI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 : </a:t>
              </a:r>
              <a:r>
                <a:rPr lang="fi-FI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Rp454 </a:t>
              </a:r>
              <a:r>
                <a:rPr lang="fi-FI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</a:t>
              </a:r>
            </a:p>
            <a:p>
              <a:pPr defTabSz="466714">
                <a:lnSpc>
                  <a:spcPct val="90000"/>
                </a:lnSpc>
                <a:spcAft>
                  <a:spcPct val="35000"/>
                </a:spcAft>
              </a:pPr>
              <a:endPara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xmlns="" id="{42B78E73-E1EE-4429-9227-E45B01B05FC1}"/>
              </a:ext>
            </a:extLst>
          </p:cNvPr>
          <p:cNvSpPr/>
          <p:nvPr/>
        </p:nvSpPr>
        <p:spPr>
          <a:xfrm>
            <a:off x="4327873" y="1550928"/>
            <a:ext cx="1902495" cy="1505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66714">
              <a:lnSpc>
                <a:spcPct val="90000"/>
              </a:lnSpc>
              <a:spcAft>
                <a:spcPct val="35000"/>
              </a:spcAft>
            </a:pP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Peningkatan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kesejahteraan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guru PNSD yang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memiliki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sertifikat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pendidik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sebesar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1 (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satu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) kali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gaji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pokok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PNS yang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bersangkutan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tidak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termasuk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id-ID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gaji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ke-13</a:t>
            </a:r>
          </a:p>
          <a:p>
            <a:pPr defTabSz="466714"/>
            <a:r>
              <a:rPr lang="fi-FI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Alokasi : </a:t>
            </a:r>
            <a:r>
              <a:rPr lang="fi-FI" sz="1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Rp50,9 T</a:t>
            </a:r>
            <a:endParaRPr lang="fi-FI" sz="1200" b="1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  <p:grpSp>
        <p:nvGrpSpPr>
          <p:cNvPr id="13" name="Group 167">
            <a:extLst>
              <a:ext uri="{FF2B5EF4-FFF2-40B4-BE49-F238E27FC236}">
                <a16:creationId xmlns:a16="http://schemas.microsoft.com/office/drawing/2014/main" xmlns="" id="{8CDD535A-0604-4DA8-9B03-6AA92439B8D4}"/>
              </a:ext>
            </a:extLst>
          </p:cNvPr>
          <p:cNvGrpSpPr/>
          <p:nvPr/>
        </p:nvGrpSpPr>
        <p:grpSpPr>
          <a:xfrm>
            <a:off x="5182405" y="3646409"/>
            <a:ext cx="1560799" cy="2981248"/>
            <a:chOff x="467544" y="931404"/>
            <a:chExt cx="1596889" cy="2229857"/>
          </a:xfrm>
          <a:solidFill>
            <a:schemeClr val="accent6"/>
          </a:solidFill>
        </p:grpSpPr>
        <p:sp>
          <p:nvSpPr>
            <p:cNvPr id="169" name="Rounded Rectangle 1">
              <a:extLst>
                <a:ext uri="{FF2B5EF4-FFF2-40B4-BE49-F238E27FC236}">
                  <a16:creationId xmlns:a16="http://schemas.microsoft.com/office/drawing/2014/main" xmlns="" id="{1E482D7A-FA2A-4C03-9470-609F6EE05AF4}"/>
                </a:ext>
              </a:extLst>
            </p:cNvPr>
            <p:cNvSpPr/>
            <p:nvPr/>
          </p:nvSpPr>
          <p:spPr bwMode="auto">
            <a:xfrm>
              <a:off x="480257" y="931404"/>
              <a:ext cx="1584176" cy="2229857"/>
            </a:xfrm>
            <a:prstGeom prst="round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/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xmlns="" id="{7D35A600-779A-497F-800D-F804FCFCBA11}"/>
                </a:ext>
              </a:extLst>
            </p:cNvPr>
            <p:cNvSpPr/>
            <p:nvPr/>
          </p:nvSpPr>
          <p:spPr>
            <a:xfrm>
              <a:off x="684693" y="987574"/>
              <a:ext cx="1149879" cy="40055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622284">
                <a:lnSpc>
                  <a:spcPct val="90000"/>
                </a:lnSpc>
                <a:spcAft>
                  <a:spcPct val="35000"/>
                </a:spcAft>
              </a:pPr>
              <a:endParaRPr lang="en-US" sz="3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xmlns="" id="{41C739F2-845E-41BA-AB9D-DD25EBB00DE8}"/>
                </a:ext>
              </a:extLst>
            </p:cNvPr>
            <p:cNvCxnSpPr/>
            <p:nvPr/>
          </p:nvCxnSpPr>
          <p:spPr>
            <a:xfrm>
              <a:off x="467544" y="1282939"/>
              <a:ext cx="1584176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xmlns="" id="{42B78E73-E1EE-4429-9227-E45B01B05FC1}"/>
              </a:ext>
            </a:extLst>
          </p:cNvPr>
          <p:cNvSpPr/>
          <p:nvPr/>
        </p:nvSpPr>
        <p:spPr>
          <a:xfrm>
            <a:off x="5162478" y="4178067"/>
            <a:ext cx="1713335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92652">
              <a:lnSpc>
                <a:spcPts val="1100"/>
              </a:lnSpc>
            </a:pP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M</a:t>
            </a:r>
            <a:r>
              <a:rPr lang="id-ID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emenuhi kebutuhan belajar masyarakat yang tidak dapat dijangkau dan dipenuhi oleh jalur pendidikan formal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diselenggarakan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sesuai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jenjang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pendidikan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dasar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(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Paket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A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Paket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B)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dan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menengah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(</a:t>
            </a:r>
            <a:r>
              <a:rPr lang="en-US" sz="1200" dirty="0" err="1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Paket</a:t>
            </a:r>
            <a:r>
              <a: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 C</a:t>
            </a:r>
            <a:r>
              <a:rPr lang="en-US" sz="1200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)</a:t>
            </a:r>
          </a:p>
          <a:p>
            <a:pPr defTabSz="592652"/>
            <a:endParaRPr lang="en-US" sz="1200" b="1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  <a:p>
            <a:pPr defTabSz="466714"/>
            <a:r>
              <a:rPr lang="fi-FI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Alokasi : </a:t>
            </a:r>
            <a:r>
              <a:rPr lang="fi-FI" sz="1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Rp1,2 T</a:t>
            </a:r>
            <a:endParaRPr lang="fi-FI" sz="1200" b="1" dirty="0" smtClean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xmlns="" id="{64E947A8-0141-49B5-A7BA-4F4F119632D3}"/>
              </a:ext>
            </a:extLst>
          </p:cNvPr>
          <p:cNvSpPr/>
          <p:nvPr/>
        </p:nvSpPr>
        <p:spPr>
          <a:xfrm>
            <a:off x="5046719" y="3607802"/>
            <a:ext cx="182953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22284">
              <a:lnSpc>
                <a:spcPct val="90000"/>
              </a:lnSpc>
            </a:pPr>
            <a:r>
              <a:rPr lang="en-US" sz="16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BOP </a:t>
            </a:r>
          </a:p>
          <a:p>
            <a:pPr algn="ctr" defTabSz="622284">
              <a:lnSpc>
                <a:spcPct val="90000"/>
              </a:lnSpc>
            </a:pPr>
            <a:r>
              <a:rPr lang="en-US" sz="16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KESETARAAN</a:t>
            </a:r>
            <a:endParaRPr lang="en-US" sz="1600" b="1" dirty="0">
              <a:solidFill>
                <a:schemeClr val="bg1"/>
              </a:solidFill>
              <a:latin typeface="Segoe UI" pitchFamily="34" charset="0"/>
              <a:cs typeface="Segoe UI" pitchFamily="34" charset="0"/>
            </a:endParaRPr>
          </a:p>
        </p:txBody>
      </p:sp>
      <p:grpSp>
        <p:nvGrpSpPr>
          <p:cNvPr id="14" name="Group 173">
            <a:extLst>
              <a:ext uri="{FF2B5EF4-FFF2-40B4-BE49-F238E27FC236}">
                <a16:creationId xmlns:a16="http://schemas.microsoft.com/office/drawing/2014/main" xmlns="" id="{AB3F02EA-631F-4FCF-8346-2802A35C02E4}"/>
              </a:ext>
            </a:extLst>
          </p:cNvPr>
          <p:cNvGrpSpPr/>
          <p:nvPr/>
        </p:nvGrpSpPr>
        <p:grpSpPr>
          <a:xfrm>
            <a:off x="10145893" y="3634598"/>
            <a:ext cx="1992492" cy="2935515"/>
            <a:chOff x="457811" y="970651"/>
            <a:chExt cx="1607561" cy="2202351"/>
          </a:xfrm>
          <a:solidFill>
            <a:schemeClr val="bg2">
              <a:lumMod val="50000"/>
            </a:schemeClr>
          </a:solidFill>
        </p:grpSpPr>
        <p:sp>
          <p:nvSpPr>
            <p:cNvPr id="175" name="Rounded Rectangle 64">
              <a:extLst>
                <a:ext uri="{FF2B5EF4-FFF2-40B4-BE49-F238E27FC236}">
                  <a16:creationId xmlns:a16="http://schemas.microsoft.com/office/drawing/2014/main" xmlns="" id="{568BB3A2-F4C7-4563-8E06-0E42CD74F56E}"/>
                </a:ext>
              </a:extLst>
            </p:cNvPr>
            <p:cNvSpPr/>
            <p:nvPr/>
          </p:nvSpPr>
          <p:spPr bwMode="auto">
            <a:xfrm>
              <a:off x="481196" y="970651"/>
              <a:ext cx="1584176" cy="2202351"/>
            </a:xfrm>
            <a:prstGeom prst="round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77">
                <a:lnSpc>
                  <a:spcPts val="1200"/>
                </a:lnSpc>
              </a:pPr>
              <a:endParaRPr lang="en-US" sz="1200" dirty="0"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xmlns="" id="{C388D061-92B0-4E55-BC78-F9E6B4FFE850}"/>
                </a:ext>
              </a:extLst>
            </p:cNvPr>
            <p:cNvSpPr/>
            <p:nvPr/>
          </p:nvSpPr>
          <p:spPr>
            <a:xfrm>
              <a:off x="531197" y="1017683"/>
              <a:ext cx="1392852" cy="3579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2284">
                <a:lnSpc>
                  <a:spcPts val="1500"/>
                </a:lnSpc>
              </a:pPr>
              <a:r>
                <a:rPr lang="en-US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BANTUAN </a:t>
              </a:r>
            </a:p>
            <a:p>
              <a:pPr algn="ctr" defTabSz="622284">
                <a:lnSpc>
                  <a:spcPts val="1500"/>
                </a:lnSpc>
              </a:pPr>
              <a:r>
                <a:rPr lang="en-US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BLPS</a:t>
              </a:r>
              <a:endParaRPr lang="en-US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xmlns="" id="{2DF3068E-923B-4A4E-8B82-6030C06894FF}"/>
                </a:ext>
              </a:extLst>
            </p:cNvPr>
            <p:cNvSpPr/>
            <p:nvPr/>
          </p:nvSpPr>
          <p:spPr>
            <a:xfrm>
              <a:off x="457811" y="1346918"/>
              <a:ext cx="1607561" cy="1685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66714">
                <a:lnSpc>
                  <a:spcPts val="12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Bantuan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pendanaan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pengelolaan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sampah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(</a:t>
              </a:r>
              <a:r>
                <a:rPr lang="en-US" sz="1200" i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processing-fee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)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menjadi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energi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listrik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sesuai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dengan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Perpres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Nomor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35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Tahun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2018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tentang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Percepatan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Pembangunan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Instalasi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Pengolah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Sampah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Menjadi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Energi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Listrik</a:t>
              </a:r>
              <a:r>
                <a:rPr lang="en-US" sz="1200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(PSEL)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Berbasis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Teknologi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Ramah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Lingkungan</a:t>
              </a:r>
              <a:endPara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ts val="1200"/>
                </a:lnSpc>
              </a:pPr>
              <a:endParaRPr lang="en-US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ts val="1200"/>
                </a:lnSpc>
              </a:pPr>
              <a:r>
                <a:rPr lang="en-US" sz="1200" b="1" dirty="0" err="1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</a:t>
              </a:r>
              <a:r>
                <a:rPr lang="en-US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: </a:t>
              </a:r>
              <a:r>
                <a:rPr lang="en-US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Rp53 M</a:t>
              </a:r>
              <a:endParaRPr lang="en-US" sz="1200" b="1" dirty="0" smtClean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xmlns="" id="{DF47408C-9C47-4ADA-B633-A0DEC6898C9A}"/>
                </a:ext>
              </a:extLst>
            </p:cNvPr>
            <p:cNvCxnSpPr/>
            <p:nvPr/>
          </p:nvCxnSpPr>
          <p:spPr>
            <a:xfrm>
              <a:off x="481196" y="1332119"/>
              <a:ext cx="1584176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78">
            <a:extLst>
              <a:ext uri="{FF2B5EF4-FFF2-40B4-BE49-F238E27FC236}">
                <a16:creationId xmlns:a16="http://schemas.microsoft.com/office/drawing/2014/main" xmlns="" id="{9134A045-FFAD-4196-BF38-1328BAC61509}"/>
              </a:ext>
            </a:extLst>
          </p:cNvPr>
          <p:cNvGrpSpPr/>
          <p:nvPr/>
        </p:nvGrpSpPr>
        <p:grpSpPr>
          <a:xfrm>
            <a:off x="6632814" y="3585506"/>
            <a:ext cx="1990949" cy="3032131"/>
            <a:chOff x="4099779" y="665964"/>
            <a:chExt cx="1394823" cy="1951804"/>
          </a:xfrm>
          <a:solidFill>
            <a:schemeClr val="accent4">
              <a:lumMod val="75000"/>
            </a:schemeClr>
          </a:solidFill>
        </p:grpSpPr>
        <p:grpSp>
          <p:nvGrpSpPr>
            <p:cNvPr id="16" name="Group 12">
              <a:extLst>
                <a:ext uri="{FF2B5EF4-FFF2-40B4-BE49-F238E27FC236}">
                  <a16:creationId xmlns:a16="http://schemas.microsoft.com/office/drawing/2014/main" xmlns="" id="{3ECDCB6A-65CF-4A7B-8637-1AA8E8381B52}"/>
                </a:ext>
              </a:extLst>
            </p:cNvPr>
            <p:cNvGrpSpPr/>
            <p:nvPr/>
          </p:nvGrpSpPr>
          <p:grpSpPr>
            <a:xfrm>
              <a:off x="4203444" y="665964"/>
              <a:ext cx="1188132" cy="1951804"/>
              <a:chOff x="467544" y="1033495"/>
              <a:chExt cx="1584176" cy="2215597"/>
            </a:xfrm>
            <a:grpFill/>
          </p:grpSpPr>
          <p:sp>
            <p:nvSpPr>
              <p:cNvPr id="183" name="Rounded Rectangle 47">
                <a:extLst>
                  <a:ext uri="{FF2B5EF4-FFF2-40B4-BE49-F238E27FC236}">
                    <a16:creationId xmlns:a16="http://schemas.microsoft.com/office/drawing/2014/main" xmlns="" id="{DB39C543-1776-464A-9436-4AC108EA0072}"/>
                  </a:ext>
                </a:extLst>
              </p:cNvPr>
              <p:cNvSpPr/>
              <p:nvPr/>
            </p:nvSpPr>
            <p:spPr bwMode="auto">
              <a:xfrm>
                <a:off x="467544" y="1070675"/>
                <a:ext cx="1584176" cy="2178417"/>
              </a:xfrm>
              <a:prstGeom prst="roundRect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377">
                  <a:lnSpc>
                    <a:spcPts val="1200"/>
                  </a:lnSpc>
                </a:pPr>
                <a:endParaRPr lang="en-US" sz="1200" dirty="0">
                  <a:latin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xmlns="" id="{9E0395E6-BE60-4D82-91E9-AAF1EE36F3ED}"/>
                  </a:ext>
                </a:extLst>
              </p:cNvPr>
              <p:cNvSpPr/>
              <p:nvPr/>
            </p:nvSpPr>
            <p:spPr>
              <a:xfrm>
                <a:off x="684692" y="1033495"/>
                <a:ext cx="1149879" cy="179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622284">
                  <a:lnSpc>
                    <a:spcPts val="1200"/>
                  </a:lnSpc>
                </a:pPr>
                <a:endPara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xmlns="" id="{AFE49057-0A6C-4086-9BB2-FDC53EB166AF}"/>
                  </a:ext>
                </a:extLst>
              </p:cNvPr>
              <p:cNvCxnSpPr/>
              <p:nvPr/>
            </p:nvCxnSpPr>
            <p:spPr>
              <a:xfrm>
                <a:off x="467544" y="1416949"/>
                <a:ext cx="1584176" cy="0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xmlns="" id="{E57B27F8-5A86-4197-958C-53DF2A48B47D}"/>
                </a:ext>
              </a:extLst>
            </p:cNvPr>
            <p:cNvSpPr/>
            <p:nvPr/>
          </p:nvSpPr>
          <p:spPr>
            <a:xfrm>
              <a:off x="4099779" y="773206"/>
              <a:ext cx="1394823" cy="257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22284">
                <a:lnSpc>
                  <a:spcPts val="12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BOP MUSEUM DAN TAMAN </a:t>
              </a:r>
              <a:r>
                <a:rPr lang="en-US" sz="14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BUDAYA</a:t>
              </a:r>
              <a:endParaRPr lang="en-US" sz="14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xmlns="" id="{D2368F77-3968-4C9C-BCF8-A8AECB7DAC75}"/>
                </a:ext>
              </a:extLst>
            </p:cNvPr>
            <p:cNvSpPr/>
            <p:nvPr/>
          </p:nvSpPr>
          <p:spPr>
            <a:xfrm>
              <a:off x="4229570" y="1041675"/>
              <a:ext cx="1198181" cy="14214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66714">
                <a:lnSpc>
                  <a:spcPts val="11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Mendorong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pemenuhan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standar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pelayanan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museum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taman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budaya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sebagai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media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edukasi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bagi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masyarakat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memperkokoh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jati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diri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bangsa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peningkatan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perekonomian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masyarakat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sekitar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museum</a:t>
              </a:r>
              <a:endParaRPr lang="en-ID" sz="1200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ts val="1100"/>
                </a:lnSpc>
              </a:pPr>
              <a:endParaRPr lang="en-ID" sz="6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ts val="1100"/>
                </a:lnSpc>
              </a:pPr>
              <a:r>
                <a:rPr lang="en-ID" sz="1200" b="1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</a:t>
              </a:r>
              <a:r>
                <a:rPr lang="en-ID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: </a:t>
              </a:r>
              <a:r>
                <a:rPr lang="en-ID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Rp136 M</a:t>
              </a:r>
              <a:endParaRPr lang="en-ID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17" name="Group 185">
            <a:extLst>
              <a:ext uri="{FF2B5EF4-FFF2-40B4-BE49-F238E27FC236}">
                <a16:creationId xmlns:a16="http://schemas.microsoft.com/office/drawing/2014/main" xmlns="" id="{370B593E-E180-40A0-BB83-3FACA1DF6168}"/>
              </a:ext>
            </a:extLst>
          </p:cNvPr>
          <p:cNvGrpSpPr/>
          <p:nvPr/>
        </p:nvGrpSpPr>
        <p:grpSpPr>
          <a:xfrm>
            <a:off x="8479779" y="3627064"/>
            <a:ext cx="1726087" cy="2955449"/>
            <a:chOff x="5497288" y="589203"/>
            <a:chExt cx="1257519" cy="1965725"/>
          </a:xfrm>
        </p:grpSpPr>
        <p:grpSp>
          <p:nvGrpSpPr>
            <p:cNvPr id="18" name="Group 186">
              <a:extLst>
                <a:ext uri="{FF2B5EF4-FFF2-40B4-BE49-F238E27FC236}">
                  <a16:creationId xmlns:a16="http://schemas.microsoft.com/office/drawing/2014/main" xmlns="" id="{A4E7866F-984A-4B1F-84B8-41DA3AC52163}"/>
                </a:ext>
              </a:extLst>
            </p:cNvPr>
            <p:cNvGrpSpPr/>
            <p:nvPr/>
          </p:nvGrpSpPr>
          <p:grpSpPr>
            <a:xfrm>
              <a:off x="5497288" y="589203"/>
              <a:ext cx="1257519" cy="1965725"/>
              <a:chOff x="399778" y="947530"/>
              <a:chExt cx="1676692" cy="2229858"/>
            </a:xfrm>
            <a:solidFill>
              <a:srgbClr val="7A35AF"/>
            </a:solidFill>
          </p:grpSpPr>
          <p:sp>
            <p:nvSpPr>
              <p:cNvPr id="189" name="Rounded Rectangle 52">
                <a:extLst>
                  <a:ext uri="{FF2B5EF4-FFF2-40B4-BE49-F238E27FC236}">
                    <a16:creationId xmlns:a16="http://schemas.microsoft.com/office/drawing/2014/main" xmlns="" id="{7B4C35B0-A060-49F2-A1ED-2C7CB8C563CD}"/>
                  </a:ext>
                </a:extLst>
              </p:cNvPr>
              <p:cNvSpPr/>
              <p:nvPr/>
            </p:nvSpPr>
            <p:spPr bwMode="auto">
              <a:xfrm>
                <a:off x="436261" y="947530"/>
                <a:ext cx="1584176" cy="2229858"/>
              </a:xfrm>
              <a:prstGeom prst="roundRect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377">
                  <a:lnSpc>
                    <a:spcPts val="1200"/>
                  </a:lnSpc>
                </a:pPr>
                <a:endParaRPr lang="en-US" sz="1200" dirty="0">
                  <a:latin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xmlns="" id="{F6D1CA2F-26BE-4B1B-B75D-B81C152890FE}"/>
                  </a:ext>
                </a:extLst>
              </p:cNvPr>
              <p:cNvSpPr/>
              <p:nvPr/>
            </p:nvSpPr>
            <p:spPr>
              <a:xfrm>
                <a:off x="399778" y="1017174"/>
                <a:ext cx="1676692" cy="303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622284">
                  <a:lnSpc>
                    <a:spcPts val="1200"/>
                  </a:lnSpc>
                </a:pPr>
                <a:r>
                  <a:rPr lang="en-US" sz="1400" b="1" dirty="0">
                    <a:solidFill>
                      <a:schemeClr val="bg1"/>
                    </a:solidFill>
                    <a:latin typeface="Segoe UI" pitchFamily="34" charset="0"/>
                    <a:cs typeface="Segoe UI" pitchFamily="34" charset="0"/>
                  </a:rPr>
                  <a:t>PELAYANAN </a:t>
                </a:r>
                <a:r>
                  <a:rPr lang="en-US" sz="1400" b="1" dirty="0" smtClean="0">
                    <a:solidFill>
                      <a:schemeClr val="bg1"/>
                    </a:solidFill>
                    <a:latin typeface="Segoe UI" pitchFamily="34" charset="0"/>
                    <a:cs typeface="Segoe UI" pitchFamily="34" charset="0"/>
                  </a:rPr>
                  <a:t>KEPARIWISATAAN</a:t>
                </a:r>
                <a:endParaRPr lang="en-US" sz="14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xmlns="" id="{82FA99E2-DF53-44CD-A572-DFE133A8A7B4}"/>
                  </a:ext>
                </a:extLst>
              </p:cNvPr>
              <p:cNvCxnSpPr/>
              <p:nvPr/>
            </p:nvCxnSpPr>
            <p:spPr>
              <a:xfrm>
                <a:off x="449659" y="1317415"/>
                <a:ext cx="1584176" cy="0"/>
              </a:xfrm>
              <a:prstGeom prst="lin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xmlns="" id="{645D3D7B-9A31-4560-B684-59402FFCA748}"/>
                </a:ext>
              </a:extLst>
            </p:cNvPr>
            <p:cNvSpPr/>
            <p:nvPr/>
          </p:nvSpPr>
          <p:spPr>
            <a:xfrm>
              <a:off x="5534441" y="940946"/>
              <a:ext cx="1187737" cy="146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66714">
                <a:lnSpc>
                  <a:spcPts val="11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Peningkatan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kualitas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destinasi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daya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saing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pariwisata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daerah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produktivitas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masyarakat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lokal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serta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perluasan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kesempatan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kerja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melalui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dukungan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pelatihan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dan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pengelolaan</a:t>
              </a:r>
              <a:r>
                <a:rPr lang="en-US" sz="1200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Tourist Information Centre (TIC)  </a:t>
              </a:r>
            </a:p>
            <a:p>
              <a:pPr defTabSz="466714">
                <a:lnSpc>
                  <a:spcPts val="1100"/>
                </a:lnSpc>
              </a:pPr>
              <a:endParaRPr lang="en-US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ts val="1100"/>
                </a:lnSpc>
              </a:pPr>
              <a:r>
                <a:rPr lang="en-US" sz="1200" b="1" dirty="0" err="1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Alokasi</a:t>
              </a:r>
              <a:r>
                <a:rPr lang="en-US" sz="1200" b="1" dirty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 : </a:t>
              </a:r>
              <a:r>
                <a:rPr lang="en-US" sz="1200" b="1" dirty="0" smtClean="0">
                  <a:solidFill>
                    <a:schemeClr val="bg1"/>
                  </a:solidFill>
                  <a:latin typeface="Segoe UI" pitchFamily="34" charset="0"/>
                  <a:cs typeface="Segoe UI" pitchFamily="34" charset="0"/>
                </a:rPr>
                <a:t>Rp142 M</a:t>
              </a:r>
              <a:endParaRPr lang="en-US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  <a:p>
              <a:pPr defTabSz="466714">
                <a:lnSpc>
                  <a:spcPts val="1100"/>
                </a:lnSpc>
              </a:pPr>
              <a:endParaRPr lang="en-US" sz="1200" b="1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92" name="object 14">
            <a:extLst>
              <a:ext uri="{FF2B5EF4-FFF2-40B4-BE49-F238E27FC236}">
                <a16:creationId xmlns="" xmlns:a16="http://schemas.microsoft.com/office/drawing/2014/main" id="{C384A619-EC48-4912-9BF9-67EEDE0083BD}"/>
              </a:ext>
            </a:extLst>
          </p:cNvPr>
          <p:cNvSpPr txBox="1"/>
          <p:nvPr/>
        </p:nvSpPr>
        <p:spPr>
          <a:xfrm>
            <a:off x="1203678" y="1972460"/>
            <a:ext cx="4301067" cy="256116"/>
          </a:xfrm>
          <a:prstGeom prst="rect">
            <a:avLst/>
          </a:prstGeom>
        </p:spPr>
        <p:txBody>
          <a:bodyPr lIns="0" tIns="0" rIns="0" bIns="0"/>
          <a:lstStyle/>
          <a:p>
            <a:pPr marL="38480">
              <a:lnSpc>
                <a:spcPct val="95825"/>
              </a:lnSpc>
              <a:spcBef>
                <a:spcPts val="420"/>
              </a:spcBef>
              <a:defRPr/>
            </a:pPr>
            <a:endParaRPr lang="fi-FI" sz="1400" b="1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93" name="object 12">
            <a:extLst>
              <a:ext uri="{FF2B5EF4-FFF2-40B4-BE49-F238E27FC236}">
                <a16:creationId xmlns="" xmlns:a16="http://schemas.microsoft.com/office/drawing/2014/main" id="{202D605D-F62C-4797-88A9-25CC6B20FEAD}"/>
              </a:ext>
            </a:extLst>
          </p:cNvPr>
          <p:cNvSpPr txBox="1"/>
          <p:nvPr/>
        </p:nvSpPr>
        <p:spPr>
          <a:xfrm>
            <a:off x="1213644" y="1201475"/>
            <a:ext cx="4257278" cy="264580"/>
          </a:xfrm>
          <a:prstGeom prst="rect">
            <a:avLst/>
          </a:prstGeom>
        </p:spPr>
        <p:txBody>
          <a:bodyPr lIns="0" tIns="0" rIns="0" bIns="0"/>
          <a:lstStyle/>
          <a:p>
            <a:pPr marL="38480" lvl="1">
              <a:lnSpc>
                <a:spcPct val="95825"/>
              </a:lnSpc>
              <a:spcBef>
                <a:spcPts val="420"/>
              </a:spcBef>
              <a:defRPr/>
            </a:pPr>
            <a:endParaRPr lang="en-US" sz="1400" b="1" dirty="0">
              <a:latin typeface="Segoe UI" pitchFamily="34" charset="0"/>
              <a:cs typeface="Segoe UI" pitchFamily="34" charset="0"/>
            </a:endParaRPr>
          </a:p>
        </p:txBody>
      </p:sp>
      <p:grpSp>
        <p:nvGrpSpPr>
          <p:cNvPr id="81" name="Group 10"/>
          <p:cNvGrpSpPr>
            <a:grpSpLocks/>
          </p:cNvGrpSpPr>
          <p:nvPr/>
        </p:nvGrpSpPr>
        <p:grpSpPr bwMode="auto">
          <a:xfrm>
            <a:off x="0" y="0"/>
            <a:ext cx="12434888" cy="852488"/>
            <a:chOff x="23209" y="21294"/>
            <a:chExt cx="12434608" cy="852989"/>
          </a:xfrm>
          <a:noFill/>
        </p:grpSpPr>
        <p:sp>
          <p:nvSpPr>
            <p:cNvPr id="82" name="Rectangle 81"/>
            <p:cNvSpPr/>
            <p:nvPr/>
          </p:nvSpPr>
          <p:spPr>
            <a:xfrm>
              <a:off x="23209" y="21294"/>
              <a:ext cx="12191725" cy="852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25888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3200" b="1" dirty="0">
                <a:solidFill>
                  <a:schemeClr val="tx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83" name="Title 1"/>
            <p:cNvSpPr txBox="1">
              <a:spLocks/>
            </p:cNvSpPr>
            <p:nvPr/>
          </p:nvSpPr>
          <p:spPr>
            <a:xfrm>
              <a:off x="893139" y="116600"/>
              <a:ext cx="11564678" cy="598839"/>
            </a:xfrm>
            <a:prstGeom prst="rect">
              <a:avLst/>
            </a:prstGeom>
            <a:grpFill/>
          </p:spPr>
          <p:txBody>
            <a:bodyPr lIns="68562" tIns="34281" rIns="68562" bIns="34281" anchor="ctr"/>
            <a:lstStyle>
              <a:lvl1pPr algn="ctr">
                <a:spcBef>
                  <a:spcPct val="0"/>
                </a:spcBef>
                <a:buNone/>
                <a:tabLst>
                  <a:tab pos="5380038" algn="l"/>
                </a:tabLst>
                <a:defRPr sz="2800" b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j-cs"/>
                </a:defRPr>
              </a:lvl1pPr>
            </a:lstStyle>
            <a:p>
              <a:pPr algn="l">
                <a:lnSpc>
                  <a:spcPct val="90000"/>
                </a:lnSpc>
                <a:tabLst>
                  <a:tab pos="4035029" algn="l"/>
                </a:tabLst>
                <a:defRPr/>
              </a:pPr>
              <a:r>
                <a:rPr lang="sv-SE" dirty="0" smtClean="0">
                  <a:solidFill>
                    <a:schemeClr val="tx1"/>
                  </a:solidFill>
                  <a:latin typeface="Segoe UI" pitchFamily="34" charset="0"/>
                  <a:ea typeface="+mj-ea"/>
                  <a:cs typeface="Segoe UI" pitchFamily="34" charset="0"/>
                </a:rPr>
                <a:t>ALOKASI DAK NONFISIK 2020 (PERPRES 54/2020)</a:t>
              </a:r>
              <a:endParaRPr lang="fi-FI" dirty="0">
                <a:solidFill>
                  <a:schemeClr val="tx1"/>
                </a:solidFill>
                <a:latin typeface="Segoe UI" pitchFamily="34" charset="0"/>
                <a:ea typeface="+mj-ea"/>
                <a:cs typeface="Segoe UI" pitchFamily="34" charset="0"/>
              </a:endParaRPr>
            </a:p>
          </p:txBody>
        </p:sp>
      </p:grpSp>
      <p:pic>
        <p:nvPicPr>
          <p:cNvPr id="84" name="Picture 10" descr="https://upload.wikimedia.org/wikipedia/commons/5/5b/Logo_of_the_Ministry_of_Finance_of_the_Republic_of_Indonesi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79375"/>
            <a:ext cx="6794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47894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0"/>
          <p:cNvGrpSpPr>
            <a:grpSpLocks/>
          </p:cNvGrpSpPr>
          <p:nvPr/>
        </p:nvGrpSpPr>
        <p:grpSpPr bwMode="auto">
          <a:xfrm>
            <a:off x="0" y="0"/>
            <a:ext cx="12434888" cy="852488"/>
            <a:chOff x="23209" y="21294"/>
            <a:chExt cx="12434608" cy="852989"/>
          </a:xfrm>
          <a:noFill/>
        </p:grpSpPr>
        <p:sp>
          <p:nvSpPr>
            <p:cNvPr id="82" name="Rectangle 81"/>
            <p:cNvSpPr/>
            <p:nvPr/>
          </p:nvSpPr>
          <p:spPr>
            <a:xfrm>
              <a:off x="23209" y="21294"/>
              <a:ext cx="12191725" cy="852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25888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3200" b="1" dirty="0">
                <a:solidFill>
                  <a:schemeClr val="tx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83" name="Title 1"/>
            <p:cNvSpPr txBox="1">
              <a:spLocks/>
            </p:cNvSpPr>
            <p:nvPr/>
          </p:nvSpPr>
          <p:spPr>
            <a:xfrm>
              <a:off x="893139" y="143912"/>
              <a:ext cx="11564678" cy="598839"/>
            </a:xfrm>
            <a:prstGeom prst="rect">
              <a:avLst/>
            </a:prstGeom>
            <a:grpFill/>
          </p:spPr>
          <p:txBody>
            <a:bodyPr lIns="68562" tIns="34281" rIns="68562" bIns="34281" anchor="ctr"/>
            <a:lstStyle>
              <a:lvl1pPr algn="ctr">
                <a:spcBef>
                  <a:spcPct val="0"/>
                </a:spcBef>
                <a:buNone/>
                <a:tabLst>
                  <a:tab pos="5380038" algn="l"/>
                </a:tabLst>
                <a:defRPr sz="2800" b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j-cs"/>
                </a:defRPr>
              </a:lvl1pPr>
            </a:lstStyle>
            <a:p>
              <a:pPr algn="l">
                <a:lnSpc>
                  <a:spcPct val="90000"/>
                </a:lnSpc>
                <a:tabLst>
                  <a:tab pos="4035029" algn="l"/>
                </a:tabLst>
                <a:defRPr/>
              </a:pPr>
              <a:r>
                <a:rPr lang="sv-SE" sz="2600" dirty="0" smtClean="0">
                  <a:solidFill>
                    <a:schemeClr val="tx1"/>
                  </a:solidFill>
                  <a:latin typeface="Segoe UI" pitchFamily="34" charset="0"/>
                  <a:ea typeface="+mj-ea"/>
                  <a:cs typeface="Segoe UI" pitchFamily="34" charset="0"/>
                </a:rPr>
                <a:t>CATATAN ATAS PERUBAHAN ALOKASI DAK NONFISIK PENDIDIKAN (PERPRES 54/2020)</a:t>
              </a:r>
              <a:endParaRPr lang="fi-FI" sz="2600" dirty="0">
                <a:solidFill>
                  <a:schemeClr val="tx1"/>
                </a:solidFill>
                <a:latin typeface="Segoe UI" pitchFamily="34" charset="0"/>
                <a:ea typeface="+mj-ea"/>
                <a:cs typeface="Segoe UI" pitchFamily="34" charset="0"/>
              </a:endParaRPr>
            </a:p>
          </p:txBody>
        </p:sp>
      </p:grpSp>
      <p:pic>
        <p:nvPicPr>
          <p:cNvPr id="84" name="Picture 10" descr="https://upload.wikimedia.org/wikipedia/commons/5/5b/Logo_of_the_Ministry_of_Finance_of_the_Republic_of_Indonesi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161263"/>
            <a:ext cx="6794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" name="Content Placeholder 2">
            <a:extLst>
              <a:ext uri="{FF2B5EF4-FFF2-40B4-BE49-F238E27FC236}">
                <a16:creationId xmlns:a16="http://schemas.microsoft.com/office/drawing/2014/main" xmlns="" id="{5751A2C1-C3CA-405B-8FC3-FF66871BFD49}"/>
              </a:ext>
            </a:extLst>
          </p:cNvPr>
          <p:cNvSpPr txBox="1">
            <a:spLocks/>
          </p:cNvSpPr>
          <p:nvPr/>
        </p:nvSpPr>
        <p:spPr>
          <a:xfrm>
            <a:off x="2583975" y="1822549"/>
            <a:ext cx="4471918" cy="4267200"/>
          </a:xfrm>
          <a:prstGeom prst="rect">
            <a:avLst/>
          </a:prstGeom>
        </p:spPr>
        <p:txBody>
          <a:bodyPr vert="horz" lIns="71323" tIns="35662" rIns="71323" bIns="35662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algn="just">
              <a:lnSpc>
                <a:spcPct val="100000"/>
              </a:lnSpc>
              <a:spcBef>
                <a:spcPts val="390"/>
              </a:spcBef>
              <a:buFont typeface="Wingdings" panose="05000000000000000000" pitchFamily="2" charset="2"/>
              <a:buChar char="§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Mengurangi Dana Cadangan</a:t>
            </a: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Menyesuaikan dengan Dapodik Maret 2020</a:t>
            </a: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Menyesuaikan dengan persentase realisasi tahun-tahun sebelumnya</a:t>
            </a:r>
            <a:endParaRPr lang="en-US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Mengurangi</a:t>
            </a:r>
            <a:r>
              <a:rPr lang="en-US" sz="16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600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alokasi</a:t>
            </a:r>
            <a:r>
              <a:rPr lang="en-US" sz="16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id-ID" sz="16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BOS Kinerja</a:t>
            </a:r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</a:pPr>
            <a:endParaRPr lang="id-ID" sz="1600" dirty="0" smtClean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</a:pPr>
            <a:endParaRPr lang="en-US" sz="1600" b="1" dirty="0" smtClean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</a:pPr>
            <a:endParaRPr lang="en-US" sz="1600" b="1" dirty="0" smtClean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</a:pPr>
            <a:endParaRPr lang="en-US" sz="1600" b="1" dirty="0" smtClean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</a:pPr>
            <a:endParaRPr lang="en-US" sz="1600" b="1" dirty="0" smtClean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182563" indent="-182563" algn="just">
              <a:lnSpc>
                <a:spcPct val="100000"/>
              </a:lnSpc>
              <a:spcBef>
                <a:spcPts val="312"/>
              </a:spcBef>
              <a:buFont typeface="Wingdings" panose="05000000000000000000" pitchFamily="2" charset="2"/>
              <a:buChar char="§"/>
            </a:pP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Sekolah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/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lembaga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elakukan perubahan RKAS;</a:t>
            </a: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Menyesuaikan layanan peserta didik dengan kondisi </a:t>
            </a:r>
            <a:r>
              <a:rPr lang="id-ID" sz="1600" i="1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COVID-19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id-ID" sz="1600" i="1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home based learn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);</a:t>
            </a: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Bagi daerah Papua dan Daerah 3T dapat mengajukan dana tambahan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melalui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dana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cadangan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)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dengan melampirkan data yang valid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</a:p>
          <a:p>
            <a:pPr marL="182563" indent="-182563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Penyesuaian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kriteria dan syarat sekolah yang akan mendapatkan 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alokasi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BOS 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Kinerja</a:t>
            </a:r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182563" indent="-182563">
              <a:lnSpc>
                <a:spcPct val="100000"/>
              </a:lnSpc>
              <a:spcBef>
                <a:spcPts val="0"/>
              </a:spcBef>
            </a:pPr>
            <a:endParaRPr lang="id-ID" sz="1600" dirty="0" smtClean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182563" indent="-182563">
              <a:lnSpc>
                <a:spcPct val="100000"/>
              </a:lnSpc>
            </a:pPr>
            <a:endParaRPr lang="id-ID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182563" indent="-182563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xmlns="" id="{87826363-255C-4D4C-BDD1-07DA77C75858}"/>
              </a:ext>
            </a:extLst>
          </p:cNvPr>
          <p:cNvSpPr txBox="1">
            <a:spLocks/>
          </p:cNvSpPr>
          <p:nvPr/>
        </p:nvSpPr>
        <p:spPr>
          <a:xfrm>
            <a:off x="2736375" y="967285"/>
            <a:ext cx="3609833" cy="570619"/>
          </a:xfrm>
          <a:prstGeom prst="rect">
            <a:avLst/>
          </a:prstGeom>
        </p:spPr>
        <p:txBody>
          <a:bodyPr vert="horz" wrap="square" lIns="71323" tIns="35662" rIns="71323" bIns="35662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defRPr sz="3200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d-ID" sz="1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Dana BOS, BOP PAUD &amp; BOP Kesetaraan</a:t>
            </a:r>
            <a:endParaRPr lang="id-ID" sz="1800" dirty="0" smtClean="0">
              <a:solidFill>
                <a:prstClr val="black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xmlns="" id="{EF1DB804-DE8F-40E1-8103-3E66B36402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5613" y="1930590"/>
            <a:ext cx="545171" cy="490751"/>
          </a:xfrm>
          <a:prstGeom prst="rect">
            <a:avLst/>
          </a:prstGeom>
        </p:spPr>
      </p:pic>
      <p:sp>
        <p:nvSpPr>
          <p:cNvPr id="87" name="Content Placeholder 2">
            <a:extLst>
              <a:ext uri="{FF2B5EF4-FFF2-40B4-BE49-F238E27FC236}">
                <a16:creationId xmlns:a16="http://schemas.microsoft.com/office/drawing/2014/main" xmlns="" id="{5751A2C1-C3CA-405B-8FC3-FF66871BFD49}"/>
              </a:ext>
            </a:extLst>
          </p:cNvPr>
          <p:cNvSpPr txBox="1">
            <a:spLocks/>
          </p:cNvSpPr>
          <p:nvPr/>
        </p:nvSpPr>
        <p:spPr>
          <a:xfrm>
            <a:off x="7508543" y="1719054"/>
            <a:ext cx="4324066" cy="4317321"/>
          </a:xfrm>
          <a:prstGeom prst="rect">
            <a:avLst/>
          </a:prstGeom>
        </p:spPr>
        <p:txBody>
          <a:bodyPr vert="horz" lIns="71323" tIns="35662" rIns="71323" bIns="3566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688" indent="-166688"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b="1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Updating data </a:t>
            </a:r>
            <a:r>
              <a:rPr lang="en-US" sz="1600" b="1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sasaran</a:t>
            </a:r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288925" indent="-122238" algn="just" defTabSz="562166">
              <a:lnSpc>
                <a:spcPct val="100000"/>
              </a:lnSpc>
              <a:spcBef>
                <a:spcPts val="312"/>
              </a:spcBef>
              <a:buFont typeface="Arial" pitchFamily="34" charset="0"/>
              <a:buChar char="•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TPG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: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1.189.243 guru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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1.153.717 guru;</a:t>
            </a:r>
          </a:p>
          <a:p>
            <a:pPr marL="288925" indent="-122238" algn="just" defTabSz="562166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Tamsil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: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254.400 guru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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182.788 guru; </a:t>
            </a:r>
          </a:p>
          <a:p>
            <a:pPr marL="288925" indent="-122238" algn="just" defTabSz="562166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TKG 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: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59.273 guru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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37.913 guru.</a:t>
            </a:r>
            <a:endParaRPr lang="en-US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166688" indent="-166688"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Menyesuaikan dengan persentase realisasi tahun-tahun sebelumnya</a:t>
            </a:r>
            <a:endParaRPr lang="en-US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166688" indent="-166688"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id-ID" sz="1600" b="1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Memperkira</a:t>
            </a:r>
            <a:r>
              <a:rPr lang="en-US" sz="1600" b="1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k</a:t>
            </a:r>
            <a:r>
              <a:rPr lang="id-ID" sz="1600" b="1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an/estimasi jumlah sisa dana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yang ada di RKUD berdasarkan laporan realisasi tahun sebelumnya.</a:t>
            </a:r>
            <a:endParaRPr lang="en-US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86937" y="1854391"/>
            <a:ext cx="19743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6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Kebijakan </a:t>
            </a:r>
            <a:r>
              <a:rPr lang="en-US" sz="1600" b="1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Penyesuaian</a:t>
            </a:r>
            <a:r>
              <a:rPr lang="en-US" sz="16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600" b="1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Alokasi</a:t>
            </a:r>
            <a:r>
              <a:rPr lang="en-US" sz="16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endParaRPr lang="en-US" sz="1600" dirty="0"/>
          </a:p>
        </p:txBody>
      </p:sp>
      <p:sp>
        <p:nvSpPr>
          <p:cNvPr id="89" name="Rectangle 88"/>
          <p:cNvSpPr/>
          <p:nvPr/>
        </p:nvSpPr>
        <p:spPr>
          <a:xfrm>
            <a:off x="809767" y="4400850"/>
            <a:ext cx="17560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Tindak</a:t>
            </a:r>
            <a:r>
              <a:rPr lang="en-US" sz="16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600" b="1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Lanjut</a:t>
            </a:r>
            <a:r>
              <a:rPr lang="en-US" sz="16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 yang </a:t>
            </a:r>
            <a:r>
              <a:rPr lang="en-US" sz="1600" b="1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perlu</a:t>
            </a:r>
            <a:r>
              <a:rPr lang="en-US" sz="16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600" b="1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dilakukan</a:t>
            </a:r>
            <a:endParaRPr lang="en-US" sz="160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xmlns="" id="{EF1DB804-DE8F-40E1-8103-3E66B36402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3620" y="4381514"/>
            <a:ext cx="545171" cy="490751"/>
          </a:xfrm>
          <a:prstGeom prst="rect">
            <a:avLst/>
          </a:prstGeom>
        </p:spPr>
      </p:pic>
      <p:sp>
        <p:nvSpPr>
          <p:cNvPr id="91" name="Title 1">
            <a:extLst>
              <a:ext uri="{FF2B5EF4-FFF2-40B4-BE49-F238E27FC236}">
                <a16:creationId xmlns:a16="http://schemas.microsoft.com/office/drawing/2014/main" xmlns="" id="{87826363-255C-4D4C-BDD1-07DA77C75858}"/>
              </a:ext>
            </a:extLst>
          </p:cNvPr>
          <p:cNvSpPr txBox="1">
            <a:spLocks/>
          </p:cNvSpPr>
          <p:nvPr/>
        </p:nvSpPr>
        <p:spPr>
          <a:xfrm>
            <a:off x="7598391" y="923723"/>
            <a:ext cx="4091144" cy="570619"/>
          </a:xfrm>
          <a:prstGeom prst="rect">
            <a:avLst/>
          </a:prstGeom>
        </p:spPr>
        <p:txBody>
          <a:bodyPr vert="horz" wrap="square" lIns="71323" tIns="35662" rIns="71323" bIns="35662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defRPr sz="3200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d-ID" sz="18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Dana Tunjangan Guru (TPG PNSD, Tamsil PNSD, dan TKG)</a:t>
            </a:r>
            <a:r>
              <a:rPr lang="id-ID" sz="1800" dirty="0" smtClean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:</a:t>
            </a: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xmlns="" id="{D59C926B-AA3B-4DCC-A938-76F24D65C7E1}"/>
              </a:ext>
            </a:extLst>
          </p:cNvPr>
          <p:cNvSpPr txBox="1">
            <a:spLocks/>
          </p:cNvSpPr>
          <p:nvPr/>
        </p:nvSpPr>
        <p:spPr>
          <a:xfrm>
            <a:off x="7541522" y="4278005"/>
            <a:ext cx="4059071" cy="3760333"/>
          </a:xfrm>
          <a:prstGeom prst="rect">
            <a:avLst/>
          </a:prstGeom>
        </p:spPr>
        <p:txBody>
          <a:bodyPr vert="horz" lIns="71323" tIns="35662" rIns="71323" bIns="35662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688" indent="-166688" algn="just">
              <a:spcBef>
                <a:spcPts val="468"/>
              </a:spcBef>
              <a:buFont typeface="Wingdings" panose="05000000000000000000" pitchFamily="2" charset="2"/>
              <a:buChar char="§"/>
            </a:pP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Penjelasan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yang 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memadai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kepada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stakeholders </a:t>
            </a:r>
            <a:r>
              <a:rPr lang="en-US" sz="1600" dirty="0" err="1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bahwa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 p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enyesuaian alokasi tunjangan guru masih mencukupi untuk pembayaran Tunjangan </a:t>
            </a:r>
            <a:r>
              <a:rPr lang="id-ID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G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uru selama Tahun 2020, dan </a:t>
            </a:r>
            <a:r>
              <a:rPr lang="id-ID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tidak mengurangi hak guru untuk mendapatkan tunjangan </a:t>
            </a:r>
            <a:r>
              <a:rPr lang="id-ID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sesuai ketentuan</a:t>
            </a:r>
            <a:r>
              <a:rPr lang="en-US" sz="1600" dirty="0" smtClean="0">
                <a:latin typeface="Segoe UI Semilight" panose="020B0402040204020203" pitchFamily="34" charset="0"/>
                <a:cs typeface="Segoe UI Semilight" panose="020B0402040204020203" pitchFamily="34" charset="0"/>
              </a:rPr>
              <a:t>).</a:t>
            </a:r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219171" algn="just" defTabSz="562166"/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219171" algn="just" defTabSz="562166"/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219171" algn="just" defTabSz="562166"/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219171" algn="just" defTabSz="562166"/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219171" algn="just" defTabSz="562166"/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219171" algn="just" defTabSz="562166"/>
            <a:endParaRPr lang="id-ID" sz="1600" dirty="0" smtClean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894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0" y="0"/>
            <a:ext cx="12192000" cy="852488"/>
            <a:chOff x="23209" y="21294"/>
            <a:chExt cx="12191725" cy="852989"/>
          </a:xfrm>
          <a:noFill/>
        </p:grpSpPr>
        <p:sp>
          <p:nvSpPr>
            <p:cNvPr id="4" name="Rectangle 3"/>
            <p:cNvSpPr/>
            <p:nvPr/>
          </p:nvSpPr>
          <p:spPr>
            <a:xfrm>
              <a:off x="23209" y="21294"/>
              <a:ext cx="12191725" cy="852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25888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3200" b="1" dirty="0">
                <a:solidFill>
                  <a:schemeClr val="tx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Title 1"/>
            <p:cNvSpPr txBox="1">
              <a:spLocks/>
            </p:cNvSpPr>
            <p:nvPr/>
          </p:nvSpPr>
          <p:spPr>
            <a:xfrm>
              <a:off x="783958" y="198536"/>
              <a:ext cx="11321795" cy="598839"/>
            </a:xfrm>
            <a:prstGeom prst="rect">
              <a:avLst/>
            </a:prstGeom>
            <a:grpFill/>
          </p:spPr>
          <p:txBody>
            <a:bodyPr lIns="68562" tIns="34281" rIns="68562" bIns="34281" anchor="ctr"/>
            <a:lstStyle>
              <a:lvl1pPr algn="ctr">
                <a:spcBef>
                  <a:spcPct val="0"/>
                </a:spcBef>
                <a:buNone/>
                <a:tabLst>
                  <a:tab pos="5380038" algn="l"/>
                </a:tabLst>
                <a:defRPr sz="2800" b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j-cs"/>
                </a:defRPr>
              </a:lvl1pPr>
            </a:lstStyle>
            <a:p>
              <a:pPr algn="l">
                <a:lnSpc>
                  <a:spcPct val="90000"/>
                </a:lnSpc>
                <a:tabLst>
                  <a:tab pos="4035029" algn="l"/>
                </a:tabLst>
                <a:defRPr/>
              </a:pPr>
              <a:r>
                <a:rPr lang="sv-SE" sz="2600" dirty="0" smtClean="0">
                  <a:solidFill>
                    <a:schemeClr val="tx1"/>
                  </a:solidFill>
                  <a:latin typeface="Segoe UI" pitchFamily="34" charset="0"/>
                  <a:ea typeface="+mj-ea"/>
                  <a:cs typeface="Segoe UI" pitchFamily="34" charset="0"/>
                </a:rPr>
                <a:t>PROGRES PENYALURAN DANA BOS, BOP PAUD, DAN BOP KESETARAAN</a:t>
              </a:r>
              <a:endParaRPr lang="sv-SE" sz="2600" dirty="0" smtClean="0">
                <a:solidFill>
                  <a:schemeClr val="tx1"/>
                </a:solidFill>
                <a:latin typeface="Segoe UI" pitchFamily="34" charset="0"/>
                <a:ea typeface="+mj-ea"/>
                <a:cs typeface="Segoe UI" pitchFamily="34" charset="0"/>
              </a:endParaRPr>
            </a:p>
          </p:txBody>
        </p:sp>
      </p:grpSp>
      <p:pic>
        <p:nvPicPr>
          <p:cNvPr id="6" name="Picture 10" descr="https://upload.wikimedia.org/wikipedia/commons/5/5b/Logo_of_the_Ministry_of_Finance_of_the_Republic_of_Indonesi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79375"/>
            <a:ext cx="6794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8D93A23-3400-4F67-8C67-A162293A431E}"/>
              </a:ext>
            </a:extLst>
          </p:cNvPr>
          <p:cNvSpPr/>
          <p:nvPr/>
        </p:nvSpPr>
        <p:spPr>
          <a:xfrm>
            <a:off x="324785" y="3423410"/>
            <a:ext cx="11548768" cy="30162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algn="just">
              <a:spcAft>
                <a:spcPts val="1200"/>
              </a:spcAft>
              <a:buFontTx/>
              <a:buChar char="-"/>
            </a:pPr>
            <a:r>
              <a:rPr lang="en-ID" sz="1600" dirty="0" err="1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Dana BOS TA 2020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dilakukan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Rp24.494.089.750.000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tanpa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memperhitungkan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kurang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/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lebih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salur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sebelumnya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terbagi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dalam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2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tahap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di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mana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Tahap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I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Rp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14.426.949.630.000,-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215.307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Sekolah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serta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Tahap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 II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Rp10.067.140.120.000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111.140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sekolah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tersebar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di 34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Provinsi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seluruh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Indonesia;</a:t>
            </a:r>
          </a:p>
          <a:p>
            <a:pPr marL="285750" lvl="0" indent="-285750" algn="just">
              <a:spcAft>
                <a:spcPts val="1200"/>
              </a:spcAft>
              <a:buFontTx/>
              <a:buChar char="-"/>
            </a:pPr>
            <a:r>
              <a:rPr lang="en-ID" sz="1600" dirty="0" err="1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Dana BOP PAUD TA 2020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Tahap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I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dilakukan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dengan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memperhitungkan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kurang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/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lebih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salur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sebelumnya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Rp1.733.504.930.539,-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481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Pemda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Kabupaten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/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kota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melaporkan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realisasi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penggunaan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Dana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sebelumnya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ID" sz="1600" dirty="0" err="1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Dana BOP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Kesetaraan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TA 2020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Tahap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dilakukan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dengan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memperhitungkan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kurang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/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lebih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salur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sebelumnya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Rp348.534.694.077,-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untuk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398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Pemda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Kabupaten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/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kota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melaporkan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realisasi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penggunaan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Dana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sebelumnya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spcAft>
                <a:spcPts val="1200"/>
              </a:spcAft>
              <a:buFontTx/>
              <a:buChar char="-"/>
            </a:pPr>
            <a:endParaRPr lang="en-ID" sz="1600" dirty="0"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33" y="979884"/>
            <a:ext cx="11586950" cy="22743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0" y="0"/>
            <a:ext cx="12192000" cy="852488"/>
            <a:chOff x="23209" y="21294"/>
            <a:chExt cx="12191725" cy="852989"/>
          </a:xfrm>
          <a:noFill/>
        </p:grpSpPr>
        <p:sp>
          <p:nvSpPr>
            <p:cNvPr id="4" name="Rectangle 3"/>
            <p:cNvSpPr/>
            <p:nvPr/>
          </p:nvSpPr>
          <p:spPr>
            <a:xfrm>
              <a:off x="23209" y="21294"/>
              <a:ext cx="12191725" cy="852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25888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3200" b="1" dirty="0">
                <a:solidFill>
                  <a:schemeClr val="tx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Title 1"/>
            <p:cNvSpPr txBox="1">
              <a:spLocks/>
            </p:cNvSpPr>
            <p:nvPr/>
          </p:nvSpPr>
          <p:spPr>
            <a:xfrm>
              <a:off x="783958" y="198536"/>
              <a:ext cx="11321795" cy="598839"/>
            </a:xfrm>
            <a:prstGeom prst="rect">
              <a:avLst/>
            </a:prstGeom>
            <a:grpFill/>
          </p:spPr>
          <p:txBody>
            <a:bodyPr lIns="68562" tIns="34281" rIns="68562" bIns="34281" anchor="ctr"/>
            <a:lstStyle>
              <a:lvl1pPr algn="ctr">
                <a:spcBef>
                  <a:spcPct val="0"/>
                </a:spcBef>
                <a:buNone/>
                <a:tabLst>
                  <a:tab pos="5380038" algn="l"/>
                </a:tabLst>
                <a:defRPr sz="2800" b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j-cs"/>
                </a:defRPr>
              </a:lvl1pPr>
            </a:lstStyle>
            <a:p>
              <a:pPr algn="l">
                <a:lnSpc>
                  <a:spcPct val="90000"/>
                </a:lnSpc>
                <a:tabLst>
                  <a:tab pos="4035029" algn="l"/>
                </a:tabLst>
                <a:defRPr/>
              </a:pPr>
              <a:r>
                <a:rPr lang="sv-SE" sz="2600" dirty="0" smtClean="0">
                  <a:solidFill>
                    <a:schemeClr val="tx1"/>
                  </a:solidFill>
                  <a:latin typeface="Segoe UI" pitchFamily="34" charset="0"/>
                  <a:ea typeface="+mj-ea"/>
                  <a:cs typeface="Segoe UI" pitchFamily="34" charset="0"/>
                </a:rPr>
                <a:t>PROGRES PENYALURAN DANA BOS, BOP PAUD, DAN BOP KESETARAAN</a:t>
              </a:r>
              <a:endParaRPr lang="sv-SE" sz="2600" dirty="0" smtClean="0">
                <a:solidFill>
                  <a:schemeClr val="tx1"/>
                </a:solidFill>
                <a:latin typeface="Segoe UI" pitchFamily="34" charset="0"/>
                <a:ea typeface="+mj-ea"/>
                <a:cs typeface="Segoe UI" pitchFamily="34" charset="0"/>
              </a:endParaRPr>
            </a:p>
          </p:txBody>
        </p:sp>
      </p:grpSp>
      <p:pic>
        <p:nvPicPr>
          <p:cNvPr id="6" name="Picture 10" descr="https://upload.wikimedia.org/wikipedia/commons/5/5b/Logo_of_the_Ministry_of_Finance_of_the_Republic_of_Indonesi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79375"/>
            <a:ext cx="6794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8D93A23-3400-4F67-8C67-A162293A431E}"/>
              </a:ext>
            </a:extLst>
          </p:cNvPr>
          <p:cNvSpPr/>
          <p:nvPr/>
        </p:nvSpPr>
        <p:spPr>
          <a:xfrm>
            <a:off x="185110" y="882718"/>
            <a:ext cx="11821780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/>
            <a:r>
              <a:rPr lang="en-ID" sz="1600" b="1" dirty="0">
                <a:latin typeface="Segoe UI" pitchFamily="34" charset="0"/>
                <a:cs typeface="Segoe UI" pitchFamily="34" charset="0"/>
              </a:rPr>
              <a:t>Dana BOS</a:t>
            </a:r>
          </a:p>
          <a:p>
            <a:pPr marL="285750" lvl="0" indent="-285750" algn="just">
              <a:buFontTx/>
              <a:buChar char="-"/>
            </a:pPr>
            <a:r>
              <a:rPr lang="en-ID" sz="1600" dirty="0" err="1">
                <a:latin typeface="Segoe UI" pitchFamily="34" charset="0"/>
                <a:cs typeface="Segoe UI" pitchFamily="34" charset="0"/>
              </a:rPr>
              <a:t>Koordinasi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sinkronisasi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peraturan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antara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K/L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terkait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perlu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lebih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di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tingkatkan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banyak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data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sekolah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tidak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valid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sehingga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tidak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salur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ataupun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berpotensi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mengakibatkan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retur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b="1" dirty="0">
                <a:latin typeface="Segoe UI" pitchFamily="34" charset="0"/>
                <a:cs typeface="Segoe UI" pitchFamily="34" charset="0"/>
              </a:rPr>
              <a:t>Knowledge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satuan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pendidikan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di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minim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mengenai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data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sekolah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yang valid;</a:t>
            </a:r>
          </a:p>
          <a:p>
            <a:pPr marL="285750" lvl="0" indent="-285750" algn="just">
              <a:buFontTx/>
              <a:buChar char="-"/>
            </a:pPr>
            <a:r>
              <a:rPr lang="en-ID" sz="1600" dirty="0">
                <a:latin typeface="Segoe UI" pitchFamily="34" charset="0"/>
                <a:cs typeface="Segoe UI" pitchFamily="34" charset="0"/>
              </a:rPr>
              <a:t>Proses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validasi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rekening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sekolah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oleh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K/L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terkait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membutuhkan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waktu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lama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sehingga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SK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rekomendasi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tidak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dapat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terbit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sesuai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jadwal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dirty="0">
                <a:latin typeface="Segoe UI" pitchFamily="34" charset="0"/>
                <a:cs typeface="Segoe UI" pitchFamily="34" charset="0"/>
              </a:rPr>
              <a:t>Proses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penyelesaian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rekening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Retur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cukup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lambat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Pengembangan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Aplikasi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Dana BOS.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8D93A23-3400-4F67-8C67-A162293A431E}"/>
              </a:ext>
            </a:extLst>
          </p:cNvPr>
          <p:cNvSpPr/>
          <p:nvPr/>
        </p:nvSpPr>
        <p:spPr>
          <a:xfrm>
            <a:off x="185110" y="3023282"/>
            <a:ext cx="11821780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/>
            <a:r>
              <a:rPr lang="en-ID" sz="1600" b="1" dirty="0">
                <a:latin typeface="Segoe UI" pitchFamily="34" charset="0"/>
                <a:cs typeface="Segoe UI" pitchFamily="34" charset="0"/>
              </a:rPr>
              <a:t>Dana BOP PAUD</a:t>
            </a:r>
          </a:p>
          <a:p>
            <a:pPr marL="285750" lvl="0" indent="-285750" algn="just">
              <a:buFontTx/>
              <a:buChar char="-"/>
            </a:pPr>
            <a:r>
              <a:rPr lang="en-ID" sz="1600" b="1" dirty="0">
                <a:latin typeface="Segoe UI" pitchFamily="34" charset="0"/>
                <a:cs typeface="Segoe UI" pitchFamily="34" charset="0"/>
              </a:rPr>
              <a:t>Tingkat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kepatuhan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penyampaian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laporan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Pemda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perlu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di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tingkatkan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dimana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baru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489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pemda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melapor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atau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sekitar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96%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total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penerima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alokasi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Dana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2019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rendah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yaitu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81,7%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total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Alokasi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Sisa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dana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2019 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di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kasda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cukup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besar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yakni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Rp291.721.085.741,-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atau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sekitar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6,5%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total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alokasi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TA 2019.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Angka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tersebut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bisa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bertambah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mengingat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belum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semua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pemda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menyampaikan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laporan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dirty="0" err="1">
                <a:latin typeface="Segoe UI" pitchFamily="34" charset="0"/>
                <a:cs typeface="Segoe UI" pitchFamily="34" charset="0"/>
              </a:rPr>
              <a:t>Terbitnya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Perpres54/2020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berdampak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pada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penyesuaian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alokasi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BOP PAUD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sehingga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terjadi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penundaan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8D93A23-3400-4F67-8C67-A162293A431E}"/>
              </a:ext>
            </a:extLst>
          </p:cNvPr>
          <p:cNvSpPr/>
          <p:nvPr/>
        </p:nvSpPr>
        <p:spPr>
          <a:xfrm>
            <a:off x="185110" y="4914700"/>
            <a:ext cx="1182178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/>
            <a:r>
              <a:rPr lang="en-ID" sz="1600" b="1" dirty="0">
                <a:latin typeface="Segoe UI" pitchFamily="34" charset="0"/>
                <a:cs typeface="Segoe UI" pitchFamily="34" charset="0"/>
              </a:rPr>
              <a:t>Dana BOP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Kesetaraan</a:t>
            </a:r>
            <a:endParaRPr lang="en-ID" sz="1600" b="1" dirty="0">
              <a:latin typeface="Segoe UI" pitchFamily="34" charset="0"/>
              <a:cs typeface="Segoe UI" pitchFamily="34" charset="0"/>
            </a:endParaRPr>
          </a:p>
          <a:p>
            <a:pPr marL="285750" lvl="0" indent="-285750" algn="just">
              <a:buFontTx/>
              <a:buChar char="-"/>
            </a:pPr>
            <a:r>
              <a:rPr lang="en-ID" sz="1600" b="1" dirty="0">
                <a:latin typeface="Segoe UI" pitchFamily="34" charset="0"/>
                <a:cs typeface="Segoe UI" pitchFamily="34" charset="0"/>
              </a:rPr>
              <a:t>Tingkat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kepatuhan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penyampaian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laporan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Pemda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perlu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di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tingkatkan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dimana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baru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398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pemda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yang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telah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melapor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atau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sekitar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78%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total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penerima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alokasi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;</a:t>
            </a:r>
          </a:p>
          <a:p>
            <a:pPr marL="285750" indent="-285750" algn="just">
              <a:buFontTx/>
              <a:buChar char="-"/>
            </a:pP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Dana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2019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rendah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yaitu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81,1%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total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Alokasi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Sisa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dana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2019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di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kasda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cukup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 err="1">
                <a:latin typeface="Segoe UI" pitchFamily="34" charset="0"/>
                <a:cs typeface="Segoe UI" pitchFamily="34" charset="0"/>
              </a:rPr>
              <a:t>besar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yakni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Rp151.781.805.923,-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atau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sekitar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b="1" dirty="0">
                <a:latin typeface="Segoe UI" pitchFamily="34" charset="0"/>
                <a:cs typeface="Segoe UI" pitchFamily="34" charset="0"/>
              </a:rPr>
              <a:t>7,7%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total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alokasi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TA 2019.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Angka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tersebut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masih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bisa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bertambah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mengingat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belum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semua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pemda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menyampaikan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laporan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en-ID" sz="1600" dirty="0" err="1">
                <a:latin typeface="Segoe UI" pitchFamily="34" charset="0"/>
                <a:cs typeface="Segoe UI" pitchFamily="34" charset="0"/>
              </a:rPr>
              <a:t>Terbitnya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Perpres54/2020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berdampak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pada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penyesuaian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alokasi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BOP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Kesetaraan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sehingga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terjadi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penundaan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>
                <a:latin typeface="Segoe UI" pitchFamily="34" charset="0"/>
                <a:cs typeface="Segoe UI" pitchFamily="34" charset="0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0" y="0"/>
            <a:ext cx="12192000" cy="852488"/>
            <a:chOff x="23209" y="21294"/>
            <a:chExt cx="12191725" cy="852989"/>
          </a:xfrm>
          <a:noFill/>
        </p:grpSpPr>
        <p:sp>
          <p:nvSpPr>
            <p:cNvPr id="4" name="Rectangle 3"/>
            <p:cNvSpPr/>
            <p:nvPr/>
          </p:nvSpPr>
          <p:spPr>
            <a:xfrm>
              <a:off x="23209" y="21294"/>
              <a:ext cx="12191725" cy="852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125888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3200" b="1" dirty="0">
                <a:solidFill>
                  <a:schemeClr val="tx1"/>
                </a:solidFill>
                <a:latin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Title 1"/>
            <p:cNvSpPr txBox="1">
              <a:spLocks/>
            </p:cNvSpPr>
            <p:nvPr/>
          </p:nvSpPr>
          <p:spPr>
            <a:xfrm>
              <a:off x="783958" y="198536"/>
              <a:ext cx="11321795" cy="598839"/>
            </a:xfrm>
            <a:prstGeom prst="rect">
              <a:avLst/>
            </a:prstGeom>
            <a:grpFill/>
          </p:spPr>
          <p:txBody>
            <a:bodyPr lIns="68562" tIns="34281" rIns="68562" bIns="34281" anchor="ctr"/>
            <a:lstStyle>
              <a:lvl1pPr algn="ctr">
                <a:spcBef>
                  <a:spcPct val="0"/>
                </a:spcBef>
                <a:buNone/>
                <a:tabLst>
                  <a:tab pos="5380038" algn="l"/>
                </a:tabLst>
                <a:defRPr sz="2800" b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j-cs"/>
                </a:defRPr>
              </a:lvl1pPr>
            </a:lstStyle>
            <a:p>
              <a:pPr algn="l">
                <a:lnSpc>
                  <a:spcPct val="90000"/>
                </a:lnSpc>
                <a:tabLst>
                  <a:tab pos="4035029" algn="l"/>
                </a:tabLst>
                <a:defRPr/>
              </a:pPr>
              <a:r>
                <a:rPr lang="sv-SE" sz="2600" dirty="0" smtClean="0">
                  <a:solidFill>
                    <a:schemeClr val="tx1"/>
                  </a:solidFill>
                  <a:latin typeface="Segoe UI" pitchFamily="34" charset="0"/>
                  <a:ea typeface="+mj-ea"/>
                  <a:cs typeface="Segoe UI" pitchFamily="34" charset="0"/>
                </a:rPr>
                <a:t>PROGRES PENYALURAN DANA TUNJANGAN GURU</a:t>
              </a:r>
              <a:endParaRPr lang="sv-SE" sz="2600" dirty="0" smtClean="0">
                <a:solidFill>
                  <a:schemeClr val="tx1"/>
                </a:solidFill>
                <a:latin typeface="Segoe UI" pitchFamily="34" charset="0"/>
                <a:ea typeface="+mj-ea"/>
                <a:cs typeface="Segoe UI" pitchFamily="34" charset="0"/>
              </a:endParaRPr>
            </a:p>
          </p:txBody>
        </p:sp>
      </p:grpSp>
      <p:pic>
        <p:nvPicPr>
          <p:cNvPr id="6" name="Picture 10" descr="https://upload.wikimedia.org/wikipedia/commons/5/5b/Logo_of_the_Ministry_of_Finance_of_the_Republic_of_Indonesi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79375"/>
            <a:ext cx="6794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8D93A23-3400-4F67-8C67-A162293A431E}"/>
              </a:ext>
            </a:extLst>
          </p:cNvPr>
          <p:cNvSpPr/>
          <p:nvPr/>
        </p:nvSpPr>
        <p:spPr>
          <a:xfrm>
            <a:off x="338433" y="994108"/>
            <a:ext cx="11548768" cy="48782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Tunjangan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Profesi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Guru</a:t>
            </a: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erealisasi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Tw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1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atas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526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535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penerima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(98,32%)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dengan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nilai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total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Rp15.37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Triliun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. </a:t>
            </a:r>
            <a:endParaRPr lang="en-ID" sz="1600" dirty="0" smtClean="0">
              <a:latin typeface="Segoe UI" pitchFamily="34" charset="0"/>
              <a:cs typeface="Segoe UI" pitchFamily="34" charset="0"/>
            </a:endParaRP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Tersisa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9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belum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disalurkan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karena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belum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menyampaikan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laporan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realisasi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semester 2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2019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sebagai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syarat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(2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antaranya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sdh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ada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laporan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per 25/5/2020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).</a:t>
            </a: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endParaRPr lang="en-ID" sz="1600" dirty="0" smtClean="0">
              <a:latin typeface="Segoe UI" pitchFamily="34" charset="0"/>
              <a:cs typeface="Segoe UI" pitchFamily="34" charset="0"/>
            </a:endParaRPr>
          </a:p>
          <a:p>
            <a:pPr marL="285750" lvl="0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Tunjangan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Khusus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Guru (TKG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)</a:t>
            </a: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TW 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1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Sudah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salur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282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300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penerima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(94%)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Rp362.572.659.000</a:t>
            </a: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Belum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salur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18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karena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belum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menyampaikan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laporan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realisasi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semester 2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2019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sebagai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syarat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(3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antaranya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sudah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ada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laporannya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).</a:t>
            </a: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endParaRPr lang="en-ID" sz="1600" dirty="0" smtClean="0">
              <a:latin typeface="Segoe UI" pitchFamily="34" charset="0"/>
              <a:cs typeface="Segoe UI" pitchFamily="34" charset="0"/>
            </a:endParaRPr>
          </a:p>
          <a:p>
            <a:pPr marL="285750" lvl="0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Tambahan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Penghasilan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(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Tamsil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).</a:t>
            </a: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Tamsil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terealisasi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Tw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1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atas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409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dari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425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penerima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(96,24%)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dengan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nilai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total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Rp96,36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Milyar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. </a:t>
            </a:r>
            <a:endParaRPr lang="en-ID" sz="1600" dirty="0" smtClean="0">
              <a:latin typeface="Segoe UI" pitchFamily="34" charset="0"/>
              <a:cs typeface="Segoe UI" pitchFamily="34" charset="0"/>
            </a:endParaRP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Tersisa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16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yang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belum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disalurkan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karena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belum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menyampaikan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laporan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realisasi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semester 2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tahun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2019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sebagai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syarat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penyaluran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. </a:t>
            </a:r>
            <a:endParaRPr lang="en-ID" sz="1600" dirty="0" smtClean="0">
              <a:latin typeface="Segoe UI" pitchFamily="34" charset="0"/>
              <a:cs typeface="Segoe UI" pitchFamily="34" charset="0"/>
            </a:endParaRPr>
          </a:p>
          <a:p>
            <a:pPr marL="742950" lvl="1" indent="-285750" algn="just">
              <a:spcAft>
                <a:spcPts val="600"/>
              </a:spcAft>
              <a:buFontTx/>
              <a:buChar char="-"/>
            </a:pP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Terdapat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lebih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salur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untuk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19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daerah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sebesar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Rp2,51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Milyar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(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Salur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TW 1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melebihi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</a:t>
            </a:r>
            <a:r>
              <a:rPr lang="en-ID" sz="1600" dirty="0" err="1" smtClean="0">
                <a:latin typeface="Segoe UI" pitchFamily="34" charset="0"/>
                <a:cs typeface="Segoe UI" pitchFamily="34" charset="0"/>
              </a:rPr>
              <a:t>Pagu</a:t>
            </a:r>
            <a:r>
              <a:rPr lang="en-ID" sz="1600" dirty="0" smtClean="0">
                <a:latin typeface="Segoe UI" pitchFamily="34" charset="0"/>
                <a:cs typeface="Segoe UI" pitchFamily="34" charset="0"/>
              </a:rPr>
              <a:t> APBNP).</a:t>
            </a:r>
            <a:endParaRPr lang="en-ID" sz="1600" dirty="0">
              <a:latin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Terima Kasih"/>
          <p:cNvSpPr txBox="1">
            <a:spLocks noGrp="1"/>
          </p:cNvSpPr>
          <p:nvPr>
            <p:ph type="title" idx="4294967295"/>
          </p:nvPr>
        </p:nvSpPr>
        <p:spPr>
          <a:xfrm>
            <a:off x="1001713" y="1936750"/>
            <a:ext cx="8062912" cy="715963"/>
          </a:xfrm>
        </p:spPr>
        <p:txBody>
          <a:bodyPr/>
          <a:lstStyle/>
          <a:p>
            <a:pPr>
              <a:defRPr/>
            </a:pPr>
            <a:r>
              <a:rPr sz="8000">
                <a:solidFill>
                  <a:schemeClr val="accent1">
                    <a:lumOff val="-13575"/>
                  </a:schemeClr>
                </a:solidFill>
                <a:latin typeface="Segoe UI Black" pitchFamily="34" charset="0"/>
                <a:ea typeface="Segoe UI Black" pitchFamily="34" charset="0"/>
                <a:cs typeface="Segoe UI" pitchFamily="34" charset="0"/>
              </a:rPr>
              <a:t>Terima </a:t>
            </a:r>
            <a:r>
              <a:rPr sz="8000">
                <a:solidFill>
                  <a:schemeClr val="accent4">
                    <a:hueOff val="-476017"/>
                    <a:lumOff val="-10042"/>
                  </a:schemeClr>
                </a:solidFill>
                <a:latin typeface="Segoe UI Black" pitchFamily="34" charset="0"/>
                <a:ea typeface="Segoe UI Black" pitchFamily="34" charset="0"/>
                <a:cs typeface="Segoe UI" pitchFamily="34" charset="0"/>
              </a:rPr>
              <a:t>Kasih</a:t>
            </a:r>
          </a:p>
        </p:txBody>
      </p:sp>
      <p:pic>
        <p:nvPicPr>
          <p:cNvPr id="32771" name="Picture 32" descr="Picture 3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0150" y="4078288"/>
            <a:ext cx="530225" cy="385762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32772" name="Picture 33" descr="Picture 3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0150" y="4598988"/>
            <a:ext cx="534988" cy="38735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32773" name="Picture 6" descr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01738" y="5135563"/>
            <a:ext cx="530225" cy="38735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pic>
        <p:nvPicPr>
          <p:cNvPr id="32774" name="Picture 8" descr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03325" y="5697538"/>
            <a:ext cx="530225" cy="293687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</p:pic>
      <p:sp>
        <p:nvSpPr>
          <p:cNvPr id="32775" name="TextBox 36"/>
          <p:cNvSpPr txBox="1">
            <a:spLocks noChangeArrowheads="1"/>
          </p:cNvSpPr>
          <p:nvPr/>
        </p:nvSpPr>
        <p:spPr bwMode="auto">
          <a:xfrm>
            <a:off x="1882775" y="3990975"/>
            <a:ext cx="8191500" cy="53975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lIns="22860" tIns="22860" rIns="22860" bIns="22860">
            <a:spAutoFit/>
          </a:bodyPr>
          <a:lstStyle/>
          <a:p>
            <a:pPr defTabSz="457200"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badi MT Condensed Extra Bold"/>
                <a:cs typeface="Segoe UI" pitchFamily="34" charset="0"/>
                <a:sym typeface="Abadi MT Condensed Extra Bold"/>
              </a:rPr>
              <a:t>facebook.com/KementerianKeuanganRI</a:t>
            </a:r>
          </a:p>
          <a:p>
            <a:pPr defTabSz="457200"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badi MT Condensed Extra Bold"/>
                <a:cs typeface="Segoe UI" pitchFamily="34" charset="0"/>
                <a:sym typeface="Abadi MT Condensed Extra Bold"/>
              </a:rPr>
              <a:t>facebook.com/DirektoratJenderalPerimbanganKeuangan</a:t>
            </a:r>
          </a:p>
        </p:txBody>
      </p:sp>
      <p:sp>
        <p:nvSpPr>
          <p:cNvPr id="32776" name="TextBox 37"/>
          <p:cNvSpPr txBox="1">
            <a:spLocks noChangeArrowheads="1"/>
          </p:cNvSpPr>
          <p:nvPr/>
        </p:nvSpPr>
        <p:spPr bwMode="auto">
          <a:xfrm>
            <a:off x="1912938" y="4583113"/>
            <a:ext cx="3749675" cy="538162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lIns="22860" tIns="22860" rIns="22860" bIns="22860">
            <a:spAutoFit/>
          </a:bodyPr>
          <a:lstStyle/>
          <a:p>
            <a:pPr defTabSz="457200"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badi MT Condensed Extra Bold"/>
                <a:cs typeface="Segoe UI" pitchFamily="34" charset="0"/>
                <a:sym typeface="Abadi MT Condensed Extra Bold"/>
              </a:rPr>
              <a:t>@KemenkeuRI</a:t>
            </a:r>
          </a:p>
          <a:p>
            <a:pPr defTabSz="457200"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badi MT Condensed Extra Bold"/>
                <a:cs typeface="Segoe UI" pitchFamily="34" charset="0"/>
                <a:sym typeface="Abadi MT Condensed Extra Bold"/>
              </a:rPr>
              <a:t>@DitjenPK</a:t>
            </a:r>
          </a:p>
        </p:txBody>
      </p:sp>
      <p:sp>
        <p:nvSpPr>
          <p:cNvPr id="32777" name="TextBox 38"/>
          <p:cNvSpPr txBox="1">
            <a:spLocks noChangeArrowheads="1"/>
          </p:cNvSpPr>
          <p:nvPr/>
        </p:nvSpPr>
        <p:spPr bwMode="auto">
          <a:xfrm>
            <a:off x="1912938" y="5143500"/>
            <a:ext cx="3749675" cy="538163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lIns="22860" tIns="22860" rIns="22860" bIns="22860">
            <a:spAutoFit/>
          </a:bodyPr>
          <a:lstStyle/>
          <a:p>
            <a:pPr defTabSz="457200"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badi MT Condensed Extra Bold"/>
                <a:cs typeface="Segoe UI" pitchFamily="34" charset="0"/>
                <a:sym typeface="Abadi MT Condensed Extra Bold"/>
              </a:rPr>
              <a:t>@KemenkeuRI</a:t>
            </a:r>
          </a:p>
          <a:p>
            <a:pPr defTabSz="457200"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badi MT Condensed Extra Bold"/>
                <a:cs typeface="Segoe UI" pitchFamily="34" charset="0"/>
                <a:sym typeface="Abadi MT Condensed Extra Bold"/>
              </a:rPr>
              <a:t>@DitjenPK</a:t>
            </a:r>
          </a:p>
        </p:txBody>
      </p:sp>
      <p:sp>
        <p:nvSpPr>
          <p:cNvPr id="32778" name="TextBox 39"/>
          <p:cNvSpPr txBox="1">
            <a:spLocks noChangeArrowheads="1"/>
          </p:cNvSpPr>
          <p:nvPr/>
        </p:nvSpPr>
        <p:spPr bwMode="auto">
          <a:xfrm>
            <a:off x="1928813" y="5672138"/>
            <a:ext cx="8164512" cy="538162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lIns="22860" tIns="22860" rIns="22860" bIns="22860">
            <a:spAutoFit/>
          </a:bodyPr>
          <a:lstStyle/>
          <a:p>
            <a:pPr defTabSz="457200"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badi MT Condensed Extra Bold"/>
                <a:cs typeface="Segoe UI" pitchFamily="34" charset="0"/>
                <a:sym typeface="Abadi MT Condensed Extra Bold"/>
              </a:rPr>
              <a:t>www.youtube.com/KemenkeuRI</a:t>
            </a:r>
          </a:p>
          <a:p>
            <a:pPr defTabSz="457200"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badi MT Condensed Extra Bold"/>
                <a:cs typeface="Segoe UI" pitchFamily="34" charset="0"/>
                <a:sym typeface="Abadi MT Condensed Extra Bold"/>
              </a:rPr>
              <a:t>Ditjen PK Kemenkeu RI</a:t>
            </a:r>
          </a:p>
        </p:txBody>
      </p:sp>
      <p:sp>
        <p:nvSpPr>
          <p:cNvPr id="32779" name="TextBox 44"/>
          <p:cNvSpPr txBox="1">
            <a:spLocks noChangeArrowheads="1"/>
          </p:cNvSpPr>
          <p:nvPr/>
        </p:nvSpPr>
        <p:spPr bwMode="auto">
          <a:xfrm>
            <a:off x="1941513" y="6235700"/>
            <a:ext cx="4467225" cy="29210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lIns="22860" tIns="22860" rIns="22860" bIns="2286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id-ID" sz="2000" b="1">
                <a:solidFill>
                  <a:srgbClr val="5E5E5E"/>
                </a:solidFill>
                <a:latin typeface="Segoe UI" pitchFamily="34" charset="0"/>
                <a:ea typeface="Arial" pitchFamily="34" charset="0"/>
                <a:cs typeface="Segoe UI" pitchFamily="34" charset="0"/>
                <a:sym typeface="Arial" pitchFamily="34" charset="0"/>
              </a:rPr>
              <a:t>www.djpk.kemenkeu.go.id</a:t>
            </a:r>
          </a:p>
        </p:txBody>
      </p:sp>
      <p:pic>
        <p:nvPicPr>
          <p:cNvPr id="32780" name="Picture 4" descr="http://sweetclipart.com/multisite/sweetclipart/files/shiny_glossy_earth_logo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44613" y="6159500"/>
            <a:ext cx="3587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10951</TotalTime>
  <Words>1393</Words>
  <Application>Microsoft Macintosh PowerPoint</Application>
  <PresentationFormat>Custom</PresentationFormat>
  <Paragraphs>156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 Boardroom</vt:lpstr>
      <vt:lpstr>Slide 1</vt:lpstr>
      <vt:lpstr>Slide 2</vt:lpstr>
      <vt:lpstr>Slide 3</vt:lpstr>
      <vt:lpstr>Slide 4</vt:lpstr>
      <vt:lpstr>Slide 5</vt:lpstr>
      <vt:lpstr>Slide 6</vt:lpstr>
      <vt:lpstr>Slide 7</vt:lpstr>
      <vt:lpstr>Terima Kasih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Riyan PC</dc:creator>
  <cp:lastModifiedBy>Anggoro</cp:lastModifiedBy>
  <cp:revision>627</cp:revision>
  <cp:lastPrinted>2019-02-12T08:14:26Z</cp:lastPrinted>
  <dcterms:created xsi:type="dcterms:W3CDTF">2017-04-28T15:26:35Z</dcterms:created>
  <dcterms:modified xsi:type="dcterms:W3CDTF">2020-05-28T10:28:00Z</dcterms:modified>
</cp:coreProperties>
</file>