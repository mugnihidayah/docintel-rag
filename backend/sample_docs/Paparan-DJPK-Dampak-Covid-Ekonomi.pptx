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15"/>
  </p:notesMasterIdLst>
  <p:handoutMasterIdLst>
    <p:handoutMasterId r:id="rId16"/>
  </p:handoutMasterIdLst>
  <p:sldIdLst>
    <p:sldId id="2547" r:id="rId2"/>
    <p:sldId id="2574" r:id="rId3"/>
    <p:sldId id="2549" r:id="rId4"/>
    <p:sldId id="2550" r:id="rId5"/>
    <p:sldId id="2553" r:id="rId6"/>
    <p:sldId id="2554" r:id="rId7"/>
    <p:sldId id="2555" r:id="rId8"/>
    <p:sldId id="2561" r:id="rId9"/>
    <p:sldId id="2575" r:id="rId10"/>
    <p:sldId id="2577" r:id="rId11"/>
    <p:sldId id="2578" r:id="rId12"/>
    <p:sldId id="2582" r:id="rId13"/>
    <p:sldId id="2583" r:id="rId14"/>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menkeu" initials="k"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2C5D"/>
    <a:srgbClr val="CCECFF"/>
    <a:srgbClr val="0D5EAD"/>
    <a:srgbClr val="4C2D64"/>
    <a:srgbClr val="F9D8E2"/>
    <a:srgbClr val="860D4D"/>
    <a:srgbClr val="000000"/>
    <a:srgbClr val="0E8FBC"/>
    <a:srgbClr val="B31166"/>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9" autoAdjust="0"/>
    <p:restoredTop sz="92804" autoAdjust="0"/>
  </p:normalViewPr>
  <p:slideViewPr>
    <p:cSldViewPr snapToGrid="0">
      <p:cViewPr varScale="1">
        <p:scale>
          <a:sx n="71" d="100"/>
          <a:sy n="71" d="100"/>
        </p:scale>
        <p:origin x="588" y="60"/>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3177" tIns="46589" rIns="93177" bIns="46589" rtlCol="0"/>
          <a:lstStyle>
            <a:lvl1pPr algn="l">
              <a:defRPr sz="1200"/>
            </a:lvl1pPr>
          </a:lstStyle>
          <a:p>
            <a:endParaRPr lang="en-US"/>
          </a:p>
        </p:txBody>
      </p:sp>
      <p:sp>
        <p:nvSpPr>
          <p:cNvPr id="4" name="Footer Placeholder 3"/>
          <p:cNvSpPr>
            <a:spLocks noGrp="1"/>
          </p:cNvSpPr>
          <p:nvPr>
            <p:ph type="ftr" sz="quarter" idx="2"/>
          </p:nvPr>
        </p:nvSpPr>
        <p:spPr>
          <a:xfrm>
            <a:off x="0" y="9430092"/>
            <a:ext cx="2945659" cy="498134"/>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2"/>
            <a:ext cx="2945659" cy="498134"/>
          </a:xfrm>
          <a:prstGeom prst="rect">
            <a:avLst/>
          </a:prstGeom>
        </p:spPr>
        <p:txBody>
          <a:bodyPr vert="horz" lIns="93177" tIns="46589" rIns="93177" bIns="46589" rtlCol="0" anchor="b"/>
          <a:lstStyle>
            <a:lvl1pPr algn="r">
              <a:defRPr sz="1200"/>
            </a:lvl1pPr>
          </a:lstStyle>
          <a:p>
            <a:fld id="{1DE77F2B-CDFA-46C4-A89A-C84FC534B6F1}" type="slidenum">
              <a:rPr lang="en-US" smtClean="0"/>
              <a:pPr/>
              <a:t>‹#›</a:t>
            </a:fld>
            <a:endParaRPr lang="en-US"/>
          </a:p>
        </p:txBody>
      </p:sp>
      <p:sp>
        <p:nvSpPr>
          <p:cNvPr id="6" name="Date Placeholder 5"/>
          <p:cNvSpPr>
            <a:spLocks noGrp="1"/>
          </p:cNvSpPr>
          <p:nvPr>
            <p:ph type="dt" sz="quarter" idx="1"/>
          </p:nvPr>
        </p:nvSpPr>
        <p:spPr>
          <a:xfrm>
            <a:off x="3850443" y="0"/>
            <a:ext cx="2945659" cy="498135"/>
          </a:xfrm>
          <a:prstGeom prst="rect">
            <a:avLst/>
          </a:prstGeom>
        </p:spPr>
        <p:txBody>
          <a:bodyPr vert="horz" lIns="93177" tIns="46589" rIns="93177" bIns="46589" rtlCol="0"/>
          <a:lstStyle>
            <a:lvl1pPr algn="r">
              <a:defRPr sz="1200"/>
            </a:lvl1pPr>
          </a:lstStyle>
          <a:p>
            <a:fld id="{85DBDFB8-30CA-4BB5-86AE-DBE7BF5EED02}" type="datetimeFigureOut">
              <a:rPr lang="en-US" smtClean="0"/>
              <a:pPr/>
              <a:t>5/28/2020</a:t>
            </a:fld>
            <a:endParaRPr lang="en-US"/>
          </a:p>
        </p:txBody>
      </p:sp>
    </p:spTree>
    <p:extLst>
      <p:ext uri="{BB962C8B-B14F-4D97-AF65-F5344CB8AC3E}">
        <p14:creationId xmlns:p14="http://schemas.microsoft.com/office/powerpoint/2010/main" val="35281831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3177" tIns="46589" rIns="93177" bIns="46589" rtlCol="0"/>
          <a:lstStyle>
            <a:lvl1pPr algn="r">
              <a:defRPr sz="1200"/>
            </a:lvl1pPr>
          </a:lstStyle>
          <a:p>
            <a:fld id="{8C7A378F-0377-4B46-9EEA-A1007D8D386B}" type="datetimeFigureOut">
              <a:rPr lang="en-US" smtClean="0"/>
              <a:pPr/>
              <a:t>5/28/2020</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2"/>
            <a:ext cx="2945659" cy="49813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2"/>
            <a:ext cx="2945659" cy="498134"/>
          </a:xfrm>
          <a:prstGeom prst="rect">
            <a:avLst/>
          </a:prstGeom>
        </p:spPr>
        <p:txBody>
          <a:bodyPr vert="horz" lIns="93177" tIns="46589" rIns="93177" bIns="46589" rtlCol="0" anchor="b"/>
          <a:lstStyle>
            <a:lvl1pPr algn="r">
              <a:defRPr sz="1200"/>
            </a:lvl1pPr>
          </a:lstStyle>
          <a:p>
            <a:fld id="{E79F904F-1852-4709-92C8-CC2E8E4BD9C6}" type="slidenum">
              <a:rPr lang="en-US" smtClean="0"/>
              <a:pPr/>
              <a:t>‹#›</a:t>
            </a:fld>
            <a:endParaRPr lang="en-US"/>
          </a:p>
        </p:txBody>
      </p:sp>
    </p:spTree>
    <p:extLst>
      <p:ext uri="{BB962C8B-B14F-4D97-AF65-F5344CB8AC3E}">
        <p14:creationId xmlns:p14="http://schemas.microsoft.com/office/powerpoint/2010/main" val="3965295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69636" name="Slide Number Placeholder 3"/>
          <p:cNvSpPr>
            <a:spLocks noGrp="1"/>
          </p:cNvSpPr>
          <p:nvPr>
            <p:ph type="sldNum" sz="quarter" idx="5"/>
          </p:nvPr>
        </p:nvSpPr>
        <p:spPr bwMode="auto">
          <a:noFill/>
          <a:ln>
            <a:miter lim="800000"/>
            <a:headEnd/>
            <a:tailEnd/>
          </a:ln>
        </p:spPr>
        <p:txBody>
          <a:bodyPr/>
          <a:lstStyle/>
          <a:p>
            <a:fld id="{10D7EF4B-EC9B-48DC-8484-1948EFA0A49B}" type="slidenum">
              <a:rPr lang="en-US" altLang="en-US" smtClean="0">
                <a:solidFill>
                  <a:srgbClr val="000000"/>
                </a:solidFill>
              </a:rPr>
              <a:pPr/>
              <a:t>3</a:t>
            </a:fld>
            <a:endParaRPr lang="en-US" altLang="en-US" smtClean="0">
              <a:solidFill>
                <a:srgbClr val="000000"/>
              </a:solidFill>
            </a:endParaRPr>
          </a:p>
        </p:txBody>
      </p:sp>
    </p:spTree>
    <p:extLst>
      <p:ext uri="{BB962C8B-B14F-4D97-AF65-F5344CB8AC3E}">
        <p14:creationId xmlns:p14="http://schemas.microsoft.com/office/powerpoint/2010/main" val="3829430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70660" name="Slide Number Placeholder 3"/>
          <p:cNvSpPr>
            <a:spLocks noGrp="1"/>
          </p:cNvSpPr>
          <p:nvPr>
            <p:ph type="sldNum" sz="quarter" idx="5"/>
          </p:nvPr>
        </p:nvSpPr>
        <p:spPr bwMode="auto">
          <a:noFill/>
          <a:ln>
            <a:miter lim="800000"/>
            <a:headEnd/>
            <a:tailEnd/>
          </a:ln>
        </p:spPr>
        <p:txBody>
          <a:bodyPr/>
          <a:lstStyle/>
          <a:p>
            <a:fld id="{0B9765E3-2B64-4B7A-9DB6-86082355DA90}" type="slidenum">
              <a:rPr lang="en-US" altLang="en-US" smtClean="0">
                <a:solidFill>
                  <a:srgbClr val="000000"/>
                </a:solidFill>
              </a:rPr>
              <a:pPr/>
              <a:t>4</a:t>
            </a:fld>
            <a:endParaRPr lang="en-US" altLang="en-US" smtClean="0">
              <a:solidFill>
                <a:srgbClr val="000000"/>
              </a:solidFill>
            </a:endParaRPr>
          </a:p>
        </p:txBody>
      </p:sp>
    </p:spTree>
    <p:extLst>
      <p:ext uri="{BB962C8B-B14F-4D97-AF65-F5344CB8AC3E}">
        <p14:creationId xmlns:p14="http://schemas.microsoft.com/office/powerpoint/2010/main" val="1421685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p:spPr>
      </p:sp>
      <p:sp>
        <p:nvSpPr>
          <p:cNvPr id="727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72708" name="Slide Number Placeholder 3"/>
          <p:cNvSpPr>
            <a:spLocks noGrp="1"/>
          </p:cNvSpPr>
          <p:nvPr>
            <p:ph type="sldNum" sz="quarter" idx="5"/>
          </p:nvPr>
        </p:nvSpPr>
        <p:spPr bwMode="auto">
          <a:noFill/>
          <a:ln>
            <a:miter lim="800000"/>
            <a:headEnd/>
            <a:tailEnd/>
          </a:ln>
        </p:spPr>
        <p:txBody>
          <a:bodyPr/>
          <a:lstStyle/>
          <a:p>
            <a:fld id="{F19AAC6E-4D97-4DA1-A015-F6857CDFA031}" type="slidenum">
              <a:rPr lang="en-US" altLang="en-US" smtClean="0">
                <a:solidFill>
                  <a:srgbClr val="000000"/>
                </a:solidFill>
              </a:rPr>
              <a:pPr/>
              <a:t>5</a:t>
            </a:fld>
            <a:endParaRPr lang="en-US" altLang="en-US" smtClean="0">
              <a:solidFill>
                <a:srgbClr val="000000"/>
              </a:solidFill>
            </a:endParaRPr>
          </a:p>
        </p:txBody>
      </p:sp>
    </p:spTree>
    <p:extLst>
      <p:ext uri="{BB962C8B-B14F-4D97-AF65-F5344CB8AC3E}">
        <p14:creationId xmlns:p14="http://schemas.microsoft.com/office/powerpoint/2010/main" val="509789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p:spPr>
      </p:sp>
      <p:sp>
        <p:nvSpPr>
          <p:cNvPr id="737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73732" name="Slide Number Placeholder 3"/>
          <p:cNvSpPr>
            <a:spLocks noGrp="1"/>
          </p:cNvSpPr>
          <p:nvPr>
            <p:ph type="sldNum" sz="quarter" idx="5"/>
          </p:nvPr>
        </p:nvSpPr>
        <p:spPr bwMode="auto">
          <a:noFill/>
          <a:ln>
            <a:miter lim="800000"/>
            <a:headEnd/>
            <a:tailEnd/>
          </a:ln>
        </p:spPr>
        <p:txBody>
          <a:bodyPr/>
          <a:lstStyle/>
          <a:p>
            <a:fld id="{7865B14C-374E-40B4-A66E-CB1EB69B618F}" type="slidenum">
              <a:rPr lang="en-US" altLang="en-US" smtClean="0">
                <a:solidFill>
                  <a:srgbClr val="000000"/>
                </a:solidFill>
              </a:rPr>
              <a:pPr/>
              <a:t>6</a:t>
            </a:fld>
            <a:endParaRPr lang="en-US" altLang="en-US" smtClean="0">
              <a:solidFill>
                <a:srgbClr val="000000"/>
              </a:solidFill>
            </a:endParaRPr>
          </a:p>
        </p:txBody>
      </p:sp>
    </p:spTree>
    <p:extLst>
      <p:ext uri="{BB962C8B-B14F-4D97-AF65-F5344CB8AC3E}">
        <p14:creationId xmlns:p14="http://schemas.microsoft.com/office/powerpoint/2010/main" val="563616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74756" name="Slide Number Placeholder 3"/>
          <p:cNvSpPr>
            <a:spLocks noGrp="1"/>
          </p:cNvSpPr>
          <p:nvPr>
            <p:ph type="sldNum" sz="quarter" idx="5"/>
          </p:nvPr>
        </p:nvSpPr>
        <p:spPr bwMode="auto">
          <a:noFill/>
          <a:ln>
            <a:miter lim="800000"/>
            <a:headEnd/>
            <a:tailEnd/>
          </a:ln>
        </p:spPr>
        <p:txBody>
          <a:bodyPr/>
          <a:lstStyle/>
          <a:p>
            <a:fld id="{882A9B40-B53C-4957-BC5A-14D97A8847E7}" type="slidenum">
              <a:rPr lang="en-US" altLang="en-US" smtClean="0">
                <a:solidFill>
                  <a:srgbClr val="000000"/>
                </a:solidFill>
              </a:rPr>
              <a:pPr/>
              <a:t>7</a:t>
            </a:fld>
            <a:endParaRPr lang="en-US" altLang="en-US" smtClean="0">
              <a:solidFill>
                <a:srgbClr val="000000"/>
              </a:solidFill>
            </a:endParaRPr>
          </a:p>
        </p:txBody>
      </p:sp>
    </p:spTree>
    <p:extLst>
      <p:ext uri="{BB962C8B-B14F-4D97-AF65-F5344CB8AC3E}">
        <p14:creationId xmlns:p14="http://schemas.microsoft.com/office/powerpoint/2010/main" val="2720307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5A36C1F-56A3-4FD4-A50F-31B34D37075D}" type="datetime1">
              <a:rPr lang="en-US" smtClean="0"/>
              <a:pPr/>
              <a:t>5/28/2020</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1535984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DE30AE-7F8C-4B84-A539-818C2C11E927}" type="datetime1">
              <a:rPr lang="en-US" smtClean="0"/>
              <a:pPr/>
              <a:t>5/28/2020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3696707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A71D9D-2724-4E69-928B-D5E54214AA09}" type="datetime1">
              <a:rPr lang="en-US" smtClean="0"/>
              <a:pPr/>
              <a:t>5/28/2020</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2393024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EA9123-431B-4A89-B8AF-993E347C91E0}" type="datetime1">
              <a:rPr lang="en-US" smtClean="0"/>
              <a:pPr/>
              <a:t>5/28/2020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4095971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391E64-1394-4F80-8349-E2E2DBF8D26C}" type="datetime1">
              <a:rPr lang="en-US" smtClean="0"/>
              <a:pPr/>
              <a:t>5/28/2020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3598377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15F748-9CE9-4B17-8438-1312FC73CC0C}" type="datetime1">
              <a:rPr lang="en-US" smtClean="0"/>
              <a:pPr/>
              <a:t>5/28/2020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3792371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8BD042-7182-4866-BA5D-31071749648A}" type="datetime1">
              <a:rPr lang="en-US" smtClean="0"/>
              <a:pPr/>
              <a:t>5/28/2020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11483835" y="6007994"/>
            <a:ext cx="838199" cy="767687"/>
          </a:xfrm>
        </p:spPr>
        <p:txBody>
          <a:bodyPr/>
          <a:lstStyle>
            <a:lvl1pPr>
              <a:defRPr b="1">
                <a:solidFill>
                  <a:schemeClr val="tx1"/>
                </a:solidFill>
              </a:defRPr>
            </a:lvl1pPr>
          </a:lstStyle>
          <a:p>
            <a:fld id="{11A70D8A-E604-428A-904A-3CA59F0BAB36}" type="slidenum">
              <a:rPr lang="en-US" smtClean="0"/>
              <a:pPr/>
              <a:t>‹#›</a:t>
            </a:fld>
            <a:endParaRPr lang="en-US" dirty="0"/>
          </a:p>
        </p:txBody>
      </p:sp>
    </p:spTree>
    <p:extLst>
      <p:ext uri="{BB962C8B-B14F-4D97-AF65-F5344CB8AC3E}">
        <p14:creationId xmlns:p14="http://schemas.microsoft.com/office/powerpoint/2010/main" val="228316957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9BC55-2881-42F0-82A6-F78171593CFD}" type="datetime1">
              <a:rPr lang="en-US" smtClean="0"/>
              <a:pPr/>
              <a:t>5/28/2020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2297367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D7EADA-E3C5-4553-92DC-5C2DB84253F9}" type="datetime1">
              <a:rPr lang="en-US" smtClean="0"/>
              <a:pPr/>
              <a:t>5/28/2020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3917479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174383-FB87-4C66-BA3D-BD5CFA7F96AE}" type="datetime1">
              <a:rPr lang="en-US" smtClean="0"/>
              <a:pPr/>
              <a:t>5/28/2020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141252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C9D15D5-E8C7-494B-B53B-2925220496EB}" type="datetime1">
              <a:rPr lang="en-US" smtClean="0"/>
              <a:pPr/>
              <a:t>5/28/2020</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2991894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137718D-B1D3-4FF7-8929-521F791370CD}" type="datetime1">
              <a:rPr lang="en-US" smtClean="0"/>
              <a:pPr/>
              <a:t>5/28/2020</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476871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5AB9E9-593B-4BDB-B04B-F3633B18A3F9}" type="datetime1">
              <a:rPr lang="en-US" smtClean="0"/>
              <a:pPr/>
              <a:t>5/28/2020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3285074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2609758-38DB-48D9-8C53-9846A7B1BE7A}" type="datetime1">
              <a:rPr lang="en-US" smtClean="0"/>
              <a:pPr/>
              <a:t>5/28/2020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4282104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A1BB9D3-BBF8-411D-9C7B-113F2821AE83}" type="datetime1">
              <a:rPr lang="en-US" smtClean="0"/>
              <a:pPr/>
              <a:t>5/28/2020</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35727735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35263EC-C829-4CBF-9245-B072B56241E1}" type="datetime1">
              <a:rPr lang="en-US" smtClean="0"/>
              <a:pPr/>
              <a:t>5/28/2020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16705314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D473605-E17D-4376-8F85-B6D746039AAC}" type="datetime1">
              <a:rPr lang="en-US" smtClean="0"/>
              <a:pPr/>
              <a:t>5/28/2020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1A70D8A-E604-428A-904A-3CA59F0BAB36}" type="slidenum">
              <a:rPr lang="en-US" smtClean="0"/>
              <a:pPr/>
              <a:t>‹#›</a:t>
            </a:fld>
            <a:endParaRPr lang="en-US"/>
          </a:p>
        </p:txBody>
      </p:sp>
    </p:spTree>
    <p:extLst>
      <p:ext uri="{BB962C8B-B14F-4D97-AF65-F5344CB8AC3E}">
        <p14:creationId xmlns:p14="http://schemas.microsoft.com/office/powerpoint/2010/main" val="21698887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cxnSp>
        <p:nvCxnSpPr>
          <p:cNvPr id="3" name="Straight Connector 2"/>
          <p:cNvCxnSpPr/>
          <p:nvPr userDrawn="1"/>
        </p:nvCxnSpPr>
        <p:spPr>
          <a:xfrm>
            <a:off x="225285" y="6320116"/>
            <a:ext cx="2820650" cy="0"/>
          </a:xfrm>
          <a:prstGeom prst="line">
            <a:avLst/>
          </a:prstGeom>
          <a:ln w="571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userDrawn="1"/>
        </p:nvSpPr>
        <p:spPr>
          <a:xfrm>
            <a:off x="298385" y="6409156"/>
            <a:ext cx="2674450" cy="369332"/>
          </a:xfrm>
          <a:prstGeom prst="rect">
            <a:avLst/>
          </a:prstGeom>
          <a:noFill/>
        </p:spPr>
        <p:txBody>
          <a:bodyPr wrap="none" rtlCol="0">
            <a:spAutoFit/>
          </a:bodyPr>
          <a:lstStyle/>
          <a:p>
            <a:r>
              <a:rPr lang="en-US" dirty="0">
                <a:solidFill>
                  <a:srgbClr val="0070C0"/>
                </a:solidFill>
              </a:rPr>
              <a:t>www.djpk.kemenkeu.go.id</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9159" y="207975"/>
            <a:ext cx="701537" cy="654242"/>
          </a:xfrm>
          <a:prstGeom prst="rect">
            <a:avLst/>
          </a:prstGeom>
        </p:spPr>
      </p:pic>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07975"/>
            <a:ext cx="2117035" cy="846814"/>
          </a:xfrm>
          <a:prstGeom prst="rect">
            <a:avLst/>
          </a:prstGeom>
        </p:spPr>
      </p:pic>
    </p:spTree>
    <p:extLst>
      <p:ext uri="{BB962C8B-B14F-4D97-AF65-F5344CB8AC3E}">
        <p14:creationId xmlns:p14="http://schemas.microsoft.com/office/powerpoint/2010/main" val="2018981613"/>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cxnSp>
        <p:nvCxnSpPr>
          <p:cNvPr id="3" name="Straight Connector 2"/>
          <p:cNvCxnSpPr/>
          <p:nvPr userDrawn="1"/>
        </p:nvCxnSpPr>
        <p:spPr>
          <a:xfrm>
            <a:off x="225285" y="6320116"/>
            <a:ext cx="2820650" cy="0"/>
          </a:xfrm>
          <a:prstGeom prst="line">
            <a:avLst/>
          </a:prstGeom>
          <a:ln w="571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userDrawn="1"/>
        </p:nvSpPr>
        <p:spPr>
          <a:xfrm>
            <a:off x="298385" y="6409156"/>
            <a:ext cx="2674450" cy="369332"/>
          </a:xfrm>
          <a:prstGeom prst="rect">
            <a:avLst/>
          </a:prstGeom>
          <a:noFill/>
        </p:spPr>
        <p:txBody>
          <a:bodyPr wrap="none" rtlCol="0">
            <a:spAutoFit/>
          </a:bodyPr>
          <a:lstStyle/>
          <a:p>
            <a:r>
              <a:rPr lang="en-US" dirty="0">
                <a:solidFill>
                  <a:srgbClr val="0070C0"/>
                </a:solidFill>
              </a:rPr>
              <a:t>www.djpk.kemenkeu.go.id</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9159" y="207975"/>
            <a:ext cx="701537" cy="654242"/>
          </a:xfrm>
          <a:prstGeom prst="rect">
            <a:avLst/>
          </a:prstGeom>
        </p:spPr>
      </p:pic>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07975"/>
            <a:ext cx="2117035" cy="846814"/>
          </a:xfrm>
          <a:prstGeom prst="rect">
            <a:avLst/>
          </a:prstGeom>
        </p:spPr>
      </p:pic>
    </p:spTree>
    <p:extLst>
      <p:ext uri="{BB962C8B-B14F-4D97-AF65-F5344CB8AC3E}">
        <p14:creationId xmlns:p14="http://schemas.microsoft.com/office/powerpoint/2010/main" val="2359534882"/>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4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6115050" cy="6858000"/>
          </a:xfrm>
        </p:spPr>
        <p:txBody>
          <a:bodyPr/>
          <a:lstStyle/>
          <a:p>
            <a:endParaRPr lang="en-US"/>
          </a:p>
        </p:txBody>
      </p:sp>
    </p:spTree>
    <p:extLst>
      <p:ext uri="{BB962C8B-B14F-4D97-AF65-F5344CB8AC3E}">
        <p14:creationId xmlns:p14="http://schemas.microsoft.com/office/powerpoint/2010/main" val="4172358393"/>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8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033037" y="2215944"/>
            <a:ext cx="6297309" cy="2456892"/>
          </a:xfrm>
          <a:custGeom>
            <a:avLst/>
            <a:gdLst>
              <a:gd name="connsiteX0" fmla="*/ 2697791 w 6297309"/>
              <a:gd name="connsiteY0" fmla="*/ 600870 h 2456892"/>
              <a:gd name="connsiteX1" fmla="*/ 2460225 w 6297309"/>
              <a:gd name="connsiteY1" fmla="*/ 1382744 h 2456892"/>
              <a:gd name="connsiteX2" fmla="*/ 2937862 w 6297309"/>
              <a:gd name="connsiteY2" fmla="*/ 1382744 h 2456892"/>
              <a:gd name="connsiteX3" fmla="*/ 5082216 w 6297309"/>
              <a:gd name="connsiteY3" fmla="*/ 508885 h 2456892"/>
              <a:gd name="connsiteX4" fmla="*/ 4757301 w 6297309"/>
              <a:gd name="connsiteY4" fmla="*/ 652797 h 2456892"/>
              <a:gd name="connsiteX5" fmla="*/ 4632676 w 6297309"/>
              <a:gd name="connsiteY5" fmla="*/ 1102337 h 2456892"/>
              <a:gd name="connsiteX6" fmla="*/ 4754334 w 6297309"/>
              <a:gd name="connsiteY6" fmla="*/ 1602321 h 2456892"/>
              <a:gd name="connsiteX7" fmla="*/ 5088150 w 6297309"/>
              <a:gd name="connsiteY7" fmla="*/ 1746233 h 2456892"/>
              <a:gd name="connsiteX8" fmla="*/ 5217226 w 6297309"/>
              <a:gd name="connsiteY8" fmla="*/ 1732881 h 2456892"/>
              <a:gd name="connsiteX9" fmla="*/ 4950173 w 6297309"/>
              <a:gd name="connsiteY9" fmla="*/ 1578583 h 2456892"/>
              <a:gd name="connsiteX10" fmla="*/ 5055511 w 6297309"/>
              <a:gd name="connsiteY10" fmla="*/ 1336751 h 2456892"/>
              <a:gd name="connsiteX11" fmla="*/ 5194230 w 6297309"/>
              <a:gd name="connsiteY11" fmla="*/ 1376809 h 2456892"/>
              <a:gd name="connsiteX12" fmla="*/ 5387843 w 6297309"/>
              <a:gd name="connsiteY12" fmla="*/ 1501434 h 2456892"/>
              <a:gd name="connsiteX13" fmla="*/ 5462025 w 6297309"/>
              <a:gd name="connsiteY13" fmla="*/ 1550394 h 2456892"/>
              <a:gd name="connsiteX14" fmla="*/ 5542141 w 6297309"/>
              <a:gd name="connsiteY14" fmla="*/ 1120141 h 2456892"/>
              <a:gd name="connsiteX15" fmla="*/ 5419741 w 6297309"/>
              <a:gd name="connsiteY15" fmla="*/ 649830 h 2456892"/>
              <a:gd name="connsiteX16" fmla="*/ 5082216 w 6297309"/>
              <a:gd name="connsiteY16" fmla="*/ 508885 h 2456892"/>
              <a:gd name="connsiteX17" fmla="*/ 2339495 w 6297309"/>
              <a:gd name="connsiteY17" fmla="*/ 37091 h 2456892"/>
              <a:gd name="connsiteX18" fmla="*/ 3072594 w 6297309"/>
              <a:gd name="connsiteY18" fmla="*/ 37091 h 2456892"/>
              <a:gd name="connsiteX19" fmla="*/ 3889889 w 6297309"/>
              <a:gd name="connsiteY19" fmla="*/ 2212093 h 2456892"/>
              <a:gd name="connsiteX20" fmla="*/ 3186092 w 6297309"/>
              <a:gd name="connsiteY20" fmla="*/ 2212093 h 2456892"/>
              <a:gd name="connsiteX21" fmla="*/ 3077276 w 6297309"/>
              <a:gd name="connsiteY21" fmla="*/ 1853054 h 2456892"/>
              <a:gd name="connsiteX22" fmla="*/ 2314250 w 6297309"/>
              <a:gd name="connsiteY22" fmla="*/ 1853054 h 2456892"/>
              <a:gd name="connsiteX23" fmla="*/ 2208240 w 6297309"/>
              <a:gd name="connsiteY23" fmla="*/ 2212093 h 2456892"/>
              <a:gd name="connsiteX24" fmla="*/ 1522014 w 6297309"/>
              <a:gd name="connsiteY24" fmla="*/ 2212093 h 2456892"/>
              <a:gd name="connsiteX25" fmla="*/ 0 w 6297309"/>
              <a:gd name="connsiteY25" fmla="*/ 37091 h 2456892"/>
              <a:gd name="connsiteX26" fmla="*/ 1661666 w 6297309"/>
              <a:gd name="connsiteY26" fmla="*/ 37091 h 2456892"/>
              <a:gd name="connsiteX27" fmla="*/ 1661666 w 6297309"/>
              <a:gd name="connsiteY27" fmla="*/ 504434 h 2456892"/>
              <a:gd name="connsiteX28" fmla="*/ 675052 w 6297309"/>
              <a:gd name="connsiteY28" fmla="*/ 504434 h 2456892"/>
              <a:gd name="connsiteX29" fmla="*/ 675052 w 6297309"/>
              <a:gd name="connsiteY29" fmla="*/ 884244 h 2456892"/>
              <a:gd name="connsiteX30" fmla="*/ 1517754 w 6297309"/>
              <a:gd name="connsiteY30" fmla="*/ 884244 h 2456892"/>
              <a:gd name="connsiteX31" fmla="*/ 1517754 w 6297309"/>
              <a:gd name="connsiteY31" fmla="*/ 1323399 h 2456892"/>
              <a:gd name="connsiteX32" fmla="*/ 675052 w 6297309"/>
              <a:gd name="connsiteY32" fmla="*/ 1323399 h 2456892"/>
              <a:gd name="connsiteX33" fmla="*/ 675052 w 6297309"/>
              <a:gd name="connsiteY33" fmla="*/ 2212093 h 2456892"/>
              <a:gd name="connsiteX34" fmla="*/ 0 w 6297309"/>
              <a:gd name="connsiteY34" fmla="*/ 2212093 h 2456892"/>
              <a:gd name="connsiteX35" fmla="*/ 5083700 w 6297309"/>
              <a:gd name="connsiteY35" fmla="*/ 0 h 2456892"/>
              <a:gd name="connsiteX36" fmla="*/ 5919725 w 6297309"/>
              <a:gd name="connsiteY36" fmla="*/ 290792 h 2456892"/>
              <a:gd name="connsiteX37" fmla="*/ 6214226 w 6297309"/>
              <a:gd name="connsiteY37" fmla="*/ 1123108 h 2456892"/>
              <a:gd name="connsiteX38" fmla="*/ 5976845 w 6297309"/>
              <a:gd name="connsiteY38" fmla="*/ 1894596 h 2456892"/>
              <a:gd name="connsiteX39" fmla="*/ 6141529 w 6297309"/>
              <a:gd name="connsiteY39" fmla="*/ 2004385 h 2456892"/>
              <a:gd name="connsiteX40" fmla="*/ 6297309 w 6297309"/>
              <a:gd name="connsiteY40" fmla="*/ 2080050 h 2456892"/>
              <a:gd name="connsiteX41" fmla="*/ 6110372 w 6297309"/>
              <a:gd name="connsiteY41" fmla="*/ 2456892 h 2456892"/>
              <a:gd name="connsiteX42" fmla="*/ 5831449 w 6297309"/>
              <a:gd name="connsiteY42" fmla="*/ 2294434 h 2456892"/>
              <a:gd name="connsiteX43" fmla="*/ 5638577 w 6297309"/>
              <a:gd name="connsiteY43" fmla="*/ 2152748 h 2456892"/>
              <a:gd name="connsiteX44" fmla="*/ 5080732 w 6297309"/>
              <a:gd name="connsiteY44" fmla="*/ 2249184 h 2456892"/>
              <a:gd name="connsiteX45" fmla="*/ 4298859 w 6297309"/>
              <a:gd name="connsiteY45" fmla="*/ 1991032 h 2456892"/>
              <a:gd name="connsiteX46" fmla="*/ 3960591 w 6297309"/>
              <a:gd name="connsiteY46" fmla="*/ 1132010 h 2456892"/>
              <a:gd name="connsiteX47" fmla="*/ 4256576 w 6297309"/>
              <a:gd name="connsiteY47" fmla="*/ 297468 h 2456892"/>
              <a:gd name="connsiteX48" fmla="*/ 5083700 w 6297309"/>
              <a:gd name="connsiteY48" fmla="*/ 0 h 245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297309" h="2456892">
                <a:moveTo>
                  <a:pt x="2697791" y="600870"/>
                </a:moveTo>
                <a:lnTo>
                  <a:pt x="2460225" y="1382744"/>
                </a:lnTo>
                <a:lnTo>
                  <a:pt x="2937862" y="1382744"/>
                </a:lnTo>
                <a:close/>
                <a:moveTo>
                  <a:pt x="5082216" y="508885"/>
                </a:moveTo>
                <a:cubicBezTo>
                  <a:pt x="4948689" y="508885"/>
                  <a:pt x="4840384" y="556856"/>
                  <a:pt x="4757301" y="652797"/>
                </a:cubicBezTo>
                <a:cubicBezTo>
                  <a:pt x="4674218" y="748739"/>
                  <a:pt x="4632676" y="898586"/>
                  <a:pt x="4632676" y="1102337"/>
                </a:cubicBezTo>
                <a:cubicBezTo>
                  <a:pt x="4632676" y="1339719"/>
                  <a:pt x="4673228" y="1506380"/>
                  <a:pt x="4754334" y="1602321"/>
                </a:cubicBezTo>
                <a:cubicBezTo>
                  <a:pt x="4835439" y="1698262"/>
                  <a:pt x="4946711" y="1746233"/>
                  <a:pt x="5088150" y="1746233"/>
                </a:cubicBezTo>
                <a:cubicBezTo>
                  <a:pt x="5133648" y="1746233"/>
                  <a:pt x="5176674" y="1741782"/>
                  <a:pt x="5217226" y="1732881"/>
                </a:cubicBezTo>
                <a:cubicBezTo>
                  <a:pt x="5160848" y="1678481"/>
                  <a:pt x="5071830" y="1627048"/>
                  <a:pt x="4950173" y="1578583"/>
                </a:cubicBezTo>
                <a:lnTo>
                  <a:pt x="5055511" y="1336751"/>
                </a:lnTo>
                <a:cubicBezTo>
                  <a:pt x="5114856" y="1347631"/>
                  <a:pt x="5161095" y="1360984"/>
                  <a:pt x="5194230" y="1376809"/>
                </a:cubicBezTo>
                <a:cubicBezTo>
                  <a:pt x="5227364" y="1392635"/>
                  <a:pt x="5291902" y="1434176"/>
                  <a:pt x="5387843" y="1501434"/>
                </a:cubicBezTo>
                <a:cubicBezTo>
                  <a:pt x="5410593" y="1517260"/>
                  <a:pt x="5435319" y="1533579"/>
                  <a:pt x="5462025" y="1550394"/>
                </a:cubicBezTo>
                <a:cubicBezTo>
                  <a:pt x="5515435" y="1454453"/>
                  <a:pt x="5542141" y="1311035"/>
                  <a:pt x="5542141" y="1120141"/>
                </a:cubicBezTo>
                <a:cubicBezTo>
                  <a:pt x="5542141" y="900564"/>
                  <a:pt x="5501341" y="743793"/>
                  <a:pt x="5419741" y="649830"/>
                </a:cubicBezTo>
                <a:cubicBezTo>
                  <a:pt x="5338142" y="555867"/>
                  <a:pt x="5225633" y="508885"/>
                  <a:pt x="5082216" y="508885"/>
                </a:cubicBezTo>
                <a:close/>
                <a:moveTo>
                  <a:pt x="2339495" y="37091"/>
                </a:moveTo>
                <a:lnTo>
                  <a:pt x="3072594" y="37091"/>
                </a:lnTo>
                <a:lnTo>
                  <a:pt x="3889889" y="2212093"/>
                </a:lnTo>
                <a:lnTo>
                  <a:pt x="3186092" y="2212093"/>
                </a:lnTo>
                <a:lnTo>
                  <a:pt x="3077276" y="1853054"/>
                </a:lnTo>
                <a:lnTo>
                  <a:pt x="2314250" y="1853054"/>
                </a:lnTo>
                <a:lnTo>
                  <a:pt x="2208240" y="2212093"/>
                </a:lnTo>
                <a:lnTo>
                  <a:pt x="1522014" y="2212093"/>
                </a:lnTo>
                <a:close/>
                <a:moveTo>
                  <a:pt x="0" y="37091"/>
                </a:moveTo>
                <a:lnTo>
                  <a:pt x="1661666" y="37091"/>
                </a:lnTo>
                <a:lnTo>
                  <a:pt x="1661666" y="504434"/>
                </a:lnTo>
                <a:lnTo>
                  <a:pt x="675052" y="504434"/>
                </a:lnTo>
                <a:lnTo>
                  <a:pt x="675052" y="884244"/>
                </a:lnTo>
                <a:lnTo>
                  <a:pt x="1517754" y="884244"/>
                </a:lnTo>
                <a:lnTo>
                  <a:pt x="1517754" y="1323399"/>
                </a:lnTo>
                <a:lnTo>
                  <a:pt x="675052" y="1323399"/>
                </a:lnTo>
                <a:lnTo>
                  <a:pt x="675052" y="2212093"/>
                </a:lnTo>
                <a:lnTo>
                  <a:pt x="0" y="2212093"/>
                </a:lnTo>
                <a:close/>
                <a:moveTo>
                  <a:pt x="5083700" y="0"/>
                </a:moveTo>
                <a:cubicBezTo>
                  <a:pt x="5444716" y="0"/>
                  <a:pt x="5723391" y="96931"/>
                  <a:pt x="5919725" y="290792"/>
                </a:cubicBezTo>
                <a:cubicBezTo>
                  <a:pt x="6116059" y="484652"/>
                  <a:pt x="6214226" y="762092"/>
                  <a:pt x="6214226" y="1123108"/>
                </a:cubicBezTo>
                <a:cubicBezTo>
                  <a:pt x="6214226" y="1444562"/>
                  <a:pt x="6135099" y="1701724"/>
                  <a:pt x="5976845" y="1894596"/>
                </a:cubicBezTo>
                <a:cubicBezTo>
                  <a:pt x="6060917" y="1952952"/>
                  <a:pt x="6115811" y="1989548"/>
                  <a:pt x="6141529" y="2004385"/>
                </a:cubicBezTo>
                <a:cubicBezTo>
                  <a:pt x="6180103" y="2026145"/>
                  <a:pt x="6232030" y="2051366"/>
                  <a:pt x="6297309" y="2080050"/>
                </a:cubicBezTo>
                <a:lnTo>
                  <a:pt x="6110372" y="2456892"/>
                </a:lnTo>
                <a:cubicBezTo>
                  <a:pt x="6016408" y="2411394"/>
                  <a:pt x="5923435" y="2357242"/>
                  <a:pt x="5831449" y="2294434"/>
                </a:cubicBezTo>
                <a:cubicBezTo>
                  <a:pt x="5739464" y="2231628"/>
                  <a:pt x="5675173" y="2184399"/>
                  <a:pt x="5638577" y="2152748"/>
                </a:cubicBezTo>
                <a:cubicBezTo>
                  <a:pt x="5490214" y="2217039"/>
                  <a:pt x="5304266" y="2249184"/>
                  <a:pt x="5080732" y="2249184"/>
                </a:cubicBezTo>
                <a:cubicBezTo>
                  <a:pt x="4750377" y="2249184"/>
                  <a:pt x="4489753" y="2163133"/>
                  <a:pt x="4298859" y="1991032"/>
                </a:cubicBezTo>
                <a:cubicBezTo>
                  <a:pt x="4073347" y="1787280"/>
                  <a:pt x="3960591" y="1500940"/>
                  <a:pt x="3960591" y="1132010"/>
                </a:cubicBezTo>
                <a:cubicBezTo>
                  <a:pt x="3960591" y="773961"/>
                  <a:pt x="4059253" y="495780"/>
                  <a:pt x="4256576" y="297468"/>
                </a:cubicBezTo>
                <a:cubicBezTo>
                  <a:pt x="4453898" y="99156"/>
                  <a:pt x="4729606" y="0"/>
                  <a:pt x="5083700"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564311064"/>
      </p:ext>
    </p:extLst>
  </p:cSld>
  <p:clrMapOvr>
    <a:masterClrMapping/>
  </p:clrMapOvr>
  <p:transition spd="slow">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1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6197599" y="18735"/>
            <a:ext cx="5994401" cy="6858000"/>
          </a:xfrm>
          <a:custGeom>
            <a:avLst/>
            <a:gdLst>
              <a:gd name="connsiteX0" fmla="*/ 0 w 5994401"/>
              <a:gd name="connsiteY0" fmla="*/ 0 h 6858000"/>
              <a:gd name="connsiteX1" fmla="*/ 5994401 w 5994401"/>
              <a:gd name="connsiteY1" fmla="*/ 0 h 6858000"/>
              <a:gd name="connsiteX2" fmla="*/ 5994401 w 5994401"/>
              <a:gd name="connsiteY2" fmla="*/ 6858000 h 6858000"/>
              <a:gd name="connsiteX3" fmla="*/ 1198881 w 59944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94401" h="6858000">
                <a:moveTo>
                  <a:pt x="0" y="0"/>
                </a:moveTo>
                <a:lnTo>
                  <a:pt x="5994401" y="0"/>
                </a:lnTo>
                <a:lnTo>
                  <a:pt x="5994401" y="6858000"/>
                </a:lnTo>
                <a:lnTo>
                  <a:pt x="1198881" y="6858000"/>
                </a:lnTo>
                <a:close/>
              </a:path>
            </a:pathLst>
          </a:custGeom>
        </p:spPr>
        <p:txBody>
          <a:bodyPr wrap="square">
            <a:noAutofit/>
          </a:bodyPr>
          <a:lstStyle/>
          <a:p>
            <a:endParaRPr lang="en-US"/>
          </a:p>
        </p:txBody>
      </p:sp>
    </p:spTree>
    <p:extLst>
      <p:ext uri="{BB962C8B-B14F-4D97-AF65-F5344CB8AC3E}">
        <p14:creationId xmlns:p14="http://schemas.microsoft.com/office/powerpoint/2010/main" val="1432147539"/>
      </p:ext>
    </p:extLst>
  </p:cSld>
  <p:clrMapOvr>
    <a:masterClrMapping/>
  </p:clrMapOvr>
  <p:transition spd="slow">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2769326"/>
            <a:ext cx="12192000" cy="4088673"/>
          </a:xfrm>
        </p:spPr>
        <p:txBody>
          <a:bodyPr/>
          <a:lstStyle/>
          <a:p>
            <a:endParaRPr lang="en-US"/>
          </a:p>
        </p:txBody>
      </p:sp>
    </p:spTree>
    <p:extLst>
      <p:ext uri="{BB962C8B-B14F-4D97-AF65-F5344CB8AC3E}">
        <p14:creationId xmlns:p14="http://schemas.microsoft.com/office/powerpoint/2010/main" val="3065459657"/>
      </p:ext>
    </p:extLst>
  </p:cSld>
  <p:clrMapOvr>
    <a:masterClrMapping/>
  </p:clrMapOvr>
  <p:transition spd="slow">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441269"/>
            <a:ext cx="12192000" cy="4088673"/>
          </a:xfrm>
        </p:spPr>
        <p:txBody>
          <a:bodyPr/>
          <a:lstStyle/>
          <a:p>
            <a:endParaRPr lang="en-US"/>
          </a:p>
        </p:txBody>
      </p:sp>
    </p:spTree>
    <p:extLst>
      <p:ext uri="{BB962C8B-B14F-4D97-AF65-F5344CB8AC3E}">
        <p14:creationId xmlns:p14="http://schemas.microsoft.com/office/powerpoint/2010/main" val="195578910"/>
      </p:ext>
    </p:extLst>
  </p:cSld>
  <p:clrMapOvr>
    <a:masterClrMapping/>
  </p:clrMapOvr>
  <p:transition spd="slow">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6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000847" y="1129662"/>
            <a:ext cx="3971928" cy="3971928"/>
          </a:xfrm>
          <a:custGeom>
            <a:avLst/>
            <a:gdLst>
              <a:gd name="connsiteX0" fmla="*/ 1985964 w 3971928"/>
              <a:gd name="connsiteY0" fmla="*/ 0 h 3971928"/>
              <a:gd name="connsiteX1" fmla="*/ 3971928 w 3971928"/>
              <a:gd name="connsiteY1" fmla="*/ 1985964 h 3971928"/>
              <a:gd name="connsiteX2" fmla="*/ 1985964 w 3971928"/>
              <a:gd name="connsiteY2" fmla="*/ 3971928 h 3971928"/>
              <a:gd name="connsiteX3" fmla="*/ 0 w 3971928"/>
              <a:gd name="connsiteY3" fmla="*/ 1985964 h 3971928"/>
              <a:gd name="connsiteX4" fmla="*/ 1985964 w 3971928"/>
              <a:gd name="connsiteY4" fmla="*/ 0 h 3971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928" h="3971928">
                <a:moveTo>
                  <a:pt x="1985964" y="0"/>
                </a:moveTo>
                <a:cubicBezTo>
                  <a:pt x="3082782" y="0"/>
                  <a:pt x="3971928" y="889146"/>
                  <a:pt x="3971928" y="1985964"/>
                </a:cubicBezTo>
                <a:cubicBezTo>
                  <a:pt x="3971928" y="3082782"/>
                  <a:pt x="3082782" y="3971928"/>
                  <a:pt x="1985964" y="3971928"/>
                </a:cubicBezTo>
                <a:cubicBezTo>
                  <a:pt x="889146" y="3971928"/>
                  <a:pt x="0" y="3082782"/>
                  <a:pt x="0" y="1985964"/>
                </a:cubicBezTo>
                <a:cubicBezTo>
                  <a:pt x="0" y="889146"/>
                  <a:pt x="889146" y="0"/>
                  <a:pt x="1985964"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613767296"/>
      </p:ext>
    </p:extLst>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4088673"/>
          </a:xfrm>
        </p:spPr>
        <p:txBody>
          <a:bodyPr/>
          <a:lstStyle/>
          <a:p>
            <a:endParaRPr lang="en-US"/>
          </a:p>
        </p:txBody>
      </p:sp>
    </p:spTree>
    <p:extLst>
      <p:ext uri="{BB962C8B-B14F-4D97-AF65-F5344CB8AC3E}">
        <p14:creationId xmlns:p14="http://schemas.microsoft.com/office/powerpoint/2010/main" val="1388320888"/>
      </p:ext>
    </p:extLst>
  </p:cSld>
  <p:clrMapOvr>
    <a:masterClrMapping/>
  </p:clrMapOvr>
  <p:transition spd="slow">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3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987552" y="841248"/>
            <a:ext cx="4535424" cy="6016752"/>
          </a:xfrm>
        </p:spPr>
        <p:txBody>
          <a:bodyPr/>
          <a:lstStyle/>
          <a:p>
            <a:endParaRPr lang="en-US"/>
          </a:p>
        </p:txBody>
      </p:sp>
    </p:spTree>
    <p:extLst>
      <p:ext uri="{BB962C8B-B14F-4D97-AF65-F5344CB8AC3E}">
        <p14:creationId xmlns:p14="http://schemas.microsoft.com/office/powerpoint/2010/main" val="3418660140"/>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8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
            <a:ext cx="12192000" cy="3438144"/>
          </a:xfrm>
        </p:spPr>
        <p:txBody>
          <a:bodyPr/>
          <a:lstStyle/>
          <a:p>
            <a:endParaRPr lang="en-US"/>
          </a:p>
        </p:txBody>
      </p:sp>
    </p:spTree>
    <p:extLst>
      <p:ext uri="{BB962C8B-B14F-4D97-AF65-F5344CB8AC3E}">
        <p14:creationId xmlns:p14="http://schemas.microsoft.com/office/powerpoint/2010/main" val="2774742074"/>
      </p:ext>
    </p:extLst>
  </p:cSld>
  <p:clrMapOvr>
    <a:masterClrMapping/>
  </p:clrMapOvr>
  <p:transition spd="slow">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8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5192289" y="1708382"/>
            <a:ext cx="1946447" cy="3425095"/>
          </a:xfrm>
          <a:custGeom>
            <a:avLst/>
            <a:gdLst>
              <a:gd name="connsiteX0" fmla="*/ 0 w 1946447"/>
              <a:gd name="connsiteY0" fmla="*/ 0 h 3425095"/>
              <a:gd name="connsiteX1" fmla="*/ 1946447 w 1946447"/>
              <a:gd name="connsiteY1" fmla="*/ 0 h 3425095"/>
              <a:gd name="connsiteX2" fmla="*/ 1946447 w 1946447"/>
              <a:gd name="connsiteY2" fmla="*/ 3425095 h 3425095"/>
              <a:gd name="connsiteX3" fmla="*/ 0 w 1946447"/>
              <a:gd name="connsiteY3" fmla="*/ 3425095 h 3425095"/>
            </a:gdLst>
            <a:ahLst/>
            <a:cxnLst>
              <a:cxn ang="0">
                <a:pos x="connsiteX0" y="connsiteY0"/>
              </a:cxn>
              <a:cxn ang="0">
                <a:pos x="connsiteX1" y="connsiteY1"/>
              </a:cxn>
              <a:cxn ang="0">
                <a:pos x="connsiteX2" y="connsiteY2"/>
              </a:cxn>
              <a:cxn ang="0">
                <a:pos x="connsiteX3" y="connsiteY3"/>
              </a:cxn>
            </a:cxnLst>
            <a:rect l="l" t="t" r="r" b="b"/>
            <a:pathLst>
              <a:path w="1946447" h="3425095">
                <a:moveTo>
                  <a:pt x="0" y="0"/>
                </a:moveTo>
                <a:lnTo>
                  <a:pt x="1946447" y="0"/>
                </a:lnTo>
                <a:lnTo>
                  <a:pt x="1946447" y="3425095"/>
                </a:lnTo>
                <a:lnTo>
                  <a:pt x="0" y="3425095"/>
                </a:lnTo>
                <a:close/>
              </a:path>
            </a:pathLst>
          </a:custGeom>
        </p:spPr>
        <p:txBody>
          <a:bodyPr wrap="square">
            <a:noAutofit/>
          </a:bodyPr>
          <a:lstStyle/>
          <a:p>
            <a:endParaRPr lang="en-US"/>
          </a:p>
        </p:txBody>
      </p:sp>
    </p:spTree>
    <p:extLst>
      <p:ext uri="{BB962C8B-B14F-4D97-AF65-F5344CB8AC3E}">
        <p14:creationId xmlns:p14="http://schemas.microsoft.com/office/powerpoint/2010/main" val="3258680087"/>
      </p:ext>
    </p:extLst>
  </p:cSld>
  <p:clrMapOvr>
    <a:masterClrMapping/>
  </p:clrMapOvr>
  <p:transition spd="slow">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7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
            <a:ext cx="12192000" cy="3438144"/>
          </a:xfrm>
        </p:spPr>
        <p:txBody>
          <a:bodyPr/>
          <a:lstStyle/>
          <a:p>
            <a:endParaRPr lang="en-US"/>
          </a:p>
        </p:txBody>
      </p:sp>
      <p:sp>
        <p:nvSpPr>
          <p:cNvPr id="9" name="Picture Placeholder 8"/>
          <p:cNvSpPr>
            <a:spLocks noGrp="1"/>
          </p:cNvSpPr>
          <p:nvPr>
            <p:ph type="pic" sz="quarter" idx="11"/>
          </p:nvPr>
        </p:nvSpPr>
        <p:spPr>
          <a:xfrm>
            <a:off x="10140184" y="1981292"/>
            <a:ext cx="1734275" cy="1082750"/>
          </a:xfrm>
          <a:custGeom>
            <a:avLst/>
            <a:gdLst>
              <a:gd name="connsiteX0" fmla="*/ 0 w 1734275"/>
              <a:gd name="connsiteY0" fmla="*/ 0 h 1082750"/>
              <a:gd name="connsiteX1" fmla="*/ 1734275 w 1734275"/>
              <a:gd name="connsiteY1" fmla="*/ 0 h 1082750"/>
              <a:gd name="connsiteX2" fmla="*/ 1734275 w 1734275"/>
              <a:gd name="connsiteY2" fmla="*/ 1082750 h 1082750"/>
              <a:gd name="connsiteX3" fmla="*/ 0 w 1734275"/>
              <a:gd name="connsiteY3" fmla="*/ 1082750 h 1082750"/>
            </a:gdLst>
            <a:ahLst/>
            <a:cxnLst>
              <a:cxn ang="0">
                <a:pos x="connsiteX0" y="connsiteY0"/>
              </a:cxn>
              <a:cxn ang="0">
                <a:pos x="connsiteX1" y="connsiteY1"/>
              </a:cxn>
              <a:cxn ang="0">
                <a:pos x="connsiteX2" y="connsiteY2"/>
              </a:cxn>
              <a:cxn ang="0">
                <a:pos x="connsiteX3" y="connsiteY3"/>
              </a:cxn>
            </a:cxnLst>
            <a:rect l="l" t="t" r="r" b="b"/>
            <a:pathLst>
              <a:path w="1734275" h="1082750">
                <a:moveTo>
                  <a:pt x="0" y="0"/>
                </a:moveTo>
                <a:lnTo>
                  <a:pt x="1734275" y="0"/>
                </a:lnTo>
                <a:lnTo>
                  <a:pt x="1734275" y="1082750"/>
                </a:lnTo>
                <a:lnTo>
                  <a:pt x="0" y="1082750"/>
                </a:lnTo>
                <a:close/>
              </a:path>
            </a:pathLst>
          </a:custGeom>
        </p:spPr>
        <p:txBody>
          <a:bodyPr wrap="square">
            <a:noAutofit/>
          </a:bodyPr>
          <a:lstStyle/>
          <a:p>
            <a:endParaRPr lang="en-US"/>
          </a:p>
        </p:txBody>
      </p:sp>
      <p:sp>
        <p:nvSpPr>
          <p:cNvPr id="11" name="Picture Placeholder 10"/>
          <p:cNvSpPr>
            <a:spLocks noGrp="1"/>
          </p:cNvSpPr>
          <p:nvPr>
            <p:ph type="pic" sz="quarter" idx="12"/>
          </p:nvPr>
        </p:nvSpPr>
        <p:spPr>
          <a:xfrm>
            <a:off x="8277726" y="2681597"/>
            <a:ext cx="2192015" cy="1368528"/>
          </a:xfrm>
          <a:custGeom>
            <a:avLst/>
            <a:gdLst>
              <a:gd name="connsiteX0" fmla="*/ 0 w 2192015"/>
              <a:gd name="connsiteY0" fmla="*/ 0 h 1368528"/>
              <a:gd name="connsiteX1" fmla="*/ 2192015 w 2192015"/>
              <a:gd name="connsiteY1" fmla="*/ 0 h 1368528"/>
              <a:gd name="connsiteX2" fmla="*/ 2192015 w 2192015"/>
              <a:gd name="connsiteY2" fmla="*/ 1368528 h 1368528"/>
              <a:gd name="connsiteX3" fmla="*/ 0 w 2192015"/>
              <a:gd name="connsiteY3" fmla="*/ 1368528 h 1368528"/>
            </a:gdLst>
            <a:ahLst/>
            <a:cxnLst>
              <a:cxn ang="0">
                <a:pos x="connsiteX0" y="connsiteY0"/>
              </a:cxn>
              <a:cxn ang="0">
                <a:pos x="connsiteX1" y="connsiteY1"/>
              </a:cxn>
              <a:cxn ang="0">
                <a:pos x="connsiteX2" y="connsiteY2"/>
              </a:cxn>
              <a:cxn ang="0">
                <a:pos x="connsiteX3" y="connsiteY3"/>
              </a:cxn>
            </a:cxnLst>
            <a:rect l="l" t="t" r="r" b="b"/>
            <a:pathLst>
              <a:path w="2192015" h="1368528">
                <a:moveTo>
                  <a:pt x="0" y="0"/>
                </a:moveTo>
                <a:lnTo>
                  <a:pt x="2192015" y="0"/>
                </a:lnTo>
                <a:lnTo>
                  <a:pt x="2192015" y="1368528"/>
                </a:lnTo>
                <a:lnTo>
                  <a:pt x="0" y="1368528"/>
                </a:lnTo>
                <a:close/>
              </a:path>
            </a:pathLst>
          </a:custGeom>
        </p:spPr>
        <p:txBody>
          <a:bodyPr wrap="square">
            <a:noAutofit/>
          </a:bodyPr>
          <a:lstStyle/>
          <a:p>
            <a:endParaRPr lang="en-US"/>
          </a:p>
        </p:txBody>
      </p:sp>
      <p:sp>
        <p:nvSpPr>
          <p:cNvPr id="14" name="Picture Placeholder 13"/>
          <p:cNvSpPr>
            <a:spLocks noGrp="1"/>
          </p:cNvSpPr>
          <p:nvPr>
            <p:ph type="pic" sz="quarter" idx="13"/>
          </p:nvPr>
        </p:nvSpPr>
        <p:spPr>
          <a:xfrm>
            <a:off x="5950317" y="3415954"/>
            <a:ext cx="2924838" cy="1826047"/>
          </a:xfrm>
          <a:custGeom>
            <a:avLst/>
            <a:gdLst>
              <a:gd name="connsiteX0" fmla="*/ 0 w 2924838"/>
              <a:gd name="connsiteY0" fmla="*/ 0 h 1826047"/>
              <a:gd name="connsiteX1" fmla="*/ 2924838 w 2924838"/>
              <a:gd name="connsiteY1" fmla="*/ 0 h 1826047"/>
              <a:gd name="connsiteX2" fmla="*/ 2924838 w 2924838"/>
              <a:gd name="connsiteY2" fmla="*/ 1826047 h 1826047"/>
              <a:gd name="connsiteX3" fmla="*/ 0 w 2924838"/>
              <a:gd name="connsiteY3" fmla="*/ 1826047 h 1826047"/>
            </a:gdLst>
            <a:ahLst/>
            <a:cxnLst>
              <a:cxn ang="0">
                <a:pos x="connsiteX0" y="connsiteY0"/>
              </a:cxn>
              <a:cxn ang="0">
                <a:pos x="connsiteX1" y="connsiteY1"/>
              </a:cxn>
              <a:cxn ang="0">
                <a:pos x="connsiteX2" y="connsiteY2"/>
              </a:cxn>
              <a:cxn ang="0">
                <a:pos x="connsiteX3" y="connsiteY3"/>
              </a:cxn>
            </a:cxnLst>
            <a:rect l="l" t="t" r="r" b="b"/>
            <a:pathLst>
              <a:path w="2924838" h="1826047">
                <a:moveTo>
                  <a:pt x="0" y="0"/>
                </a:moveTo>
                <a:lnTo>
                  <a:pt x="2924838" y="0"/>
                </a:lnTo>
                <a:lnTo>
                  <a:pt x="2924838" y="1826047"/>
                </a:lnTo>
                <a:lnTo>
                  <a:pt x="0" y="1826047"/>
                </a:lnTo>
                <a:close/>
              </a:path>
            </a:pathLst>
          </a:custGeom>
        </p:spPr>
        <p:txBody>
          <a:bodyPr wrap="square">
            <a:noAutofit/>
          </a:bodyPr>
          <a:lstStyle/>
          <a:p>
            <a:endParaRPr lang="en-US"/>
          </a:p>
        </p:txBody>
      </p:sp>
    </p:spTree>
    <p:extLst>
      <p:ext uri="{BB962C8B-B14F-4D97-AF65-F5344CB8AC3E}">
        <p14:creationId xmlns:p14="http://schemas.microsoft.com/office/powerpoint/2010/main" val="2356463188"/>
      </p:ext>
    </p:extLst>
  </p:cSld>
  <p:clrMapOvr>
    <a:masterClrMapping/>
  </p:clrMapOvr>
  <p:transition spd="slow">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6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
            <a:ext cx="12192000" cy="3438144"/>
          </a:xfrm>
        </p:spPr>
        <p:txBody>
          <a:bodyPr/>
          <a:lstStyle/>
          <a:p>
            <a:endParaRPr lang="en-US"/>
          </a:p>
        </p:txBody>
      </p:sp>
      <p:sp>
        <p:nvSpPr>
          <p:cNvPr id="9" name="Picture Placeholder 8"/>
          <p:cNvSpPr>
            <a:spLocks noGrp="1"/>
          </p:cNvSpPr>
          <p:nvPr>
            <p:ph type="pic" sz="quarter" idx="11"/>
          </p:nvPr>
        </p:nvSpPr>
        <p:spPr>
          <a:xfrm>
            <a:off x="4504940" y="2216888"/>
            <a:ext cx="3169488" cy="1826047"/>
          </a:xfrm>
          <a:custGeom>
            <a:avLst/>
            <a:gdLst>
              <a:gd name="connsiteX0" fmla="*/ 0 w 3169488"/>
              <a:gd name="connsiteY0" fmla="*/ 0 h 1826047"/>
              <a:gd name="connsiteX1" fmla="*/ 3169488 w 3169488"/>
              <a:gd name="connsiteY1" fmla="*/ 0 h 1826047"/>
              <a:gd name="connsiteX2" fmla="*/ 3169488 w 3169488"/>
              <a:gd name="connsiteY2" fmla="*/ 1826047 h 1826047"/>
              <a:gd name="connsiteX3" fmla="*/ 0 w 3169488"/>
              <a:gd name="connsiteY3" fmla="*/ 1826047 h 1826047"/>
            </a:gdLst>
            <a:ahLst/>
            <a:cxnLst>
              <a:cxn ang="0">
                <a:pos x="connsiteX0" y="connsiteY0"/>
              </a:cxn>
              <a:cxn ang="0">
                <a:pos x="connsiteX1" y="connsiteY1"/>
              </a:cxn>
              <a:cxn ang="0">
                <a:pos x="connsiteX2" y="connsiteY2"/>
              </a:cxn>
              <a:cxn ang="0">
                <a:pos x="connsiteX3" y="connsiteY3"/>
              </a:cxn>
            </a:cxnLst>
            <a:rect l="l" t="t" r="r" b="b"/>
            <a:pathLst>
              <a:path w="3169488" h="1826047">
                <a:moveTo>
                  <a:pt x="0" y="0"/>
                </a:moveTo>
                <a:lnTo>
                  <a:pt x="3169488" y="0"/>
                </a:lnTo>
                <a:lnTo>
                  <a:pt x="3169488" y="1826047"/>
                </a:lnTo>
                <a:lnTo>
                  <a:pt x="0" y="1826047"/>
                </a:lnTo>
                <a:close/>
              </a:path>
            </a:pathLst>
          </a:custGeom>
        </p:spPr>
        <p:txBody>
          <a:bodyPr wrap="square">
            <a:noAutofit/>
          </a:bodyPr>
          <a:lstStyle/>
          <a:p>
            <a:endParaRPr lang="en-US"/>
          </a:p>
        </p:txBody>
      </p:sp>
      <p:sp>
        <p:nvSpPr>
          <p:cNvPr id="11" name="Picture Placeholder 10"/>
          <p:cNvSpPr>
            <a:spLocks noGrp="1"/>
          </p:cNvSpPr>
          <p:nvPr>
            <p:ph type="pic" sz="quarter" idx="12"/>
          </p:nvPr>
        </p:nvSpPr>
        <p:spPr>
          <a:xfrm>
            <a:off x="2423943" y="1637736"/>
            <a:ext cx="2592438" cy="1493589"/>
          </a:xfrm>
          <a:custGeom>
            <a:avLst/>
            <a:gdLst>
              <a:gd name="connsiteX0" fmla="*/ 0 w 2592438"/>
              <a:gd name="connsiteY0" fmla="*/ 0 h 1493589"/>
              <a:gd name="connsiteX1" fmla="*/ 2592438 w 2592438"/>
              <a:gd name="connsiteY1" fmla="*/ 0 h 1493589"/>
              <a:gd name="connsiteX2" fmla="*/ 2592438 w 2592438"/>
              <a:gd name="connsiteY2" fmla="*/ 1493589 h 1493589"/>
              <a:gd name="connsiteX3" fmla="*/ 0 w 2592438"/>
              <a:gd name="connsiteY3" fmla="*/ 1493589 h 1493589"/>
            </a:gdLst>
            <a:ahLst/>
            <a:cxnLst>
              <a:cxn ang="0">
                <a:pos x="connsiteX0" y="connsiteY0"/>
              </a:cxn>
              <a:cxn ang="0">
                <a:pos x="connsiteX1" y="connsiteY1"/>
              </a:cxn>
              <a:cxn ang="0">
                <a:pos x="connsiteX2" y="connsiteY2"/>
              </a:cxn>
              <a:cxn ang="0">
                <a:pos x="connsiteX3" y="connsiteY3"/>
              </a:cxn>
            </a:cxnLst>
            <a:rect l="l" t="t" r="r" b="b"/>
            <a:pathLst>
              <a:path w="2592438" h="1493589">
                <a:moveTo>
                  <a:pt x="0" y="0"/>
                </a:moveTo>
                <a:lnTo>
                  <a:pt x="2592438" y="0"/>
                </a:lnTo>
                <a:lnTo>
                  <a:pt x="2592438" y="1493589"/>
                </a:lnTo>
                <a:lnTo>
                  <a:pt x="0" y="1493589"/>
                </a:lnTo>
                <a:close/>
              </a:path>
            </a:pathLst>
          </a:custGeom>
        </p:spPr>
        <p:txBody>
          <a:bodyPr wrap="square">
            <a:noAutofit/>
          </a:bodyPr>
          <a:lstStyle/>
          <a:p>
            <a:endParaRPr lang="en-US"/>
          </a:p>
        </p:txBody>
      </p:sp>
      <p:sp>
        <p:nvSpPr>
          <p:cNvPr id="14" name="Picture Placeholder 13"/>
          <p:cNvSpPr>
            <a:spLocks noGrp="1"/>
          </p:cNvSpPr>
          <p:nvPr>
            <p:ph type="pic" sz="quarter" idx="13"/>
          </p:nvPr>
        </p:nvSpPr>
        <p:spPr>
          <a:xfrm>
            <a:off x="7172726" y="1636322"/>
            <a:ext cx="2592438" cy="1493589"/>
          </a:xfrm>
          <a:custGeom>
            <a:avLst/>
            <a:gdLst>
              <a:gd name="connsiteX0" fmla="*/ 0 w 2592438"/>
              <a:gd name="connsiteY0" fmla="*/ 0 h 1493589"/>
              <a:gd name="connsiteX1" fmla="*/ 2592438 w 2592438"/>
              <a:gd name="connsiteY1" fmla="*/ 0 h 1493589"/>
              <a:gd name="connsiteX2" fmla="*/ 2592438 w 2592438"/>
              <a:gd name="connsiteY2" fmla="*/ 1493589 h 1493589"/>
              <a:gd name="connsiteX3" fmla="*/ 0 w 2592438"/>
              <a:gd name="connsiteY3" fmla="*/ 1493589 h 1493589"/>
            </a:gdLst>
            <a:ahLst/>
            <a:cxnLst>
              <a:cxn ang="0">
                <a:pos x="connsiteX0" y="connsiteY0"/>
              </a:cxn>
              <a:cxn ang="0">
                <a:pos x="connsiteX1" y="connsiteY1"/>
              </a:cxn>
              <a:cxn ang="0">
                <a:pos x="connsiteX2" y="connsiteY2"/>
              </a:cxn>
              <a:cxn ang="0">
                <a:pos x="connsiteX3" y="connsiteY3"/>
              </a:cxn>
            </a:cxnLst>
            <a:rect l="l" t="t" r="r" b="b"/>
            <a:pathLst>
              <a:path w="2592438" h="1493589">
                <a:moveTo>
                  <a:pt x="0" y="0"/>
                </a:moveTo>
                <a:lnTo>
                  <a:pt x="2592438" y="0"/>
                </a:lnTo>
                <a:lnTo>
                  <a:pt x="2592438" y="1493589"/>
                </a:lnTo>
                <a:lnTo>
                  <a:pt x="0" y="1493589"/>
                </a:lnTo>
                <a:close/>
              </a:path>
            </a:pathLst>
          </a:custGeom>
        </p:spPr>
        <p:txBody>
          <a:bodyPr wrap="square">
            <a:noAutofit/>
          </a:bodyPr>
          <a:lstStyle/>
          <a:p>
            <a:endParaRPr lang="en-US"/>
          </a:p>
        </p:txBody>
      </p:sp>
    </p:spTree>
    <p:extLst>
      <p:ext uri="{BB962C8B-B14F-4D97-AF65-F5344CB8AC3E}">
        <p14:creationId xmlns:p14="http://schemas.microsoft.com/office/powerpoint/2010/main" val="3282604577"/>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5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
            <a:ext cx="12192000" cy="3438144"/>
          </a:xfrm>
        </p:spPr>
        <p:txBody>
          <a:bodyPr/>
          <a:lstStyle/>
          <a:p>
            <a:endParaRPr lang="en-US"/>
          </a:p>
        </p:txBody>
      </p:sp>
      <p:sp>
        <p:nvSpPr>
          <p:cNvPr id="9" name="Picture Placeholder 8"/>
          <p:cNvSpPr>
            <a:spLocks noGrp="1"/>
          </p:cNvSpPr>
          <p:nvPr>
            <p:ph type="pic" sz="quarter" idx="11"/>
          </p:nvPr>
        </p:nvSpPr>
        <p:spPr>
          <a:xfrm>
            <a:off x="4635305" y="2331418"/>
            <a:ext cx="2924838" cy="1826047"/>
          </a:xfrm>
          <a:custGeom>
            <a:avLst/>
            <a:gdLst>
              <a:gd name="connsiteX0" fmla="*/ 0 w 2924838"/>
              <a:gd name="connsiteY0" fmla="*/ 0 h 1826047"/>
              <a:gd name="connsiteX1" fmla="*/ 2924838 w 2924838"/>
              <a:gd name="connsiteY1" fmla="*/ 0 h 1826047"/>
              <a:gd name="connsiteX2" fmla="*/ 2924838 w 2924838"/>
              <a:gd name="connsiteY2" fmla="*/ 1826047 h 1826047"/>
              <a:gd name="connsiteX3" fmla="*/ 0 w 2924838"/>
              <a:gd name="connsiteY3" fmla="*/ 1826047 h 1826047"/>
            </a:gdLst>
            <a:ahLst/>
            <a:cxnLst>
              <a:cxn ang="0">
                <a:pos x="connsiteX0" y="connsiteY0"/>
              </a:cxn>
              <a:cxn ang="0">
                <a:pos x="connsiteX1" y="connsiteY1"/>
              </a:cxn>
              <a:cxn ang="0">
                <a:pos x="connsiteX2" y="connsiteY2"/>
              </a:cxn>
              <a:cxn ang="0">
                <a:pos x="connsiteX3" y="connsiteY3"/>
              </a:cxn>
            </a:cxnLst>
            <a:rect l="l" t="t" r="r" b="b"/>
            <a:pathLst>
              <a:path w="2924838" h="1826047">
                <a:moveTo>
                  <a:pt x="0" y="0"/>
                </a:moveTo>
                <a:lnTo>
                  <a:pt x="2924838" y="0"/>
                </a:lnTo>
                <a:lnTo>
                  <a:pt x="2924838" y="1826047"/>
                </a:lnTo>
                <a:lnTo>
                  <a:pt x="0" y="1826047"/>
                </a:lnTo>
                <a:close/>
              </a:path>
            </a:pathLst>
          </a:custGeom>
        </p:spPr>
        <p:txBody>
          <a:bodyPr wrap="square">
            <a:noAutofit/>
          </a:bodyPr>
          <a:lstStyle/>
          <a:p>
            <a:endParaRPr lang="en-US"/>
          </a:p>
        </p:txBody>
      </p:sp>
      <p:sp>
        <p:nvSpPr>
          <p:cNvPr id="11" name="Picture Placeholder 10"/>
          <p:cNvSpPr>
            <a:spLocks noGrp="1"/>
          </p:cNvSpPr>
          <p:nvPr>
            <p:ph type="pic" sz="quarter" idx="12"/>
          </p:nvPr>
        </p:nvSpPr>
        <p:spPr>
          <a:xfrm>
            <a:off x="2732339" y="2492187"/>
            <a:ext cx="1924114" cy="1404471"/>
          </a:xfrm>
          <a:custGeom>
            <a:avLst/>
            <a:gdLst>
              <a:gd name="connsiteX0" fmla="*/ 0 w 1924114"/>
              <a:gd name="connsiteY0" fmla="*/ 0 h 1404471"/>
              <a:gd name="connsiteX1" fmla="*/ 1924114 w 1924114"/>
              <a:gd name="connsiteY1" fmla="*/ 0 h 1404471"/>
              <a:gd name="connsiteX2" fmla="*/ 1924114 w 1924114"/>
              <a:gd name="connsiteY2" fmla="*/ 1404471 h 1404471"/>
              <a:gd name="connsiteX3" fmla="*/ 0 w 1924114"/>
              <a:gd name="connsiteY3" fmla="*/ 1404471 h 1404471"/>
            </a:gdLst>
            <a:ahLst/>
            <a:cxnLst>
              <a:cxn ang="0">
                <a:pos x="connsiteX0" y="connsiteY0"/>
              </a:cxn>
              <a:cxn ang="0">
                <a:pos x="connsiteX1" y="connsiteY1"/>
              </a:cxn>
              <a:cxn ang="0">
                <a:pos x="connsiteX2" y="connsiteY2"/>
              </a:cxn>
              <a:cxn ang="0">
                <a:pos x="connsiteX3" y="connsiteY3"/>
              </a:cxn>
            </a:cxnLst>
            <a:rect l="l" t="t" r="r" b="b"/>
            <a:pathLst>
              <a:path w="1924114" h="1404471">
                <a:moveTo>
                  <a:pt x="0" y="0"/>
                </a:moveTo>
                <a:lnTo>
                  <a:pt x="1924114" y="0"/>
                </a:lnTo>
                <a:lnTo>
                  <a:pt x="1924114" y="1404471"/>
                </a:lnTo>
                <a:lnTo>
                  <a:pt x="0" y="1404471"/>
                </a:lnTo>
                <a:close/>
              </a:path>
            </a:pathLst>
          </a:custGeom>
        </p:spPr>
        <p:txBody>
          <a:bodyPr wrap="square">
            <a:noAutofit/>
          </a:bodyPr>
          <a:lstStyle/>
          <a:p>
            <a:endParaRPr lang="en-US"/>
          </a:p>
        </p:txBody>
      </p:sp>
      <p:sp>
        <p:nvSpPr>
          <p:cNvPr id="14" name="Picture Placeholder 13"/>
          <p:cNvSpPr>
            <a:spLocks noGrp="1"/>
          </p:cNvSpPr>
          <p:nvPr>
            <p:ph type="pic" sz="quarter" idx="13"/>
          </p:nvPr>
        </p:nvSpPr>
        <p:spPr>
          <a:xfrm>
            <a:off x="7519216" y="2492188"/>
            <a:ext cx="1924114" cy="1404471"/>
          </a:xfrm>
          <a:custGeom>
            <a:avLst/>
            <a:gdLst>
              <a:gd name="connsiteX0" fmla="*/ 0 w 1924114"/>
              <a:gd name="connsiteY0" fmla="*/ 0 h 1404471"/>
              <a:gd name="connsiteX1" fmla="*/ 1924114 w 1924114"/>
              <a:gd name="connsiteY1" fmla="*/ 0 h 1404471"/>
              <a:gd name="connsiteX2" fmla="*/ 1924114 w 1924114"/>
              <a:gd name="connsiteY2" fmla="*/ 1404471 h 1404471"/>
              <a:gd name="connsiteX3" fmla="*/ 0 w 1924114"/>
              <a:gd name="connsiteY3" fmla="*/ 1404471 h 1404471"/>
            </a:gdLst>
            <a:ahLst/>
            <a:cxnLst>
              <a:cxn ang="0">
                <a:pos x="connsiteX0" y="connsiteY0"/>
              </a:cxn>
              <a:cxn ang="0">
                <a:pos x="connsiteX1" y="connsiteY1"/>
              </a:cxn>
              <a:cxn ang="0">
                <a:pos x="connsiteX2" y="connsiteY2"/>
              </a:cxn>
              <a:cxn ang="0">
                <a:pos x="connsiteX3" y="connsiteY3"/>
              </a:cxn>
            </a:cxnLst>
            <a:rect l="l" t="t" r="r" b="b"/>
            <a:pathLst>
              <a:path w="1924114" h="1404471">
                <a:moveTo>
                  <a:pt x="0" y="0"/>
                </a:moveTo>
                <a:lnTo>
                  <a:pt x="1924114" y="0"/>
                </a:lnTo>
                <a:lnTo>
                  <a:pt x="1924114" y="1404471"/>
                </a:lnTo>
                <a:lnTo>
                  <a:pt x="0" y="1404471"/>
                </a:lnTo>
                <a:close/>
              </a:path>
            </a:pathLst>
          </a:custGeom>
        </p:spPr>
        <p:txBody>
          <a:bodyPr wrap="square">
            <a:noAutofit/>
          </a:bodyPr>
          <a:lstStyle/>
          <a:p>
            <a:endParaRPr lang="en-US"/>
          </a:p>
        </p:txBody>
      </p:sp>
    </p:spTree>
    <p:extLst>
      <p:ext uri="{BB962C8B-B14F-4D97-AF65-F5344CB8AC3E}">
        <p14:creationId xmlns:p14="http://schemas.microsoft.com/office/powerpoint/2010/main" val="919669258"/>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4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
            <a:ext cx="12192000" cy="3438144"/>
          </a:xfrm>
        </p:spPr>
        <p:txBody>
          <a:bodyPr/>
          <a:lstStyle/>
          <a:p>
            <a:endParaRPr lang="en-US"/>
          </a:p>
        </p:txBody>
      </p:sp>
      <p:sp>
        <p:nvSpPr>
          <p:cNvPr id="7" name="Picture Placeholder 6"/>
          <p:cNvSpPr>
            <a:spLocks noGrp="1"/>
          </p:cNvSpPr>
          <p:nvPr>
            <p:ph type="pic" sz="quarter" idx="11"/>
          </p:nvPr>
        </p:nvSpPr>
        <p:spPr>
          <a:xfrm>
            <a:off x="4517976" y="1881054"/>
            <a:ext cx="1118053" cy="2033686"/>
          </a:xfrm>
          <a:custGeom>
            <a:avLst/>
            <a:gdLst>
              <a:gd name="connsiteX0" fmla="*/ 0 w 1118053"/>
              <a:gd name="connsiteY0" fmla="*/ 0 h 2033686"/>
              <a:gd name="connsiteX1" fmla="*/ 1118053 w 1118053"/>
              <a:gd name="connsiteY1" fmla="*/ 0 h 2033686"/>
              <a:gd name="connsiteX2" fmla="*/ 1118053 w 1118053"/>
              <a:gd name="connsiteY2" fmla="*/ 2033686 h 2033686"/>
              <a:gd name="connsiteX3" fmla="*/ 0 w 1118053"/>
              <a:gd name="connsiteY3" fmla="*/ 2033686 h 2033686"/>
            </a:gdLst>
            <a:ahLst/>
            <a:cxnLst>
              <a:cxn ang="0">
                <a:pos x="connsiteX0" y="connsiteY0"/>
              </a:cxn>
              <a:cxn ang="0">
                <a:pos x="connsiteX1" y="connsiteY1"/>
              </a:cxn>
              <a:cxn ang="0">
                <a:pos x="connsiteX2" y="connsiteY2"/>
              </a:cxn>
              <a:cxn ang="0">
                <a:pos x="connsiteX3" y="connsiteY3"/>
              </a:cxn>
            </a:cxnLst>
            <a:rect l="l" t="t" r="r" b="b"/>
            <a:pathLst>
              <a:path w="1118053" h="2033686">
                <a:moveTo>
                  <a:pt x="0" y="0"/>
                </a:moveTo>
                <a:lnTo>
                  <a:pt x="1118053" y="0"/>
                </a:lnTo>
                <a:lnTo>
                  <a:pt x="1118053" y="2033686"/>
                </a:lnTo>
                <a:lnTo>
                  <a:pt x="0" y="2033686"/>
                </a:lnTo>
                <a:close/>
              </a:path>
            </a:pathLst>
          </a:custGeom>
        </p:spPr>
        <p:txBody>
          <a:bodyPr wrap="square">
            <a:noAutofit/>
          </a:bodyPr>
          <a:lstStyle/>
          <a:p>
            <a:endParaRPr lang="en-US"/>
          </a:p>
        </p:txBody>
      </p:sp>
      <p:sp>
        <p:nvSpPr>
          <p:cNvPr id="10" name="Picture Placeholder 9"/>
          <p:cNvSpPr>
            <a:spLocks noGrp="1"/>
          </p:cNvSpPr>
          <p:nvPr>
            <p:ph type="pic" sz="quarter" idx="12"/>
          </p:nvPr>
        </p:nvSpPr>
        <p:spPr>
          <a:xfrm>
            <a:off x="6544904" y="1853989"/>
            <a:ext cx="1118053" cy="2033686"/>
          </a:xfrm>
          <a:custGeom>
            <a:avLst/>
            <a:gdLst>
              <a:gd name="connsiteX0" fmla="*/ 0 w 1118053"/>
              <a:gd name="connsiteY0" fmla="*/ 0 h 2033686"/>
              <a:gd name="connsiteX1" fmla="*/ 1118053 w 1118053"/>
              <a:gd name="connsiteY1" fmla="*/ 0 h 2033686"/>
              <a:gd name="connsiteX2" fmla="*/ 1118053 w 1118053"/>
              <a:gd name="connsiteY2" fmla="*/ 2033686 h 2033686"/>
              <a:gd name="connsiteX3" fmla="*/ 0 w 1118053"/>
              <a:gd name="connsiteY3" fmla="*/ 2033686 h 2033686"/>
            </a:gdLst>
            <a:ahLst/>
            <a:cxnLst>
              <a:cxn ang="0">
                <a:pos x="connsiteX0" y="connsiteY0"/>
              </a:cxn>
              <a:cxn ang="0">
                <a:pos x="connsiteX1" y="connsiteY1"/>
              </a:cxn>
              <a:cxn ang="0">
                <a:pos x="connsiteX2" y="connsiteY2"/>
              </a:cxn>
              <a:cxn ang="0">
                <a:pos x="connsiteX3" y="connsiteY3"/>
              </a:cxn>
            </a:cxnLst>
            <a:rect l="l" t="t" r="r" b="b"/>
            <a:pathLst>
              <a:path w="1118053" h="2033686">
                <a:moveTo>
                  <a:pt x="0" y="0"/>
                </a:moveTo>
                <a:lnTo>
                  <a:pt x="1118053" y="0"/>
                </a:lnTo>
                <a:lnTo>
                  <a:pt x="1118053" y="2033686"/>
                </a:lnTo>
                <a:lnTo>
                  <a:pt x="0" y="2033686"/>
                </a:lnTo>
                <a:close/>
              </a:path>
            </a:pathLst>
          </a:custGeom>
        </p:spPr>
        <p:txBody>
          <a:bodyPr wrap="square">
            <a:noAutofit/>
          </a:bodyPr>
          <a:lstStyle/>
          <a:p>
            <a:endParaRPr lang="en-US"/>
          </a:p>
        </p:txBody>
      </p:sp>
    </p:spTree>
    <p:extLst>
      <p:ext uri="{BB962C8B-B14F-4D97-AF65-F5344CB8AC3E}">
        <p14:creationId xmlns:p14="http://schemas.microsoft.com/office/powerpoint/2010/main" val="3527440980"/>
      </p:ext>
    </p:extLst>
  </p:cSld>
  <p:clrMapOvr>
    <a:masterClrMapping/>
  </p:clrMapOvr>
  <p:transition spd="slow">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2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
            <a:ext cx="12192000" cy="3438144"/>
          </a:xfrm>
        </p:spPr>
        <p:txBody>
          <a:bodyPr/>
          <a:lstStyle/>
          <a:p>
            <a:endParaRPr lang="en-US"/>
          </a:p>
        </p:txBody>
      </p:sp>
      <p:sp>
        <p:nvSpPr>
          <p:cNvPr id="9" name="Picture Placeholder 8"/>
          <p:cNvSpPr>
            <a:spLocks noGrp="1"/>
          </p:cNvSpPr>
          <p:nvPr>
            <p:ph type="pic" sz="quarter" idx="11"/>
          </p:nvPr>
        </p:nvSpPr>
        <p:spPr>
          <a:xfrm>
            <a:off x="2671857" y="2332267"/>
            <a:ext cx="2602523" cy="1624818"/>
          </a:xfrm>
          <a:custGeom>
            <a:avLst/>
            <a:gdLst>
              <a:gd name="connsiteX0" fmla="*/ 0 w 2602523"/>
              <a:gd name="connsiteY0" fmla="*/ 0 h 1624818"/>
              <a:gd name="connsiteX1" fmla="*/ 2602523 w 2602523"/>
              <a:gd name="connsiteY1" fmla="*/ 0 h 1624818"/>
              <a:gd name="connsiteX2" fmla="*/ 2602523 w 2602523"/>
              <a:gd name="connsiteY2" fmla="*/ 1624818 h 1624818"/>
              <a:gd name="connsiteX3" fmla="*/ 0 w 2602523"/>
              <a:gd name="connsiteY3" fmla="*/ 1624818 h 1624818"/>
            </a:gdLst>
            <a:ahLst/>
            <a:cxnLst>
              <a:cxn ang="0">
                <a:pos x="connsiteX0" y="connsiteY0"/>
              </a:cxn>
              <a:cxn ang="0">
                <a:pos x="connsiteX1" y="connsiteY1"/>
              </a:cxn>
              <a:cxn ang="0">
                <a:pos x="connsiteX2" y="connsiteY2"/>
              </a:cxn>
              <a:cxn ang="0">
                <a:pos x="connsiteX3" y="connsiteY3"/>
              </a:cxn>
            </a:cxnLst>
            <a:rect l="l" t="t" r="r" b="b"/>
            <a:pathLst>
              <a:path w="2602523" h="1624818">
                <a:moveTo>
                  <a:pt x="0" y="0"/>
                </a:moveTo>
                <a:lnTo>
                  <a:pt x="2602523" y="0"/>
                </a:lnTo>
                <a:lnTo>
                  <a:pt x="2602523" y="1624818"/>
                </a:lnTo>
                <a:lnTo>
                  <a:pt x="0" y="1624818"/>
                </a:lnTo>
                <a:close/>
              </a:path>
            </a:pathLst>
          </a:custGeom>
        </p:spPr>
        <p:txBody>
          <a:bodyPr wrap="square">
            <a:noAutofit/>
          </a:bodyPr>
          <a:lstStyle/>
          <a:p>
            <a:endParaRPr lang="en-US"/>
          </a:p>
        </p:txBody>
      </p:sp>
      <p:sp>
        <p:nvSpPr>
          <p:cNvPr id="12" name="Picture Placeholder 11"/>
          <p:cNvSpPr>
            <a:spLocks noGrp="1"/>
          </p:cNvSpPr>
          <p:nvPr>
            <p:ph type="pic" sz="quarter" idx="12"/>
          </p:nvPr>
        </p:nvSpPr>
        <p:spPr>
          <a:xfrm>
            <a:off x="5180645" y="2561845"/>
            <a:ext cx="808520" cy="1470660"/>
          </a:xfrm>
          <a:custGeom>
            <a:avLst/>
            <a:gdLst>
              <a:gd name="connsiteX0" fmla="*/ 0 w 808520"/>
              <a:gd name="connsiteY0" fmla="*/ 0 h 1470660"/>
              <a:gd name="connsiteX1" fmla="*/ 808520 w 808520"/>
              <a:gd name="connsiteY1" fmla="*/ 0 h 1470660"/>
              <a:gd name="connsiteX2" fmla="*/ 808520 w 808520"/>
              <a:gd name="connsiteY2" fmla="*/ 1470660 h 1470660"/>
              <a:gd name="connsiteX3" fmla="*/ 0 w 808520"/>
              <a:gd name="connsiteY3" fmla="*/ 1470660 h 1470660"/>
            </a:gdLst>
            <a:ahLst/>
            <a:cxnLst>
              <a:cxn ang="0">
                <a:pos x="connsiteX0" y="connsiteY0"/>
              </a:cxn>
              <a:cxn ang="0">
                <a:pos x="connsiteX1" y="connsiteY1"/>
              </a:cxn>
              <a:cxn ang="0">
                <a:pos x="connsiteX2" y="connsiteY2"/>
              </a:cxn>
              <a:cxn ang="0">
                <a:pos x="connsiteX3" y="connsiteY3"/>
              </a:cxn>
            </a:cxnLst>
            <a:rect l="l" t="t" r="r" b="b"/>
            <a:pathLst>
              <a:path w="808520" h="1470660">
                <a:moveTo>
                  <a:pt x="0" y="0"/>
                </a:moveTo>
                <a:lnTo>
                  <a:pt x="808520" y="0"/>
                </a:lnTo>
                <a:lnTo>
                  <a:pt x="808520" y="1470660"/>
                </a:lnTo>
                <a:lnTo>
                  <a:pt x="0" y="1470660"/>
                </a:lnTo>
                <a:close/>
              </a:path>
            </a:pathLst>
          </a:custGeom>
        </p:spPr>
        <p:txBody>
          <a:bodyPr wrap="square">
            <a:noAutofit/>
          </a:bodyPr>
          <a:lstStyle/>
          <a:p>
            <a:endParaRPr lang="en-US"/>
          </a:p>
        </p:txBody>
      </p:sp>
      <p:sp>
        <p:nvSpPr>
          <p:cNvPr id="15" name="Picture Placeholder 14"/>
          <p:cNvSpPr>
            <a:spLocks noGrp="1"/>
          </p:cNvSpPr>
          <p:nvPr>
            <p:ph type="pic" sz="quarter" idx="13"/>
          </p:nvPr>
        </p:nvSpPr>
        <p:spPr>
          <a:xfrm>
            <a:off x="5192774" y="1432661"/>
            <a:ext cx="3251028" cy="1799210"/>
          </a:xfrm>
          <a:custGeom>
            <a:avLst/>
            <a:gdLst>
              <a:gd name="connsiteX0" fmla="*/ 0 w 3251028"/>
              <a:gd name="connsiteY0" fmla="*/ 0 h 1799210"/>
              <a:gd name="connsiteX1" fmla="*/ 3251028 w 3251028"/>
              <a:gd name="connsiteY1" fmla="*/ 0 h 1799210"/>
              <a:gd name="connsiteX2" fmla="*/ 3251028 w 3251028"/>
              <a:gd name="connsiteY2" fmla="*/ 1799210 h 1799210"/>
              <a:gd name="connsiteX3" fmla="*/ 0 w 3251028"/>
              <a:gd name="connsiteY3" fmla="*/ 1799210 h 1799210"/>
            </a:gdLst>
            <a:ahLst/>
            <a:cxnLst>
              <a:cxn ang="0">
                <a:pos x="connsiteX0" y="connsiteY0"/>
              </a:cxn>
              <a:cxn ang="0">
                <a:pos x="connsiteX1" y="connsiteY1"/>
              </a:cxn>
              <a:cxn ang="0">
                <a:pos x="connsiteX2" y="connsiteY2"/>
              </a:cxn>
              <a:cxn ang="0">
                <a:pos x="connsiteX3" y="connsiteY3"/>
              </a:cxn>
            </a:cxnLst>
            <a:rect l="l" t="t" r="r" b="b"/>
            <a:pathLst>
              <a:path w="3251028" h="1799210">
                <a:moveTo>
                  <a:pt x="0" y="0"/>
                </a:moveTo>
                <a:lnTo>
                  <a:pt x="3251028" y="0"/>
                </a:lnTo>
                <a:lnTo>
                  <a:pt x="3251028" y="1799210"/>
                </a:lnTo>
                <a:lnTo>
                  <a:pt x="0" y="1799210"/>
                </a:lnTo>
                <a:close/>
              </a:path>
            </a:pathLst>
          </a:custGeom>
        </p:spPr>
        <p:txBody>
          <a:bodyPr wrap="square">
            <a:noAutofit/>
          </a:bodyPr>
          <a:lstStyle/>
          <a:p>
            <a:endParaRPr lang="en-US"/>
          </a:p>
        </p:txBody>
      </p:sp>
      <p:sp>
        <p:nvSpPr>
          <p:cNvPr id="18" name="Picture Placeholder 17"/>
          <p:cNvSpPr>
            <a:spLocks noGrp="1"/>
          </p:cNvSpPr>
          <p:nvPr>
            <p:ph type="pic" sz="quarter" idx="14"/>
          </p:nvPr>
        </p:nvSpPr>
        <p:spPr>
          <a:xfrm>
            <a:off x="8015829" y="2177936"/>
            <a:ext cx="1407826" cy="1915288"/>
          </a:xfrm>
          <a:custGeom>
            <a:avLst/>
            <a:gdLst>
              <a:gd name="connsiteX0" fmla="*/ 0 w 1407826"/>
              <a:gd name="connsiteY0" fmla="*/ 0 h 1915288"/>
              <a:gd name="connsiteX1" fmla="*/ 1407826 w 1407826"/>
              <a:gd name="connsiteY1" fmla="*/ 0 h 1915288"/>
              <a:gd name="connsiteX2" fmla="*/ 1407826 w 1407826"/>
              <a:gd name="connsiteY2" fmla="*/ 1915288 h 1915288"/>
              <a:gd name="connsiteX3" fmla="*/ 0 w 1407826"/>
              <a:gd name="connsiteY3" fmla="*/ 1915288 h 1915288"/>
            </a:gdLst>
            <a:ahLst/>
            <a:cxnLst>
              <a:cxn ang="0">
                <a:pos x="connsiteX0" y="connsiteY0"/>
              </a:cxn>
              <a:cxn ang="0">
                <a:pos x="connsiteX1" y="connsiteY1"/>
              </a:cxn>
              <a:cxn ang="0">
                <a:pos x="connsiteX2" y="connsiteY2"/>
              </a:cxn>
              <a:cxn ang="0">
                <a:pos x="connsiteX3" y="connsiteY3"/>
              </a:cxn>
            </a:cxnLst>
            <a:rect l="l" t="t" r="r" b="b"/>
            <a:pathLst>
              <a:path w="1407826" h="1915288">
                <a:moveTo>
                  <a:pt x="0" y="0"/>
                </a:moveTo>
                <a:lnTo>
                  <a:pt x="1407826" y="0"/>
                </a:lnTo>
                <a:lnTo>
                  <a:pt x="1407826" y="1915288"/>
                </a:lnTo>
                <a:lnTo>
                  <a:pt x="0" y="1915288"/>
                </a:lnTo>
                <a:close/>
              </a:path>
            </a:pathLst>
          </a:custGeom>
        </p:spPr>
        <p:txBody>
          <a:bodyPr wrap="square">
            <a:noAutofit/>
          </a:bodyPr>
          <a:lstStyle/>
          <a:p>
            <a:endParaRPr lang="en-US"/>
          </a:p>
        </p:txBody>
      </p:sp>
    </p:spTree>
    <p:extLst>
      <p:ext uri="{BB962C8B-B14F-4D97-AF65-F5344CB8AC3E}">
        <p14:creationId xmlns:p14="http://schemas.microsoft.com/office/powerpoint/2010/main" val="4261508439"/>
      </p:ext>
    </p:extLst>
  </p:cSld>
  <p:clrMapOvr>
    <a:masterClrMapping/>
  </p:clrMapOvr>
  <p:transition spd="slow">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0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
            <a:ext cx="12192000" cy="3438144"/>
          </a:xfrm>
        </p:spPr>
        <p:txBody>
          <a:bodyPr/>
          <a:lstStyle/>
          <a:p>
            <a:endParaRPr lang="en-US"/>
          </a:p>
        </p:txBody>
      </p:sp>
      <p:sp>
        <p:nvSpPr>
          <p:cNvPr id="7" name="Picture Placeholder 6"/>
          <p:cNvSpPr>
            <a:spLocks noGrp="1"/>
          </p:cNvSpPr>
          <p:nvPr>
            <p:ph type="pic" sz="quarter" idx="11"/>
          </p:nvPr>
        </p:nvSpPr>
        <p:spPr>
          <a:xfrm>
            <a:off x="4606902" y="1967484"/>
            <a:ext cx="1776312" cy="3231028"/>
          </a:xfrm>
          <a:custGeom>
            <a:avLst/>
            <a:gdLst>
              <a:gd name="connsiteX0" fmla="*/ 0 w 1776312"/>
              <a:gd name="connsiteY0" fmla="*/ 0 h 3231028"/>
              <a:gd name="connsiteX1" fmla="*/ 1776312 w 1776312"/>
              <a:gd name="connsiteY1" fmla="*/ 0 h 3231028"/>
              <a:gd name="connsiteX2" fmla="*/ 1776312 w 1776312"/>
              <a:gd name="connsiteY2" fmla="*/ 3231028 h 3231028"/>
              <a:gd name="connsiteX3" fmla="*/ 0 w 1776312"/>
              <a:gd name="connsiteY3" fmla="*/ 3231028 h 3231028"/>
            </a:gdLst>
            <a:ahLst/>
            <a:cxnLst>
              <a:cxn ang="0">
                <a:pos x="connsiteX0" y="connsiteY0"/>
              </a:cxn>
              <a:cxn ang="0">
                <a:pos x="connsiteX1" y="connsiteY1"/>
              </a:cxn>
              <a:cxn ang="0">
                <a:pos x="connsiteX2" y="connsiteY2"/>
              </a:cxn>
              <a:cxn ang="0">
                <a:pos x="connsiteX3" y="connsiteY3"/>
              </a:cxn>
            </a:cxnLst>
            <a:rect l="l" t="t" r="r" b="b"/>
            <a:pathLst>
              <a:path w="1776312" h="3231028">
                <a:moveTo>
                  <a:pt x="0" y="0"/>
                </a:moveTo>
                <a:lnTo>
                  <a:pt x="1776312" y="0"/>
                </a:lnTo>
                <a:lnTo>
                  <a:pt x="1776312" y="3231028"/>
                </a:lnTo>
                <a:lnTo>
                  <a:pt x="0" y="3231028"/>
                </a:lnTo>
                <a:close/>
              </a:path>
            </a:pathLst>
          </a:custGeom>
        </p:spPr>
        <p:txBody>
          <a:bodyPr wrap="square">
            <a:noAutofit/>
          </a:bodyPr>
          <a:lstStyle/>
          <a:p>
            <a:endParaRPr lang="en-US"/>
          </a:p>
        </p:txBody>
      </p:sp>
      <p:sp>
        <p:nvSpPr>
          <p:cNvPr id="10" name="Picture Placeholder 9"/>
          <p:cNvSpPr>
            <a:spLocks noGrp="1"/>
          </p:cNvSpPr>
          <p:nvPr>
            <p:ph type="pic" sz="quarter" idx="12"/>
          </p:nvPr>
        </p:nvSpPr>
        <p:spPr>
          <a:xfrm>
            <a:off x="6344446" y="2202263"/>
            <a:ext cx="1776312" cy="3231028"/>
          </a:xfrm>
          <a:custGeom>
            <a:avLst/>
            <a:gdLst>
              <a:gd name="connsiteX0" fmla="*/ 0 w 1776312"/>
              <a:gd name="connsiteY0" fmla="*/ 0 h 3231028"/>
              <a:gd name="connsiteX1" fmla="*/ 1776312 w 1776312"/>
              <a:gd name="connsiteY1" fmla="*/ 0 h 3231028"/>
              <a:gd name="connsiteX2" fmla="*/ 1776312 w 1776312"/>
              <a:gd name="connsiteY2" fmla="*/ 3231028 h 3231028"/>
              <a:gd name="connsiteX3" fmla="*/ 0 w 1776312"/>
              <a:gd name="connsiteY3" fmla="*/ 3231028 h 3231028"/>
            </a:gdLst>
            <a:ahLst/>
            <a:cxnLst>
              <a:cxn ang="0">
                <a:pos x="connsiteX0" y="connsiteY0"/>
              </a:cxn>
              <a:cxn ang="0">
                <a:pos x="connsiteX1" y="connsiteY1"/>
              </a:cxn>
              <a:cxn ang="0">
                <a:pos x="connsiteX2" y="connsiteY2"/>
              </a:cxn>
              <a:cxn ang="0">
                <a:pos x="connsiteX3" y="connsiteY3"/>
              </a:cxn>
            </a:cxnLst>
            <a:rect l="l" t="t" r="r" b="b"/>
            <a:pathLst>
              <a:path w="1776312" h="3231028">
                <a:moveTo>
                  <a:pt x="0" y="0"/>
                </a:moveTo>
                <a:lnTo>
                  <a:pt x="1776312" y="0"/>
                </a:lnTo>
                <a:lnTo>
                  <a:pt x="1776312" y="3231028"/>
                </a:lnTo>
                <a:lnTo>
                  <a:pt x="0" y="3231028"/>
                </a:lnTo>
                <a:close/>
              </a:path>
            </a:pathLst>
          </a:custGeom>
        </p:spPr>
        <p:txBody>
          <a:bodyPr wrap="square">
            <a:noAutofit/>
          </a:bodyPr>
          <a:lstStyle/>
          <a:p>
            <a:endParaRPr lang="en-US"/>
          </a:p>
        </p:txBody>
      </p:sp>
    </p:spTree>
    <p:extLst>
      <p:ext uri="{BB962C8B-B14F-4D97-AF65-F5344CB8AC3E}">
        <p14:creationId xmlns:p14="http://schemas.microsoft.com/office/powerpoint/2010/main" val="1995041350"/>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1_Title Slide">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1290824" y="1999821"/>
            <a:ext cx="3612956" cy="2255656"/>
          </a:xfrm>
          <a:custGeom>
            <a:avLst/>
            <a:gdLst>
              <a:gd name="connsiteX0" fmla="*/ 0 w 3612956"/>
              <a:gd name="connsiteY0" fmla="*/ 0 h 2255656"/>
              <a:gd name="connsiteX1" fmla="*/ 3612956 w 3612956"/>
              <a:gd name="connsiteY1" fmla="*/ 0 h 2255656"/>
              <a:gd name="connsiteX2" fmla="*/ 3612956 w 3612956"/>
              <a:gd name="connsiteY2" fmla="*/ 2255656 h 2255656"/>
              <a:gd name="connsiteX3" fmla="*/ 0 w 3612956"/>
              <a:gd name="connsiteY3" fmla="*/ 2255656 h 2255656"/>
            </a:gdLst>
            <a:ahLst/>
            <a:cxnLst>
              <a:cxn ang="0">
                <a:pos x="connsiteX0" y="connsiteY0"/>
              </a:cxn>
              <a:cxn ang="0">
                <a:pos x="connsiteX1" y="connsiteY1"/>
              </a:cxn>
              <a:cxn ang="0">
                <a:pos x="connsiteX2" y="connsiteY2"/>
              </a:cxn>
              <a:cxn ang="0">
                <a:pos x="connsiteX3" y="connsiteY3"/>
              </a:cxn>
            </a:cxnLst>
            <a:rect l="l" t="t" r="r" b="b"/>
            <a:pathLst>
              <a:path w="3612956" h="2255656">
                <a:moveTo>
                  <a:pt x="0" y="0"/>
                </a:moveTo>
                <a:lnTo>
                  <a:pt x="3612956" y="0"/>
                </a:lnTo>
                <a:lnTo>
                  <a:pt x="3612956" y="2255656"/>
                </a:lnTo>
                <a:lnTo>
                  <a:pt x="0" y="2255656"/>
                </a:lnTo>
                <a:close/>
              </a:path>
            </a:pathLst>
          </a:custGeom>
        </p:spPr>
        <p:txBody>
          <a:bodyPr wrap="square">
            <a:noAutofit/>
          </a:bodyPr>
          <a:lstStyle/>
          <a:p>
            <a:endParaRPr lang="en-US"/>
          </a:p>
        </p:txBody>
      </p:sp>
      <p:sp>
        <p:nvSpPr>
          <p:cNvPr id="12" name="Picture Placeholder 11"/>
          <p:cNvSpPr>
            <a:spLocks noGrp="1"/>
          </p:cNvSpPr>
          <p:nvPr>
            <p:ph type="pic" sz="quarter" idx="12"/>
          </p:nvPr>
        </p:nvSpPr>
        <p:spPr>
          <a:xfrm>
            <a:off x="4476261" y="3373832"/>
            <a:ext cx="1133041" cy="1994581"/>
          </a:xfrm>
          <a:custGeom>
            <a:avLst/>
            <a:gdLst>
              <a:gd name="connsiteX0" fmla="*/ 0 w 1133041"/>
              <a:gd name="connsiteY0" fmla="*/ 0 h 1994581"/>
              <a:gd name="connsiteX1" fmla="*/ 1133041 w 1133041"/>
              <a:gd name="connsiteY1" fmla="*/ 0 h 1994581"/>
              <a:gd name="connsiteX2" fmla="*/ 1133041 w 1133041"/>
              <a:gd name="connsiteY2" fmla="*/ 1994581 h 1994581"/>
              <a:gd name="connsiteX3" fmla="*/ 0 w 1133041"/>
              <a:gd name="connsiteY3" fmla="*/ 1994581 h 1994581"/>
            </a:gdLst>
            <a:ahLst/>
            <a:cxnLst>
              <a:cxn ang="0">
                <a:pos x="connsiteX0" y="connsiteY0"/>
              </a:cxn>
              <a:cxn ang="0">
                <a:pos x="connsiteX1" y="connsiteY1"/>
              </a:cxn>
              <a:cxn ang="0">
                <a:pos x="connsiteX2" y="connsiteY2"/>
              </a:cxn>
              <a:cxn ang="0">
                <a:pos x="connsiteX3" y="connsiteY3"/>
              </a:cxn>
            </a:cxnLst>
            <a:rect l="l" t="t" r="r" b="b"/>
            <a:pathLst>
              <a:path w="1133041" h="1994581">
                <a:moveTo>
                  <a:pt x="0" y="0"/>
                </a:moveTo>
                <a:lnTo>
                  <a:pt x="1133041" y="0"/>
                </a:lnTo>
                <a:lnTo>
                  <a:pt x="1133041" y="1994581"/>
                </a:lnTo>
                <a:lnTo>
                  <a:pt x="0" y="1994581"/>
                </a:lnTo>
                <a:close/>
              </a:path>
            </a:pathLst>
          </a:custGeom>
        </p:spPr>
        <p:txBody>
          <a:bodyPr wrap="square">
            <a:noAutofit/>
          </a:bodyPr>
          <a:lstStyle/>
          <a:p>
            <a:endParaRPr lang="en-US"/>
          </a:p>
        </p:txBody>
      </p:sp>
    </p:spTree>
    <p:extLst>
      <p:ext uri="{BB962C8B-B14F-4D97-AF65-F5344CB8AC3E}">
        <p14:creationId xmlns:p14="http://schemas.microsoft.com/office/powerpoint/2010/main" val="1587463022"/>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3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6777537" y="1885985"/>
            <a:ext cx="1829749" cy="3328228"/>
          </a:xfrm>
          <a:custGeom>
            <a:avLst/>
            <a:gdLst>
              <a:gd name="connsiteX0" fmla="*/ 0 w 1829749"/>
              <a:gd name="connsiteY0" fmla="*/ 0 h 3328228"/>
              <a:gd name="connsiteX1" fmla="*/ 1829749 w 1829749"/>
              <a:gd name="connsiteY1" fmla="*/ 0 h 3328228"/>
              <a:gd name="connsiteX2" fmla="*/ 1829749 w 1829749"/>
              <a:gd name="connsiteY2" fmla="*/ 3328228 h 3328228"/>
              <a:gd name="connsiteX3" fmla="*/ 0 w 1829749"/>
              <a:gd name="connsiteY3" fmla="*/ 3328228 h 3328228"/>
            </a:gdLst>
            <a:ahLst/>
            <a:cxnLst>
              <a:cxn ang="0">
                <a:pos x="connsiteX0" y="connsiteY0"/>
              </a:cxn>
              <a:cxn ang="0">
                <a:pos x="connsiteX1" y="connsiteY1"/>
              </a:cxn>
              <a:cxn ang="0">
                <a:pos x="connsiteX2" y="connsiteY2"/>
              </a:cxn>
              <a:cxn ang="0">
                <a:pos x="connsiteX3" y="connsiteY3"/>
              </a:cxn>
            </a:cxnLst>
            <a:rect l="l" t="t" r="r" b="b"/>
            <a:pathLst>
              <a:path w="1829749" h="3328228">
                <a:moveTo>
                  <a:pt x="0" y="0"/>
                </a:moveTo>
                <a:lnTo>
                  <a:pt x="1829749" y="0"/>
                </a:lnTo>
                <a:lnTo>
                  <a:pt x="1829749" y="3328228"/>
                </a:lnTo>
                <a:lnTo>
                  <a:pt x="0" y="3328228"/>
                </a:lnTo>
                <a:close/>
              </a:path>
            </a:pathLst>
          </a:custGeom>
        </p:spPr>
        <p:txBody>
          <a:bodyPr wrap="square">
            <a:noAutofit/>
          </a:bodyPr>
          <a:lstStyle/>
          <a:p>
            <a:endParaRPr lang="en-US"/>
          </a:p>
        </p:txBody>
      </p:sp>
      <p:sp>
        <p:nvSpPr>
          <p:cNvPr id="11" name="Picture Placeholder 10"/>
          <p:cNvSpPr>
            <a:spLocks noGrp="1"/>
          </p:cNvSpPr>
          <p:nvPr>
            <p:ph type="pic" sz="quarter" idx="11"/>
          </p:nvPr>
        </p:nvSpPr>
        <p:spPr>
          <a:xfrm>
            <a:off x="8607286" y="2432075"/>
            <a:ext cx="1318529" cy="2398342"/>
          </a:xfrm>
          <a:custGeom>
            <a:avLst/>
            <a:gdLst>
              <a:gd name="connsiteX0" fmla="*/ 0 w 1318529"/>
              <a:gd name="connsiteY0" fmla="*/ 0 h 2398342"/>
              <a:gd name="connsiteX1" fmla="*/ 1318529 w 1318529"/>
              <a:gd name="connsiteY1" fmla="*/ 0 h 2398342"/>
              <a:gd name="connsiteX2" fmla="*/ 1318529 w 1318529"/>
              <a:gd name="connsiteY2" fmla="*/ 2398342 h 2398342"/>
              <a:gd name="connsiteX3" fmla="*/ 0 w 1318529"/>
              <a:gd name="connsiteY3" fmla="*/ 2398342 h 2398342"/>
            </a:gdLst>
            <a:ahLst/>
            <a:cxnLst>
              <a:cxn ang="0">
                <a:pos x="connsiteX0" y="connsiteY0"/>
              </a:cxn>
              <a:cxn ang="0">
                <a:pos x="connsiteX1" y="connsiteY1"/>
              </a:cxn>
              <a:cxn ang="0">
                <a:pos x="connsiteX2" y="connsiteY2"/>
              </a:cxn>
              <a:cxn ang="0">
                <a:pos x="connsiteX3" y="connsiteY3"/>
              </a:cxn>
            </a:cxnLst>
            <a:rect l="l" t="t" r="r" b="b"/>
            <a:pathLst>
              <a:path w="1318529" h="2398342">
                <a:moveTo>
                  <a:pt x="0" y="0"/>
                </a:moveTo>
                <a:lnTo>
                  <a:pt x="1318529" y="0"/>
                </a:lnTo>
                <a:lnTo>
                  <a:pt x="1318529" y="2398342"/>
                </a:lnTo>
                <a:lnTo>
                  <a:pt x="0" y="2398342"/>
                </a:lnTo>
                <a:close/>
              </a:path>
            </a:pathLst>
          </a:custGeom>
        </p:spPr>
        <p:txBody>
          <a:bodyPr wrap="square">
            <a:noAutofit/>
          </a:bodyPr>
          <a:lstStyle/>
          <a:p>
            <a:endParaRPr lang="en-US"/>
          </a:p>
        </p:txBody>
      </p:sp>
    </p:spTree>
    <p:extLst>
      <p:ext uri="{BB962C8B-B14F-4D97-AF65-F5344CB8AC3E}">
        <p14:creationId xmlns:p14="http://schemas.microsoft.com/office/powerpoint/2010/main" val="1123303932"/>
      </p:ext>
    </p:extLst>
  </p:cSld>
  <p:clrMapOvr>
    <a:masterClrMapping/>
  </p:clrMapOvr>
  <p:transition spd="slow">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9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1"/>
            <a:ext cx="12192000" cy="3438144"/>
          </a:xfrm>
        </p:spPr>
        <p:txBody>
          <a:bodyPr/>
          <a:lstStyle/>
          <a:p>
            <a:endParaRPr lang="en-US"/>
          </a:p>
        </p:txBody>
      </p:sp>
      <p:sp>
        <p:nvSpPr>
          <p:cNvPr id="9" name="Picture Placeholder 8"/>
          <p:cNvSpPr>
            <a:spLocks noGrp="1"/>
          </p:cNvSpPr>
          <p:nvPr>
            <p:ph type="pic" sz="quarter" idx="11"/>
          </p:nvPr>
        </p:nvSpPr>
        <p:spPr>
          <a:xfrm>
            <a:off x="2152357" y="2349304"/>
            <a:ext cx="2602523" cy="1624818"/>
          </a:xfrm>
          <a:custGeom>
            <a:avLst/>
            <a:gdLst>
              <a:gd name="connsiteX0" fmla="*/ 0 w 2602523"/>
              <a:gd name="connsiteY0" fmla="*/ 0 h 1624818"/>
              <a:gd name="connsiteX1" fmla="*/ 2602523 w 2602523"/>
              <a:gd name="connsiteY1" fmla="*/ 0 h 1624818"/>
              <a:gd name="connsiteX2" fmla="*/ 2602523 w 2602523"/>
              <a:gd name="connsiteY2" fmla="*/ 1624818 h 1624818"/>
              <a:gd name="connsiteX3" fmla="*/ 0 w 2602523"/>
              <a:gd name="connsiteY3" fmla="*/ 1624818 h 1624818"/>
            </a:gdLst>
            <a:ahLst/>
            <a:cxnLst>
              <a:cxn ang="0">
                <a:pos x="connsiteX0" y="connsiteY0"/>
              </a:cxn>
              <a:cxn ang="0">
                <a:pos x="connsiteX1" y="connsiteY1"/>
              </a:cxn>
              <a:cxn ang="0">
                <a:pos x="connsiteX2" y="connsiteY2"/>
              </a:cxn>
              <a:cxn ang="0">
                <a:pos x="connsiteX3" y="connsiteY3"/>
              </a:cxn>
            </a:cxnLst>
            <a:rect l="l" t="t" r="r" b="b"/>
            <a:pathLst>
              <a:path w="2602523" h="1624818">
                <a:moveTo>
                  <a:pt x="0" y="0"/>
                </a:moveTo>
                <a:lnTo>
                  <a:pt x="2602523" y="0"/>
                </a:lnTo>
                <a:lnTo>
                  <a:pt x="2602523" y="1624818"/>
                </a:lnTo>
                <a:lnTo>
                  <a:pt x="0" y="1624818"/>
                </a:lnTo>
                <a:close/>
              </a:path>
            </a:pathLst>
          </a:custGeom>
        </p:spPr>
        <p:txBody>
          <a:bodyPr wrap="square">
            <a:noAutofit/>
          </a:bodyPr>
          <a:lstStyle/>
          <a:p>
            <a:endParaRPr lang="en-US"/>
          </a:p>
        </p:txBody>
      </p:sp>
      <p:sp>
        <p:nvSpPr>
          <p:cNvPr id="12" name="Picture Placeholder 11"/>
          <p:cNvSpPr>
            <a:spLocks noGrp="1"/>
          </p:cNvSpPr>
          <p:nvPr>
            <p:ph type="pic" sz="quarter" idx="12"/>
          </p:nvPr>
        </p:nvSpPr>
        <p:spPr>
          <a:xfrm>
            <a:off x="4677645" y="1425864"/>
            <a:ext cx="3251028" cy="1799210"/>
          </a:xfrm>
          <a:custGeom>
            <a:avLst/>
            <a:gdLst>
              <a:gd name="connsiteX0" fmla="*/ 0 w 3251028"/>
              <a:gd name="connsiteY0" fmla="*/ 0 h 1799210"/>
              <a:gd name="connsiteX1" fmla="*/ 3251028 w 3251028"/>
              <a:gd name="connsiteY1" fmla="*/ 0 h 1799210"/>
              <a:gd name="connsiteX2" fmla="*/ 3251028 w 3251028"/>
              <a:gd name="connsiteY2" fmla="*/ 1799210 h 1799210"/>
              <a:gd name="connsiteX3" fmla="*/ 0 w 3251028"/>
              <a:gd name="connsiteY3" fmla="*/ 1799210 h 1799210"/>
            </a:gdLst>
            <a:ahLst/>
            <a:cxnLst>
              <a:cxn ang="0">
                <a:pos x="connsiteX0" y="connsiteY0"/>
              </a:cxn>
              <a:cxn ang="0">
                <a:pos x="connsiteX1" y="connsiteY1"/>
              </a:cxn>
              <a:cxn ang="0">
                <a:pos x="connsiteX2" y="connsiteY2"/>
              </a:cxn>
              <a:cxn ang="0">
                <a:pos x="connsiteX3" y="connsiteY3"/>
              </a:cxn>
            </a:cxnLst>
            <a:rect l="l" t="t" r="r" b="b"/>
            <a:pathLst>
              <a:path w="3251028" h="1799210">
                <a:moveTo>
                  <a:pt x="0" y="0"/>
                </a:moveTo>
                <a:lnTo>
                  <a:pt x="3251028" y="0"/>
                </a:lnTo>
                <a:lnTo>
                  <a:pt x="3251028" y="1799210"/>
                </a:lnTo>
                <a:lnTo>
                  <a:pt x="0" y="1799210"/>
                </a:lnTo>
                <a:close/>
              </a:path>
            </a:pathLst>
          </a:custGeom>
        </p:spPr>
        <p:txBody>
          <a:bodyPr wrap="square">
            <a:noAutofit/>
          </a:bodyPr>
          <a:lstStyle/>
          <a:p>
            <a:endParaRPr lang="en-US"/>
          </a:p>
        </p:txBody>
      </p:sp>
      <p:sp>
        <p:nvSpPr>
          <p:cNvPr id="15" name="Picture Placeholder 14"/>
          <p:cNvSpPr>
            <a:spLocks noGrp="1"/>
          </p:cNvSpPr>
          <p:nvPr>
            <p:ph type="pic" sz="quarter" idx="13"/>
          </p:nvPr>
        </p:nvSpPr>
        <p:spPr>
          <a:xfrm>
            <a:off x="7491246" y="2220539"/>
            <a:ext cx="1407826" cy="1915288"/>
          </a:xfrm>
          <a:custGeom>
            <a:avLst/>
            <a:gdLst>
              <a:gd name="connsiteX0" fmla="*/ 0 w 1407826"/>
              <a:gd name="connsiteY0" fmla="*/ 0 h 1915288"/>
              <a:gd name="connsiteX1" fmla="*/ 1407826 w 1407826"/>
              <a:gd name="connsiteY1" fmla="*/ 0 h 1915288"/>
              <a:gd name="connsiteX2" fmla="*/ 1407826 w 1407826"/>
              <a:gd name="connsiteY2" fmla="*/ 1915288 h 1915288"/>
              <a:gd name="connsiteX3" fmla="*/ 0 w 1407826"/>
              <a:gd name="connsiteY3" fmla="*/ 1915288 h 1915288"/>
            </a:gdLst>
            <a:ahLst/>
            <a:cxnLst>
              <a:cxn ang="0">
                <a:pos x="connsiteX0" y="connsiteY0"/>
              </a:cxn>
              <a:cxn ang="0">
                <a:pos x="connsiteX1" y="connsiteY1"/>
              </a:cxn>
              <a:cxn ang="0">
                <a:pos x="connsiteX2" y="connsiteY2"/>
              </a:cxn>
              <a:cxn ang="0">
                <a:pos x="connsiteX3" y="connsiteY3"/>
              </a:cxn>
            </a:cxnLst>
            <a:rect l="l" t="t" r="r" b="b"/>
            <a:pathLst>
              <a:path w="1407826" h="1915288">
                <a:moveTo>
                  <a:pt x="0" y="0"/>
                </a:moveTo>
                <a:lnTo>
                  <a:pt x="1407826" y="0"/>
                </a:lnTo>
                <a:lnTo>
                  <a:pt x="1407826" y="1915288"/>
                </a:lnTo>
                <a:lnTo>
                  <a:pt x="0" y="1915288"/>
                </a:lnTo>
                <a:close/>
              </a:path>
            </a:pathLst>
          </a:custGeom>
        </p:spPr>
        <p:txBody>
          <a:bodyPr wrap="square">
            <a:noAutofit/>
          </a:bodyPr>
          <a:lstStyle/>
          <a:p>
            <a:endParaRPr lang="en-US"/>
          </a:p>
        </p:txBody>
      </p:sp>
      <p:sp>
        <p:nvSpPr>
          <p:cNvPr id="18" name="Picture Placeholder 17"/>
          <p:cNvSpPr>
            <a:spLocks noGrp="1"/>
          </p:cNvSpPr>
          <p:nvPr>
            <p:ph type="pic" sz="quarter" idx="14"/>
          </p:nvPr>
        </p:nvSpPr>
        <p:spPr>
          <a:xfrm>
            <a:off x="9252699" y="2606041"/>
            <a:ext cx="808520" cy="1470660"/>
          </a:xfrm>
          <a:custGeom>
            <a:avLst/>
            <a:gdLst>
              <a:gd name="connsiteX0" fmla="*/ 0 w 808520"/>
              <a:gd name="connsiteY0" fmla="*/ 0 h 1470660"/>
              <a:gd name="connsiteX1" fmla="*/ 808520 w 808520"/>
              <a:gd name="connsiteY1" fmla="*/ 0 h 1470660"/>
              <a:gd name="connsiteX2" fmla="*/ 808520 w 808520"/>
              <a:gd name="connsiteY2" fmla="*/ 1470660 h 1470660"/>
              <a:gd name="connsiteX3" fmla="*/ 0 w 808520"/>
              <a:gd name="connsiteY3" fmla="*/ 1470660 h 1470660"/>
            </a:gdLst>
            <a:ahLst/>
            <a:cxnLst>
              <a:cxn ang="0">
                <a:pos x="connsiteX0" y="connsiteY0"/>
              </a:cxn>
              <a:cxn ang="0">
                <a:pos x="connsiteX1" y="connsiteY1"/>
              </a:cxn>
              <a:cxn ang="0">
                <a:pos x="connsiteX2" y="connsiteY2"/>
              </a:cxn>
              <a:cxn ang="0">
                <a:pos x="connsiteX3" y="connsiteY3"/>
              </a:cxn>
            </a:cxnLst>
            <a:rect l="l" t="t" r="r" b="b"/>
            <a:pathLst>
              <a:path w="808520" h="1470660">
                <a:moveTo>
                  <a:pt x="0" y="0"/>
                </a:moveTo>
                <a:lnTo>
                  <a:pt x="808520" y="0"/>
                </a:lnTo>
                <a:lnTo>
                  <a:pt x="808520" y="1470660"/>
                </a:lnTo>
                <a:lnTo>
                  <a:pt x="0" y="1470660"/>
                </a:lnTo>
                <a:close/>
              </a:path>
            </a:pathLst>
          </a:custGeom>
        </p:spPr>
        <p:txBody>
          <a:bodyPr wrap="square">
            <a:noAutofit/>
          </a:bodyPr>
          <a:lstStyle/>
          <a:p>
            <a:endParaRPr lang="en-US"/>
          </a:p>
        </p:txBody>
      </p:sp>
    </p:spTree>
    <p:extLst>
      <p:ext uri="{BB962C8B-B14F-4D97-AF65-F5344CB8AC3E}">
        <p14:creationId xmlns:p14="http://schemas.microsoft.com/office/powerpoint/2010/main" val="3773020634"/>
      </p:ext>
    </p:extLst>
  </p:cSld>
  <p:clrMapOvr>
    <a:masterClrMapping/>
  </p:clrMapOvr>
  <p:transition spd="slow">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3176333" y="1738163"/>
            <a:ext cx="1395664" cy="1395664"/>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p>
            <a:endParaRPr lang="en-US"/>
          </a:p>
        </p:txBody>
      </p:sp>
      <p:sp>
        <p:nvSpPr>
          <p:cNvPr id="11" name="Picture Placeholder 10"/>
          <p:cNvSpPr>
            <a:spLocks noGrp="1"/>
          </p:cNvSpPr>
          <p:nvPr>
            <p:ph type="pic" sz="quarter" idx="11"/>
          </p:nvPr>
        </p:nvSpPr>
        <p:spPr>
          <a:xfrm>
            <a:off x="5789387" y="4272814"/>
            <a:ext cx="1395664" cy="1395664"/>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p>
            <a:endParaRPr lang="en-US"/>
          </a:p>
        </p:txBody>
      </p:sp>
      <p:sp>
        <p:nvSpPr>
          <p:cNvPr id="14" name="Picture Placeholder 13"/>
          <p:cNvSpPr>
            <a:spLocks noGrp="1"/>
          </p:cNvSpPr>
          <p:nvPr>
            <p:ph type="pic" sz="quarter" idx="12"/>
          </p:nvPr>
        </p:nvSpPr>
        <p:spPr>
          <a:xfrm>
            <a:off x="8402443" y="1738163"/>
            <a:ext cx="1395664" cy="1395664"/>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531219283"/>
      </p:ext>
    </p:extLst>
  </p:cSld>
  <p:clrMapOvr>
    <a:masterClrMapping/>
  </p:clrMapOvr>
  <p:transition spd="slow">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a:xfrm>
            <a:off x="2281989" y="1738163"/>
            <a:ext cx="1395664" cy="1395664"/>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p>
            <a:endParaRPr lang="en-US"/>
          </a:p>
        </p:txBody>
      </p:sp>
      <p:sp>
        <p:nvSpPr>
          <p:cNvPr id="15" name="Picture Placeholder 14"/>
          <p:cNvSpPr>
            <a:spLocks noGrp="1"/>
          </p:cNvSpPr>
          <p:nvPr>
            <p:ph type="pic" sz="quarter" idx="11"/>
          </p:nvPr>
        </p:nvSpPr>
        <p:spPr>
          <a:xfrm>
            <a:off x="5398168" y="4272815"/>
            <a:ext cx="1395664" cy="1395664"/>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p>
            <a:endParaRPr lang="en-US"/>
          </a:p>
        </p:txBody>
      </p:sp>
      <p:sp>
        <p:nvSpPr>
          <p:cNvPr id="13" name="Picture Placeholder 12"/>
          <p:cNvSpPr>
            <a:spLocks noGrp="1"/>
          </p:cNvSpPr>
          <p:nvPr>
            <p:ph type="pic" sz="quarter" idx="12"/>
          </p:nvPr>
        </p:nvSpPr>
        <p:spPr>
          <a:xfrm>
            <a:off x="8514347" y="1738163"/>
            <a:ext cx="1395664" cy="1395664"/>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684901539"/>
      </p:ext>
    </p:extLst>
  </p:cSld>
  <p:clrMapOvr>
    <a:masterClrMapping/>
  </p:clrMapOvr>
  <p:transition spd="slow">
    <p:wip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4_Title Slide">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8450377" y="1843789"/>
            <a:ext cx="2158584" cy="2158584"/>
          </a:xfrm>
          <a:custGeom>
            <a:avLst/>
            <a:gdLst>
              <a:gd name="connsiteX0" fmla="*/ 1079292 w 2158584"/>
              <a:gd name="connsiteY0" fmla="*/ 0 h 2158584"/>
              <a:gd name="connsiteX1" fmla="*/ 2158584 w 2158584"/>
              <a:gd name="connsiteY1" fmla="*/ 1079292 h 2158584"/>
              <a:gd name="connsiteX2" fmla="*/ 1079292 w 2158584"/>
              <a:gd name="connsiteY2" fmla="*/ 2158584 h 2158584"/>
              <a:gd name="connsiteX3" fmla="*/ 0 w 2158584"/>
              <a:gd name="connsiteY3" fmla="*/ 1079292 h 2158584"/>
              <a:gd name="connsiteX4" fmla="*/ 1079292 w 2158584"/>
              <a:gd name="connsiteY4" fmla="*/ 0 h 2158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584" h="2158584">
                <a:moveTo>
                  <a:pt x="1079292" y="0"/>
                </a:moveTo>
                <a:cubicBezTo>
                  <a:pt x="1675369" y="0"/>
                  <a:pt x="2158584" y="483215"/>
                  <a:pt x="2158584" y="1079292"/>
                </a:cubicBezTo>
                <a:cubicBezTo>
                  <a:pt x="2158584" y="1675369"/>
                  <a:pt x="1675369" y="2158584"/>
                  <a:pt x="1079292" y="2158584"/>
                </a:cubicBezTo>
                <a:cubicBezTo>
                  <a:pt x="483215" y="2158584"/>
                  <a:pt x="0" y="1675369"/>
                  <a:pt x="0" y="1079292"/>
                </a:cubicBezTo>
                <a:cubicBezTo>
                  <a:pt x="0" y="483215"/>
                  <a:pt x="483215" y="0"/>
                  <a:pt x="1079292" y="0"/>
                </a:cubicBezTo>
                <a:close/>
              </a:path>
            </a:pathLst>
          </a:custGeom>
        </p:spPr>
        <p:txBody>
          <a:bodyPr wrap="square">
            <a:noAutofit/>
          </a:bodyPr>
          <a:lstStyle/>
          <a:p>
            <a:endParaRPr lang="en-US"/>
          </a:p>
        </p:txBody>
      </p:sp>
      <p:sp>
        <p:nvSpPr>
          <p:cNvPr id="17" name="Picture Placeholder 16"/>
          <p:cNvSpPr>
            <a:spLocks noGrp="1"/>
          </p:cNvSpPr>
          <p:nvPr>
            <p:ph type="pic" sz="quarter" idx="11"/>
          </p:nvPr>
        </p:nvSpPr>
        <p:spPr>
          <a:xfrm>
            <a:off x="1588957" y="1843789"/>
            <a:ext cx="2158584" cy="2158584"/>
          </a:xfrm>
          <a:custGeom>
            <a:avLst/>
            <a:gdLst>
              <a:gd name="connsiteX0" fmla="*/ 1079292 w 2158584"/>
              <a:gd name="connsiteY0" fmla="*/ 0 h 2158584"/>
              <a:gd name="connsiteX1" fmla="*/ 2158584 w 2158584"/>
              <a:gd name="connsiteY1" fmla="*/ 1079292 h 2158584"/>
              <a:gd name="connsiteX2" fmla="*/ 1079292 w 2158584"/>
              <a:gd name="connsiteY2" fmla="*/ 2158584 h 2158584"/>
              <a:gd name="connsiteX3" fmla="*/ 0 w 2158584"/>
              <a:gd name="connsiteY3" fmla="*/ 1079292 h 2158584"/>
              <a:gd name="connsiteX4" fmla="*/ 1079292 w 2158584"/>
              <a:gd name="connsiteY4" fmla="*/ 0 h 2158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584" h="2158584">
                <a:moveTo>
                  <a:pt x="1079292" y="0"/>
                </a:moveTo>
                <a:cubicBezTo>
                  <a:pt x="1675369" y="0"/>
                  <a:pt x="2158584" y="483215"/>
                  <a:pt x="2158584" y="1079292"/>
                </a:cubicBezTo>
                <a:cubicBezTo>
                  <a:pt x="2158584" y="1675369"/>
                  <a:pt x="1675369" y="2158584"/>
                  <a:pt x="1079292" y="2158584"/>
                </a:cubicBezTo>
                <a:cubicBezTo>
                  <a:pt x="483215" y="2158584"/>
                  <a:pt x="0" y="1675369"/>
                  <a:pt x="0" y="1079292"/>
                </a:cubicBezTo>
                <a:cubicBezTo>
                  <a:pt x="0" y="483215"/>
                  <a:pt x="483215" y="0"/>
                  <a:pt x="1079292" y="0"/>
                </a:cubicBezTo>
                <a:close/>
              </a:path>
            </a:pathLst>
          </a:custGeom>
        </p:spPr>
        <p:txBody>
          <a:bodyPr wrap="square">
            <a:noAutofit/>
          </a:bodyPr>
          <a:lstStyle/>
          <a:p>
            <a:endParaRPr lang="en-US"/>
          </a:p>
        </p:txBody>
      </p:sp>
      <p:sp>
        <p:nvSpPr>
          <p:cNvPr id="14" name="Picture Placeholder 13"/>
          <p:cNvSpPr>
            <a:spLocks noGrp="1"/>
          </p:cNvSpPr>
          <p:nvPr>
            <p:ph type="pic" sz="quarter" idx="12"/>
          </p:nvPr>
        </p:nvSpPr>
        <p:spPr>
          <a:xfrm>
            <a:off x="5016708" y="1843789"/>
            <a:ext cx="2158584" cy="2158584"/>
          </a:xfrm>
          <a:custGeom>
            <a:avLst/>
            <a:gdLst>
              <a:gd name="connsiteX0" fmla="*/ 1079292 w 2158584"/>
              <a:gd name="connsiteY0" fmla="*/ 0 h 2158584"/>
              <a:gd name="connsiteX1" fmla="*/ 2158584 w 2158584"/>
              <a:gd name="connsiteY1" fmla="*/ 1079292 h 2158584"/>
              <a:gd name="connsiteX2" fmla="*/ 1079292 w 2158584"/>
              <a:gd name="connsiteY2" fmla="*/ 2158584 h 2158584"/>
              <a:gd name="connsiteX3" fmla="*/ 0 w 2158584"/>
              <a:gd name="connsiteY3" fmla="*/ 1079292 h 2158584"/>
              <a:gd name="connsiteX4" fmla="*/ 1079292 w 2158584"/>
              <a:gd name="connsiteY4" fmla="*/ 0 h 2158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584" h="2158584">
                <a:moveTo>
                  <a:pt x="1079292" y="0"/>
                </a:moveTo>
                <a:cubicBezTo>
                  <a:pt x="1675369" y="0"/>
                  <a:pt x="2158584" y="483215"/>
                  <a:pt x="2158584" y="1079292"/>
                </a:cubicBezTo>
                <a:cubicBezTo>
                  <a:pt x="2158584" y="1675369"/>
                  <a:pt x="1675369" y="2158584"/>
                  <a:pt x="1079292" y="2158584"/>
                </a:cubicBezTo>
                <a:cubicBezTo>
                  <a:pt x="483215" y="2158584"/>
                  <a:pt x="0" y="1675369"/>
                  <a:pt x="0" y="1079292"/>
                </a:cubicBezTo>
                <a:cubicBezTo>
                  <a:pt x="0" y="483215"/>
                  <a:pt x="483215" y="0"/>
                  <a:pt x="1079292"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490216231"/>
      </p:ext>
    </p:extLst>
  </p:cSld>
  <p:clrMapOvr>
    <a:masterClrMapping/>
  </p:clrMapOvr>
  <p:transition spd="slow">
    <p:wip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1475451" y="2314636"/>
            <a:ext cx="2850365" cy="2850365"/>
          </a:xfrm>
          <a:custGeom>
            <a:avLst/>
            <a:gdLst>
              <a:gd name="connsiteX0" fmla="*/ 1015705 w 2031410"/>
              <a:gd name="connsiteY0" fmla="*/ 0 h 2031410"/>
              <a:gd name="connsiteX1" fmla="*/ 2031410 w 2031410"/>
              <a:gd name="connsiteY1" fmla="*/ 1015705 h 2031410"/>
              <a:gd name="connsiteX2" fmla="*/ 1015705 w 2031410"/>
              <a:gd name="connsiteY2" fmla="*/ 2031410 h 2031410"/>
              <a:gd name="connsiteX3" fmla="*/ 0 w 2031410"/>
              <a:gd name="connsiteY3" fmla="*/ 1015705 h 2031410"/>
              <a:gd name="connsiteX4" fmla="*/ 1015705 w 2031410"/>
              <a:gd name="connsiteY4" fmla="*/ 0 h 2031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410" h="2031410">
                <a:moveTo>
                  <a:pt x="1015705" y="0"/>
                </a:moveTo>
                <a:cubicBezTo>
                  <a:pt x="1576663" y="0"/>
                  <a:pt x="2031410" y="454747"/>
                  <a:pt x="2031410" y="1015705"/>
                </a:cubicBezTo>
                <a:cubicBezTo>
                  <a:pt x="2031410" y="1576663"/>
                  <a:pt x="1576663" y="2031410"/>
                  <a:pt x="1015705" y="2031410"/>
                </a:cubicBezTo>
                <a:cubicBezTo>
                  <a:pt x="454747" y="2031410"/>
                  <a:pt x="0" y="1576663"/>
                  <a:pt x="0" y="1015705"/>
                </a:cubicBezTo>
                <a:cubicBezTo>
                  <a:pt x="0" y="454747"/>
                  <a:pt x="454747" y="0"/>
                  <a:pt x="101570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228916808"/>
      </p:ext>
    </p:extLst>
  </p:cSld>
  <p:clrMapOvr>
    <a:masterClrMapping/>
  </p:clrMapOvr>
  <p:transition spd="slow">
    <p:wip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3112477"/>
          </a:xfrm>
        </p:spPr>
        <p:txBody>
          <a:bodyPr/>
          <a:lstStyle/>
          <a:p>
            <a:endParaRPr lang="en-US"/>
          </a:p>
        </p:txBody>
      </p:sp>
      <p:sp>
        <p:nvSpPr>
          <p:cNvPr id="5" name="Picture Placeholder 6"/>
          <p:cNvSpPr>
            <a:spLocks noGrp="1"/>
          </p:cNvSpPr>
          <p:nvPr>
            <p:ph type="pic" sz="quarter" idx="11"/>
          </p:nvPr>
        </p:nvSpPr>
        <p:spPr>
          <a:xfrm>
            <a:off x="4864249" y="1880725"/>
            <a:ext cx="2463503" cy="2463503"/>
          </a:xfrm>
          <a:custGeom>
            <a:avLst/>
            <a:gdLst>
              <a:gd name="connsiteX0" fmla="*/ 1015705 w 2031410"/>
              <a:gd name="connsiteY0" fmla="*/ 0 h 2031410"/>
              <a:gd name="connsiteX1" fmla="*/ 2031410 w 2031410"/>
              <a:gd name="connsiteY1" fmla="*/ 1015705 h 2031410"/>
              <a:gd name="connsiteX2" fmla="*/ 1015705 w 2031410"/>
              <a:gd name="connsiteY2" fmla="*/ 2031410 h 2031410"/>
              <a:gd name="connsiteX3" fmla="*/ 0 w 2031410"/>
              <a:gd name="connsiteY3" fmla="*/ 1015705 h 2031410"/>
              <a:gd name="connsiteX4" fmla="*/ 1015705 w 2031410"/>
              <a:gd name="connsiteY4" fmla="*/ 0 h 2031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410" h="2031410">
                <a:moveTo>
                  <a:pt x="1015705" y="0"/>
                </a:moveTo>
                <a:cubicBezTo>
                  <a:pt x="1576663" y="0"/>
                  <a:pt x="2031410" y="454747"/>
                  <a:pt x="2031410" y="1015705"/>
                </a:cubicBezTo>
                <a:cubicBezTo>
                  <a:pt x="2031410" y="1576663"/>
                  <a:pt x="1576663" y="2031410"/>
                  <a:pt x="1015705" y="2031410"/>
                </a:cubicBezTo>
                <a:cubicBezTo>
                  <a:pt x="454747" y="2031410"/>
                  <a:pt x="0" y="1576663"/>
                  <a:pt x="0" y="1015705"/>
                </a:cubicBezTo>
                <a:cubicBezTo>
                  <a:pt x="0" y="454747"/>
                  <a:pt x="454747" y="0"/>
                  <a:pt x="101570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708608253"/>
      </p:ext>
    </p:extLst>
  </p:cSld>
  <p:clrMapOvr>
    <a:masterClrMapping/>
  </p:clrMapOvr>
  <p:transition spd="slow">
    <p:wip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5" name="Picture Placeholder 6"/>
          <p:cNvSpPr>
            <a:spLocks noGrp="1"/>
          </p:cNvSpPr>
          <p:nvPr>
            <p:ph type="pic" sz="quarter" idx="11"/>
          </p:nvPr>
        </p:nvSpPr>
        <p:spPr>
          <a:xfrm>
            <a:off x="4864249" y="860818"/>
            <a:ext cx="2463503" cy="2463503"/>
          </a:xfrm>
          <a:custGeom>
            <a:avLst/>
            <a:gdLst>
              <a:gd name="connsiteX0" fmla="*/ 1015705 w 2031410"/>
              <a:gd name="connsiteY0" fmla="*/ 0 h 2031410"/>
              <a:gd name="connsiteX1" fmla="*/ 2031410 w 2031410"/>
              <a:gd name="connsiteY1" fmla="*/ 1015705 h 2031410"/>
              <a:gd name="connsiteX2" fmla="*/ 1015705 w 2031410"/>
              <a:gd name="connsiteY2" fmla="*/ 2031410 h 2031410"/>
              <a:gd name="connsiteX3" fmla="*/ 0 w 2031410"/>
              <a:gd name="connsiteY3" fmla="*/ 1015705 h 2031410"/>
              <a:gd name="connsiteX4" fmla="*/ 1015705 w 2031410"/>
              <a:gd name="connsiteY4" fmla="*/ 0 h 2031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410" h="2031410">
                <a:moveTo>
                  <a:pt x="1015705" y="0"/>
                </a:moveTo>
                <a:cubicBezTo>
                  <a:pt x="1576663" y="0"/>
                  <a:pt x="2031410" y="454747"/>
                  <a:pt x="2031410" y="1015705"/>
                </a:cubicBezTo>
                <a:cubicBezTo>
                  <a:pt x="2031410" y="1576663"/>
                  <a:pt x="1576663" y="2031410"/>
                  <a:pt x="1015705" y="2031410"/>
                </a:cubicBezTo>
                <a:cubicBezTo>
                  <a:pt x="454747" y="2031410"/>
                  <a:pt x="0" y="1576663"/>
                  <a:pt x="0" y="1015705"/>
                </a:cubicBezTo>
                <a:cubicBezTo>
                  <a:pt x="0" y="454747"/>
                  <a:pt x="454747" y="0"/>
                  <a:pt x="101570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575483870"/>
      </p:ext>
    </p:extLst>
  </p:cSld>
  <p:clrMapOvr>
    <a:masterClrMapping/>
  </p:clrMapOvr>
  <p:transition spd="slow">
    <p:wip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4994031" cy="6858000"/>
          </a:xfrm>
          <a:custGeom>
            <a:avLst/>
            <a:gdLst>
              <a:gd name="connsiteX0" fmla="*/ 0 w 4876800"/>
              <a:gd name="connsiteY0" fmla="*/ 0 h 6248400"/>
              <a:gd name="connsiteX1" fmla="*/ 4876800 w 4876800"/>
              <a:gd name="connsiteY1" fmla="*/ 0 h 6248400"/>
              <a:gd name="connsiteX2" fmla="*/ 4876800 w 4876800"/>
              <a:gd name="connsiteY2" fmla="*/ 6248400 h 6248400"/>
              <a:gd name="connsiteX3" fmla="*/ 0 w 4876800"/>
              <a:gd name="connsiteY3" fmla="*/ 6248400 h 6248400"/>
            </a:gdLst>
            <a:ahLst/>
            <a:cxnLst>
              <a:cxn ang="0">
                <a:pos x="connsiteX0" y="connsiteY0"/>
              </a:cxn>
              <a:cxn ang="0">
                <a:pos x="connsiteX1" y="connsiteY1"/>
              </a:cxn>
              <a:cxn ang="0">
                <a:pos x="connsiteX2" y="connsiteY2"/>
              </a:cxn>
              <a:cxn ang="0">
                <a:pos x="connsiteX3" y="connsiteY3"/>
              </a:cxn>
            </a:cxnLst>
            <a:rect l="l" t="t" r="r" b="b"/>
            <a:pathLst>
              <a:path w="4876800" h="6248400">
                <a:moveTo>
                  <a:pt x="0" y="0"/>
                </a:moveTo>
                <a:lnTo>
                  <a:pt x="4876800" y="0"/>
                </a:lnTo>
                <a:lnTo>
                  <a:pt x="4876800" y="6248400"/>
                </a:lnTo>
                <a:lnTo>
                  <a:pt x="0" y="6248400"/>
                </a:lnTo>
                <a:close/>
              </a:path>
            </a:pathLst>
          </a:custGeom>
        </p:spPr>
        <p:txBody>
          <a:bodyPr wrap="square">
            <a:noAutofit/>
          </a:bodyPr>
          <a:lstStyle/>
          <a:p>
            <a:endParaRPr lang="en-US"/>
          </a:p>
        </p:txBody>
      </p:sp>
    </p:spTree>
    <p:extLst>
      <p:ext uri="{BB962C8B-B14F-4D97-AF65-F5344CB8AC3E}">
        <p14:creationId xmlns:p14="http://schemas.microsoft.com/office/powerpoint/2010/main" val="4267288983"/>
      </p:ext>
    </p:extLst>
  </p:cSld>
  <p:clrMapOvr>
    <a:masterClrMapping/>
  </p:clrMapOvr>
  <p:transition spd="slow">
    <p:wip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80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7243255" y="-1"/>
            <a:ext cx="4948745" cy="6858000"/>
          </a:xfrm>
          <a:custGeom>
            <a:avLst/>
            <a:gdLst>
              <a:gd name="connsiteX0" fmla="*/ 0 w 4948745"/>
              <a:gd name="connsiteY0" fmla="*/ 0 h 6858000"/>
              <a:gd name="connsiteX1" fmla="*/ 4948745 w 4948745"/>
              <a:gd name="connsiteY1" fmla="*/ 0 h 6858000"/>
              <a:gd name="connsiteX2" fmla="*/ 4948745 w 4948745"/>
              <a:gd name="connsiteY2" fmla="*/ 6858000 h 6858000"/>
              <a:gd name="connsiteX3" fmla="*/ 0 w 494874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948745" h="6858000">
                <a:moveTo>
                  <a:pt x="0" y="0"/>
                </a:moveTo>
                <a:lnTo>
                  <a:pt x="4948745" y="0"/>
                </a:lnTo>
                <a:lnTo>
                  <a:pt x="4948745"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2323203510"/>
      </p:ext>
    </p:extLst>
  </p:cSld>
  <p:clrMapOvr>
    <a:masterClrMapping/>
  </p:clrMapOvr>
  <p:transition spd="slow">
    <p:wip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9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7243255" y="-1"/>
            <a:ext cx="4948745" cy="6858000"/>
          </a:xfrm>
          <a:custGeom>
            <a:avLst/>
            <a:gdLst>
              <a:gd name="connsiteX0" fmla="*/ 0 w 4948745"/>
              <a:gd name="connsiteY0" fmla="*/ 0 h 6858000"/>
              <a:gd name="connsiteX1" fmla="*/ 4948745 w 4948745"/>
              <a:gd name="connsiteY1" fmla="*/ 0 h 6858000"/>
              <a:gd name="connsiteX2" fmla="*/ 4948745 w 4948745"/>
              <a:gd name="connsiteY2" fmla="*/ 6858000 h 6858000"/>
              <a:gd name="connsiteX3" fmla="*/ 0 w 494874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948745" h="6858000">
                <a:moveTo>
                  <a:pt x="0" y="0"/>
                </a:moveTo>
                <a:lnTo>
                  <a:pt x="4948745" y="0"/>
                </a:lnTo>
                <a:lnTo>
                  <a:pt x="4948745" y="6858000"/>
                </a:lnTo>
                <a:lnTo>
                  <a:pt x="0" y="6858000"/>
                </a:lnTo>
                <a:close/>
              </a:path>
            </a:pathLst>
          </a:custGeom>
        </p:spPr>
        <p:txBody>
          <a:bodyPr wrap="square">
            <a:noAutofit/>
          </a:bodyPr>
          <a:lstStyle/>
          <a:p>
            <a:endParaRPr lang="en-US"/>
          </a:p>
        </p:txBody>
      </p:sp>
      <p:sp>
        <p:nvSpPr>
          <p:cNvPr id="10" name="Picture Placeholder 9"/>
          <p:cNvSpPr>
            <a:spLocks noGrp="1"/>
          </p:cNvSpPr>
          <p:nvPr>
            <p:ph type="pic" sz="quarter" idx="11"/>
          </p:nvPr>
        </p:nvSpPr>
        <p:spPr>
          <a:xfrm>
            <a:off x="858322" y="1467033"/>
            <a:ext cx="6513760" cy="2930128"/>
          </a:xfrm>
          <a:custGeom>
            <a:avLst/>
            <a:gdLst>
              <a:gd name="connsiteX0" fmla="*/ 6162824 w 6513760"/>
              <a:gd name="connsiteY0" fmla="*/ 2696170 h 2930128"/>
              <a:gd name="connsiteX1" fmla="*/ 6344543 w 6513760"/>
              <a:gd name="connsiteY1" fmla="*/ 2696170 h 2930128"/>
              <a:gd name="connsiteX2" fmla="*/ 6344543 w 6513760"/>
              <a:gd name="connsiteY2" fmla="*/ 2856458 h 2930128"/>
              <a:gd name="connsiteX3" fmla="*/ 6162824 w 6513760"/>
              <a:gd name="connsiteY3" fmla="*/ 2856458 h 2930128"/>
              <a:gd name="connsiteX4" fmla="*/ 4185642 w 6513760"/>
              <a:gd name="connsiteY4" fmla="*/ 2343894 h 2930128"/>
              <a:gd name="connsiteX5" fmla="*/ 4087415 w 6513760"/>
              <a:gd name="connsiteY5" fmla="*/ 2387203 h 2930128"/>
              <a:gd name="connsiteX6" fmla="*/ 4050357 w 6513760"/>
              <a:gd name="connsiteY6" fmla="*/ 2530524 h 2930128"/>
              <a:gd name="connsiteX7" fmla="*/ 4087192 w 6513760"/>
              <a:gd name="connsiteY7" fmla="*/ 2672953 h 2930128"/>
              <a:gd name="connsiteX8" fmla="*/ 4187428 w 6513760"/>
              <a:gd name="connsiteY8" fmla="*/ 2716262 h 2930128"/>
              <a:gd name="connsiteX9" fmla="*/ 4288333 w 6513760"/>
              <a:gd name="connsiteY9" fmla="*/ 2673846 h 2930128"/>
              <a:gd name="connsiteX10" fmla="*/ 4324052 w 6513760"/>
              <a:gd name="connsiteY10" fmla="*/ 2521595 h 2930128"/>
              <a:gd name="connsiteX11" fmla="*/ 4286771 w 6513760"/>
              <a:gd name="connsiteY11" fmla="*/ 2386533 h 2930128"/>
              <a:gd name="connsiteX12" fmla="*/ 4185642 w 6513760"/>
              <a:gd name="connsiteY12" fmla="*/ 2343894 h 2930128"/>
              <a:gd name="connsiteX13" fmla="*/ 337542 w 6513760"/>
              <a:gd name="connsiteY13" fmla="*/ 2343894 h 2930128"/>
              <a:gd name="connsiteX14" fmla="*/ 239762 w 6513760"/>
              <a:gd name="connsiteY14" fmla="*/ 2387203 h 2930128"/>
              <a:gd name="connsiteX15" fmla="*/ 202257 w 6513760"/>
              <a:gd name="connsiteY15" fmla="*/ 2522488 h 2930128"/>
              <a:gd name="connsiteX16" fmla="*/ 238869 w 6513760"/>
              <a:gd name="connsiteY16" fmla="*/ 2672953 h 2930128"/>
              <a:gd name="connsiteX17" fmla="*/ 339328 w 6513760"/>
              <a:gd name="connsiteY17" fmla="*/ 2716262 h 2930128"/>
              <a:gd name="connsiteX18" fmla="*/ 378172 w 6513760"/>
              <a:gd name="connsiteY18" fmla="*/ 2712244 h 2930128"/>
              <a:gd name="connsiteX19" fmla="*/ 297805 w 6513760"/>
              <a:gd name="connsiteY19" fmla="*/ 2665809 h 2930128"/>
              <a:gd name="connsiteX20" fmla="*/ 329505 w 6513760"/>
              <a:gd name="connsiteY20" fmla="*/ 2593032 h 2930128"/>
              <a:gd name="connsiteX21" fmla="*/ 371252 w 6513760"/>
              <a:gd name="connsiteY21" fmla="*/ 2605087 h 2930128"/>
              <a:gd name="connsiteX22" fmla="*/ 429518 w 6513760"/>
              <a:gd name="connsiteY22" fmla="*/ 2642592 h 2930128"/>
              <a:gd name="connsiteX23" fmla="*/ 451842 w 6513760"/>
              <a:gd name="connsiteY23" fmla="*/ 2657326 h 2930128"/>
              <a:gd name="connsiteX24" fmla="*/ 475952 w 6513760"/>
              <a:gd name="connsiteY24" fmla="*/ 2527846 h 2930128"/>
              <a:gd name="connsiteX25" fmla="*/ 439117 w 6513760"/>
              <a:gd name="connsiteY25" fmla="*/ 2386310 h 2930128"/>
              <a:gd name="connsiteX26" fmla="*/ 337542 w 6513760"/>
              <a:gd name="connsiteY26" fmla="*/ 2343894 h 2930128"/>
              <a:gd name="connsiteX27" fmla="*/ 4636889 w 6513760"/>
              <a:gd name="connsiteY27" fmla="*/ 2201912 h 2930128"/>
              <a:gd name="connsiteX28" fmla="*/ 4825752 w 6513760"/>
              <a:gd name="connsiteY28" fmla="*/ 2201912 h 2930128"/>
              <a:gd name="connsiteX29" fmla="*/ 5072211 w 6513760"/>
              <a:gd name="connsiteY29" fmla="*/ 2564039 h 2930128"/>
              <a:gd name="connsiteX30" fmla="*/ 5072211 w 6513760"/>
              <a:gd name="connsiteY30" fmla="*/ 2201912 h 2930128"/>
              <a:gd name="connsiteX31" fmla="*/ 5262860 w 6513760"/>
              <a:gd name="connsiteY31" fmla="*/ 2201912 h 2930128"/>
              <a:gd name="connsiteX32" fmla="*/ 5262860 w 6513760"/>
              <a:gd name="connsiteY32" fmla="*/ 2856458 h 2930128"/>
              <a:gd name="connsiteX33" fmla="*/ 5072211 w 6513760"/>
              <a:gd name="connsiteY33" fmla="*/ 2856458 h 2930128"/>
              <a:gd name="connsiteX34" fmla="*/ 4827091 w 6513760"/>
              <a:gd name="connsiteY34" fmla="*/ 2497066 h 2930128"/>
              <a:gd name="connsiteX35" fmla="*/ 4827091 w 6513760"/>
              <a:gd name="connsiteY35" fmla="*/ 2856458 h 2930128"/>
              <a:gd name="connsiteX36" fmla="*/ 4636889 w 6513760"/>
              <a:gd name="connsiteY36" fmla="*/ 2856458 h 2930128"/>
              <a:gd name="connsiteX37" fmla="*/ 3529161 w 6513760"/>
              <a:gd name="connsiteY37" fmla="*/ 2201912 h 2930128"/>
              <a:gd name="connsiteX38" fmla="*/ 3731865 w 6513760"/>
              <a:gd name="connsiteY38" fmla="*/ 2201912 h 2930128"/>
              <a:gd name="connsiteX39" fmla="*/ 3731865 w 6513760"/>
              <a:gd name="connsiteY39" fmla="*/ 2856458 h 2930128"/>
              <a:gd name="connsiteX40" fmla="*/ 3529161 w 6513760"/>
              <a:gd name="connsiteY40" fmla="*/ 2856458 h 2930128"/>
              <a:gd name="connsiteX41" fmla="*/ 2817912 w 6513760"/>
              <a:gd name="connsiteY41" fmla="*/ 2201912 h 2930128"/>
              <a:gd name="connsiteX42" fmla="*/ 3432720 w 6513760"/>
              <a:gd name="connsiteY42" fmla="*/ 2201912 h 2930128"/>
              <a:gd name="connsiteX43" fmla="*/ 3432720 w 6513760"/>
              <a:gd name="connsiteY43" fmla="*/ 2363539 h 2930128"/>
              <a:gd name="connsiteX44" fmla="*/ 3226445 w 6513760"/>
              <a:gd name="connsiteY44" fmla="*/ 2363539 h 2930128"/>
              <a:gd name="connsiteX45" fmla="*/ 3226445 w 6513760"/>
              <a:gd name="connsiteY45" fmla="*/ 2856458 h 2930128"/>
              <a:gd name="connsiteX46" fmla="*/ 3024187 w 6513760"/>
              <a:gd name="connsiteY46" fmla="*/ 2856458 h 2930128"/>
              <a:gd name="connsiteX47" fmla="*/ 3024187 w 6513760"/>
              <a:gd name="connsiteY47" fmla="*/ 2363539 h 2930128"/>
              <a:gd name="connsiteX48" fmla="*/ 2817912 w 6513760"/>
              <a:gd name="connsiteY48" fmla="*/ 2363539 h 2930128"/>
              <a:gd name="connsiteX49" fmla="*/ 1549003 w 6513760"/>
              <a:gd name="connsiteY49" fmla="*/ 2201912 h 2930128"/>
              <a:gd name="connsiteX50" fmla="*/ 2091035 w 6513760"/>
              <a:gd name="connsiteY50" fmla="*/ 2201912 h 2930128"/>
              <a:gd name="connsiteX51" fmla="*/ 2091035 w 6513760"/>
              <a:gd name="connsiteY51" fmla="*/ 2341662 h 2930128"/>
              <a:gd name="connsiteX52" fmla="*/ 1751707 w 6513760"/>
              <a:gd name="connsiteY52" fmla="*/ 2341662 h 2930128"/>
              <a:gd name="connsiteX53" fmla="*/ 1751707 w 6513760"/>
              <a:gd name="connsiteY53" fmla="*/ 2445692 h 2930128"/>
              <a:gd name="connsiteX54" fmla="*/ 2066479 w 6513760"/>
              <a:gd name="connsiteY54" fmla="*/ 2445692 h 2930128"/>
              <a:gd name="connsiteX55" fmla="*/ 2066479 w 6513760"/>
              <a:gd name="connsiteY55" fmla="*/ 2579191 h 2930128"/>
              <a:gd name="connsiteX56" fmla="*/ 1751707 w 6513760"/>
              <a:gd name="connsiteY56" fmla="*/ 2579191 h 2930128"/>
              <a:gd name="connsiteX57" fmla="*/ 1751707 w 6513760"/>
              <a:gd name="connsiteY57" fmla="*/ 2708225 h 2930128"/>
              <a:gd name="connsiteX58" fmla="*/ 2100858 w 6513760"/>
              <a:gd name="connsiteY58" fmla="*/ 2708225 h 2930128"/>
              <a:gd name="connsiteX59" fmla="*/ 2100858 w 6513760"/>
              <a:gd name="connsiteY59" fmla="*/ 2856458 h 2930128"/>
              <a:gd name="connsiteX60" fmla="*/ 1549003 w 6513760"/>
              <a:gd name="connsiteY60" fmla="*/ 2856458 h 2930128"/>
              <a:gd name="connsiteX61" fmla="*/ 787896 w 6513760"/>
              <a:gd name="connsiteY61" fmla="*/ 2201912 h 2930128"/>
              <a:gd name="connsiteX62" fmla="*/ 989707 w 6513760"/>
              <a:gd name="connsiteY62" fmla="*/ 2201912 h 2930128"/>
              <a:gd name="connsiteX63" fmla="*/ 989707 w 6513760"/>
              <a:gd name="connsiteY63" fmla="*/ 2601167 h 2930128"/>
              <a:gd name="connsiteX64" fmla="*/ 1019398 w 6513760"/>
              <a:gd name="connsiteY64" fmla="*/ 2684813 h 2930128"/>
              <a:gd name="connsiteX65" fmla="*/ 1101774 w 6513760"/>
              <a:gd name="connsiteY65" fmla="*/ 2714922 h 2930128"/>
              <a:gd name="connsiteX66" fmla="*/ 1183704 w 6513760"/>
              <a:gd name="connsiteY66" fmla="*/ 2685256 h 2930128"/>
              <a:gd name="connsiteX67" fmla="*/ 1213396 w 6513760"/>
              <a:gd name="connsiteY67" fmla="*/ 2601167 h 2930128"/>
              <a:gd name="connsiteX68" fmla="*/ 1213396 w 6513760"/>
              <a:gd name="connsiteY68" fmla="*/ 2201912 h 2930128"/>
              <a:gd name="connsiteX69" fmla="*/ 1415206 w 6513760"/>
              <a:gd name="connsiteY69" fmla="*/ 2201912 h 2930128"/>
              <a:gd name="connsiteX70" fmla="*/ 1415206 w 6513760"/>
              <a:gd name="connsiteY70" fmla="*/ 2591881 h 2930128"/>
              <a:gd name="connsiteX71" fmla="*/ 1397124 w 6513760"/>
              <a:gd name="connsiteY71" fmla="*/ 2701416 h 2930128"/>
              <a:gd name="connsiteX72" fmla="*/ 1340420 w 6513760"/>
              <a:gd name="connsiteY72" fmla="*/ 2791547 h 2930128"/>
              <a:gd name="connsiteX73" fmla="*/ 1259384 w 6513760"/>
              <a:gd name="connsiteY73" fmla="*/ 2845756 h 2930128"/>
              <a:gd name="connsiteX74" fmla="*/ 1117848 w 6513760"/>
              <a:gd name="connsiteY74" fmla="*/ 2867620 h 2930128"/>
              <a:gd name="connsiteX75" fmla="*/ 1013594 w 6513760"/>
              <a:gd name="connsiteY75" fmla="*/ 2860926 h 2930128"/>
              <a:gd name="connsiteX76" fmla="*/ 919162 w 6513760"/>
              <a:gd name="connsiteY76" fmla="*/ 2834378 h 2930128"/>
              <a:gd name="connsiteX77" fmla="*/ 849734 w 6513760"/>
              <a:gd name="connsiteY77" fmla="*/ 2777936 h 2930128"/>
              <a:gd name="connsiteX78" fmla="*/ 806648 w 6513760"/>
              <a:gd name="connsiteY78" fmla="*/ 2702533 h 2930128"/>
              <a:gd name="connsiteX79" fmla="*/ 787896 w 6513760"/>
              <a:gd name="connsiteY79" fmla="*/ 2591881 h 2930128"/>
              <a:gd name="connsiteX80" fmla="*/ 6275338 w 6513760"/>
              <a:gd name="connsiteY80" fmla="*/ 2190750 h 2930128"/>
              <a:gd name="connsiteX81" fmla="*/ 6432500 w 6513760"/>
              <a:gd name="connsiteY81" fmla="*/ 2231380 h 2930128"/>
              <a:gd name="connsiteX82" fmla="*/ 6513760 w 6513760"/>
              <a:gd name="connsiteY82" fmla="*/ 2377827 h 2930128"/>
              <a:gd name="connsiteX83" fmla="*/ 6492776 w 6513760"/>
              <a:gd name="connsiteY83" fmla="*/ 2451050 h 2930128"/>
              <a:gd name="connsiteX84" fmla="*/ 6407051 w 6513760"/>
              <a:gd name="connsiteY84" fmla="*/ 2537222 h 2930128"/>
              <a:gd name="connsiteX85" fmla="*/ 6350124 w 6513760"/>
              <a:gd name="connsiteY85" fmla="*/ 2594595 h 2930128"/>
              <a:gd name="connsiteX86" fmla="*/ 6338292 w 6513760"/>
              <a:gd name="connsiteY86" fmla="*/ 2651075 h 2930128"/>
              <a:gd name="connsiteX87" fmla="*/ 6168628 w 6513760"/>
              <a:gd name="connsiteY87" fmla="*/ 2651075 h 2930128"/>
              <a:gd name="connsiteX88" fmla="*/ 6168628 w 6513760"/>
              <a:gd name="connsiteY88" fmla="*/ 2634109 h 2930128"/>
              <a:gd name="connsiteX89" fmla="*/ 6178451 w 6513760"/>
              <a:gd name="connsiteY89" fmla="*/ 2563788 h 2930128"/>
              <a:gd name="connsiteX90" fmla="*/ 6207695 w 6513760"/>
              <a:gd name="connsiteY90" fmla="*/ 2514451 h 2930128"/>
              <a:gd name="connsiteX91" fmla="*/ 6294983 w 6513760"/>
              <a:gd name="connsiteY91" fmla="*/ 2435870 h 2930128"/>
              <a:gd name="connsiteX92" fmla="*/ 6331148 w 6513760"/>
              <a:gd name="connsiteY92" fmla="*/ 2381845 h 2930128"/>
              <a:gd name="connsiteX93" fmla="*/ 6316637 w 6513760"/>
              <a:gd name="connsiteY93" fmla="*/ 2343671 h 2930128"/>
              <a:gd name="connsiteX94" fmla="*/ 6272659 w 6513760"/>
              <a:gd name="connsiteY94" fmla="*/ 2330053 h 2930128"/>
              <a:gd name="connsiteX95" fmla="*/ 6220197 w 6513760"/>
              <a:gd name="connsiteY95" fmla="*/ 2351038 h 2930128"/>
              <a:gd name="connsiteX96" fmla="*/ 6193631 w 6513760"/>
              <a:gd name="connsiteY96" fmla="*/ 2424261 h 2930128"/>
              <a:gd name="connsiteX97" fmla="*/ 6020395 w 6513760"/>
              <a:gd name="connsiteY97" fmla="*/ 2402830 h 2930128"/>
              <a:gd name="connsiteX98" fmla="*/ 6089823 w 6513760"/>
              <a:gd name="connsiteY98" fmla="*/ 2249016 h 2930128"/>
              <a:gd name="connsiteX99" fmla="*/ 6275338 w 6513760"/>
              <a:gd name="connsiteY99" fmla="*/ 2190750 h 2930128"/>
              <a:gd name="connsiteX100" fmla="*/ 5664994 w 6513760"/>
              <a:gd name="connsiteY100" fmla="*/ 2190750 h 2930128"/>
              <a:gd name="connsiteX101" fmla="*/ 5856312 w 6513760"/>
              <a:gd name="connsiteY101" fmla="*/ 2237407 h 2930128"/>
              <a:gd name="connsiteX102" fmla="*/ 5934670 w 6513760"/>
              <a:gd name="connsiteY102" fmla="*/ 2385863 h 2930128"/>
              <a:gd name="connsiteX103" fmla="*/ 5744021 w 6513760"/>
              <a:gd name="connsiteY103" fmla="*/ 2397026 h 2930128"/>
              <a:gd name="connsiteX104" fmla="*/ 5712098 w 6513760"/>
              <a:gd name="connsiteY104" fmla="*/ 2332732 h 2930128"/>
              <a:gd name="connsiteX105" fmla="*/ 5644902 w 6513760"/>
              <a:gd name="connsiteY105" fmla="*/ 2312640 h 2930128"/>
              <a:gd name="connsiteX106" fmla="*/ 5591770 w 6513760"/>
              <a:gd name="connsiteY106" fmla="*/ 2327597 h 2930128"/>
              <a:gd name="connsiteX107" fmla="*/ 5573911 w 6513760"/>
              <a:gd name="connsiteY107" fmla="*/ 2363986 h 2930128"/>
              <a:gd name="connsiteX108" fmla="*/ 5588645 w 6513760"/>
              <a:gd name="connsiteY108" fmla="*/ 2392114 h 2930128"/>
              <a:gd name="connsiteX109" fmla="*/ 5656510 w 6513760"/>
              <a:gd name="connsiteY109" fmla="*/ 2416224 h 2930128"/>
              <a:gd name="connsiteX110" fmla="*/ 5846489 w 6513760"/>
              <a:gd name="connsiteY110" fmla="*/ 2474044 h 2930128"/>
              <a:gd name="connsiteX111" fmla="*/ 5929982 w 6513760"/>
              <a:gd name="connsiteY111" fmla="*/ 2546598 h 2930128"/>
              <a:gd name="connsiteX112" fmla="*/ 5956101 w 6513760"/>
              <a:gd name="connsiteY112" fmla="*/ 2643485 h 2930128"/>
              <a:gd name="connsiteX113" fmla="*/ 5921276 w 6513760"/>
              <a:gd name="connsiteY113" fmla="*/ 2759571 h 2930128"/>
              <a:gd name="connsiteX114" fmla="*/ 5823942 w 6513760"/>
              <a:gd name="connsiteY114" fmla="*/ 2840161 h 2930128"/>
              <a:gd name="connsiteX115" fmla="*/ 5666333 w 6513760"/>
              <a:gd name="connsiteY115" fmla="*/ 2867620 h 2930128"/>
              <a:gd name="connsiteX116" fmla="*/ 5435054 w 6513760"/>
              <a:gd name="connsiteY116" fmla="*/ 2803326 h 2930128"/>
              <a:gd name="connsiteX117" fmla="*/ 5362277 w 6513760"/>
              <a:gd name="connsiteY117" fmla="*/ 2639913 h 2930128"/>
              <a:gd name="connsiteX118" fmla="*/ 5554712 w 6513760"/>
              <a:gd name="connsiteY118" fmla="*/ 2627858 h 2930128"/>
              <a:gd name="connsiteX119" fmla="*/ 5580162 w 6513760"/>
              <a:gd name="connsiteY119" fmla="*/ 2699296 h 2930128"/>
              <a:gd name="connsiteX120" fmla="*/ 5669458 w 6513760"/>
              <a:gd name="connsiteY120" fmla="*/ 2739033 h 2930128"/>
              <a:gd name="connsiteX121" fmla="*/ 5736208 w 6513760"/>
              <a:gd name="connsiteY121" fmla="*/ 2718718 h 2930128"/>
              <a:gd name="connsiteX122" fmla="*/ 5759648 w 6513760"/>
              <a:gd name="connsiteY122" fmla="*/ 2671613 h 2930128"/>
              <a:gd name="connsiteX123" fmla="*/ 5737324 w 6513760"/>
              <a:gd name="connsiteY123" fmla="*/ 2626072 h 2930128"/>
              <a:gd name="connsiteX124" fmla="*/ 5633740 w 6513760"/>
              <a:gd name="connsiteY124" fmla="*/ 2588121 h 2930128"/>
              <a:gd name="connsiteX125" fmla="*/ 5443984 w 6513760"/>
              <a:gd name="connsiteY125" fmla="*/ 2508647 h 2930128"/>
              <a:gd name="connsiteX126" fmla="*/ 5386834 w 6513760"/>
              <a:gd name="connsiteY126" fmla="*/ 2382292 h 2930128"/>
              <a:gd name="connsiteX127" fmla="*/ 5416078 w 6513760"/>
              <a:gd name="connsiteY127" fmla="*/ 2286967 h 2930128"/>
              <a:gd name="connsiteX128" fmla="*/ 5504036 w 6513760"/>
              <a:gd name="connsiteY128" fmla="*/ 2216423 h 2930128"/>
              <a:gd name="connsiteX129" fmla="*/ 5664994 w 6513760"/>
              <a:gd name="connsiteY129" fmla="*/ 2190750 h 2930128"/>
              <a:gd name="connsiteX130" fmla="*/ 4186088 w 6513760"/>
              <a:gd name="connsiteY130" fmla="*/ 2190750 h 2930128"/>
              <a:gd name="connsiteX131" fmla="*/ 4437906 w 6513760"/>
              <a:gd name="connsiteY131" fmla="*/ 2278484 h 2930128"/>
              <a:gd name="connsiteX132" fmla="*/ 4526310 w 6513760"/>
              <a:gd name="connsiteY132" fmla="*/ 2524274 h 2930128"/>
              <a:gd name="connsiteX133" fmla="*/ 4487689 w 6513760"/>
              <a:gd name="connsiteY133" fmla="*/ 2712467 h 2930128"/>
              <a:gd name="connsiteX134" fmla="*/ 4376068 w 6513760"/>
              <a:gd name="connsiteY134" fmla="*/ 2826767 h 2930128"/>
              <a:gd name="connsiteX135" fmla="*/ 4194125 w 6513760"/>
              <a:gd name="connsiteY135" fmla="*/ 2867620 h 2930128"/>
              <a:gd name="connsiteX136" fmla="*/ 4010843 w 6513760"/>
              <a:gd name="connsiteY136" fmla="*/ 2832348 h 2930128"/>
              <a:gd name="connsiteX137" fmla="*/ 3893195 w 6513760"/>
              <a:gd name="connsiteY137" fmla="*/ 2720727 h 2930128"/>
              <a:gd name="connsiteX138" fmla="*/ 3848100 w 6513760"/>
              <a:gd name="connsiteY138" fmla="*/ 2529631 h 2930128"/>
              <a:gd name="connsiteX139" fmla="*/ 3937397 w 6513760"/>
              <a:gd name="connsiteY139" fmla="*/ 2280047 h 2930128"/>
              <a:gd name="connsiteX140" fmla="*/ 4186088 w 6513760"/>
              <a:gd name="connsiteY140" fmla="*/ 2190750 h 2930128"/>
              <a:gd name="connsiteX141" fmla="*/ 2474118 w 6513760"/>
              <a:gd name="connsiteY141" fmla="*/ 2190750 h 2930128"/>
              <a:gd name="connsiteX142" fmla="*/ 2665437 w 6513760"/>
              <a:gd name="connsiteY142" fmla="*/ 2237407 h 2930128"/>
              <a:gd name="connsiteX143" fmla="*/ 2743795 w 6513760"/>
              <a:gd name="connsiteY143" fmla="*/ 2385863 h 2930128"/>
              <a:gd name="connsiteX144" fmla="*/ 2553146 w 6513760"/>
              <a:gd name="connsiteY144" fmla="*/ 2397026 h 2930128"/>
              <a:gd name="connsiteX145" fmla="*/ 2521223 w 6513760"/>
              <a:gd name="connsiteY145" fmla="*/ 2332732 h 2930128"/>
              <a:gd name="connsiteX146" fmla="*/ 2454027 w 6513760"/>
              <a:gd name="connsiteY146" fmla="*/ 2312640 h 2930128"/>
              <a:gd name="connsiteX147" fmla="*/ 2400895 w 6513760"/>
              <a:gd name="connsiteY147" fmla="*/ 2327597 h 2930128"/>
              <a:gd name="connsiteX148" fmla="*/ 2383036 w 6513760"/>
              <a:gd name="connsiteY148" fmla="*/ 2363986 h 2930128"/>
              <a:gd name="connsiteX149" fmla="*/ 2397770 w 6513760"/>
              <a:gd name="connsiteY149" fmla="*/ 2392114 h 2930128"/>
              <a:gd name="connsiteX150" fmla="*/ 2465635 w 6513760"/>
              <a:gd name="connsiteY150" fmla="*/ 2416224 h 2930128"/>
              <a:gd name="connsiteX151" fmla="*/ 2655615 w 6513760"/>
              <a:gd name="connsiteY151" fmla="*/ 2474044 h 2930128"/>
              <a:gd name="connsiteX152" fmla="*/ 2739107 w 6513760"/>
              <a:gd name="connsiteY152" fmla="*/ 2546598 h 2930128"/>
              <a:gd name="connsiteX153" fmla="*/ 2765226 w 6513760"/>
              <a:gd name="connsiteY153" fmla="*/ 2643485 h 2930128"/>
              <a:gd name="connsiteX154" fmla="*/ 2730400 w 6513760"/>
              <a:gd name="connsiteY154" fmla="*/ 2759571 h 2930128"/>
              <a:gd name="connsiteX155" fmla="*/ 2633067 w 6513760"/>
              <a:gd name="connsiteY155" fmla="*/ 2840161 h 2930128"/>
              <a:gd name="connsiteX156" fmla="*/ 2475458 w 6513760"/>
              <a:gd name="connsiteY156" fmla="*/ 2867620 h 2930128"/>
              <a:gd name="connsiteX157" fmla="*/ 2244179 w 6513760"/>
              <a:gd name="connsiteY157" fmla="*/ 2803326 h 2930128"/>
              <a:gd name="connsiteX158" fmla="*/ 2171402 w 6513760"/>
              <a:gd name="connsiteY158" fmla="*/ 2639913 h 2930128"/>
              <a:gd name="connsiteX159" fmla="*/ 2363837 w 6513760"/>
              <a:gd name="connsiteY159" fmla="*/ 2627858 h 2930128"/>
              <a:gd name="connsiteX160" fmla="*/ 2389287 w 6513760"/>
              <a:gd name="connsiteY160" fmla="*/ 2699296 h 2930128"/>
              <a:gd name="connsiteX161" fmla="*/ 2478584 w 6513760"/>
              <a:gd name="connsiteY161" fmla="*/ 2739033 h 2930128"/>
              <a:gd name="connsiteX162" fmla="*/ 2545333 w 6513760"/>
              <a:gd name="connsiteY162" fmla="*/ 2718718 h 2930128"/>
              <a:gd name="connsiteX163" fmla="*/ 2568773 w 6513760"/>
              <a:gd name="connsiteY163" fmla="*/ 2671613 h 2930128"/>
              <a:gd name="connsiteX164" fmla="*/ 2546449 w 6513760"/>
              <a:gd name="connsiteY164" fmla="*/ 2626072 h 2930128"/>
              <a:gd name="connsiteX165" fmla="*/ 2442865 w 6513760"/>
              <a:gd name="connsiteY165" fmla="*/ 2588121 h 2930128"/>
              <a:gd name="connsiteX166" fmla="*/ 2253109 w 6513760"/>
              <a:gd name="connsiteY166" fmla="*/ 2508647 h 2930128"/>
              <a:gd name="connsiteX167" fmla="*/ 2195959 w 6513760"/>
              <a:gd name="connsiteY167" fmla="*/ 2382292 h 2930128"/>
              <a:gd name="connsiteX168" fmla="*/ 2225204 w 6513760"/>
              <a:gd name="connsiteY168" fmla="*/ 2286967 h 2930128"/>
              <a:gd name="connsiteX169" fmla="*/ 2313161 w 6513760"/>
              <a:gd name="connsiteY169" fmla="*/ 2216423 h 2930128"/>
              <a:gd name="connsiteX170" fmla="*/ 2474118 w 6513760"/>
              <a:gd name="connsiteY170" fmla="*/ 2190750 h 2930128"/>
              <a:gd name="connsiteX171" fmla="*/ 337988 w 6513760"/>
              <a:gd name="connsiteY171" fmla="*/ 2190750 h 2930128"/>
              <a:gd name="connsiteX172" fmla="*/ 589582 w 6513760"/>
              <a:gd name="connsiteY172" fmla="*/ 2278261 h 2930128"/>
              <a:gd name="connsiteX173" fmla="*/ 678210 w 6513760"/>
              <a:gd name="connsiteY173" fmla="*/ 2528738 h 2930128"/>
              <a:gd name="connsiteX174" fmla="*/ 606772 w 6513760"/>
              <a:gd name="connsiteY174" fmla="*/ 2760910 h 2930128"/>
              <a:gd name="connsiteX175" fmla="*/ 656332 w 6513760"/>
              <a:gd name="connsiteY175" fmla="*/ 2793950 h 2930128"/>
              <a:gd name="connsiteX176" fmla="*/ 703213 w 6513760"/>
              <a:gd name="connsiteY176" fmla="*/ 2816721 h 2930128"/>
              <a:gd name="connsiteX177" fmla="*/ 646956 w 6513760"/>
              <a:gd name="connsiteY177" fmla="*/ 2930128 h 2930128"/>
              <a:gd name="connsiteX178" fmla="*/ 563017 w 6513760"/>
              <a:gd name="connsiteY178" fmla="*/ 2881238 h 2930128"/>
              <a:gd name="connsiteX179" fmla="*/ 504974 w 6513760"/>
              <a:gd name="connsiteY179" fmla="*/ 2838599 h 2930128"/>
              <a:gd name="connsiteX180" fmla="*/ 337096 w 6513760"/>
              <a:gd name="connsiteY180" fmla="*/ 2867620 h 2930128"/>
              <a:gd name="connsiteX181" fmla="*/ 101798 w 6513760"/>
              <a:gd name="connsiteY181" fmla="*/ 2789932 h 2930128"/>
              <a:gd name="connsiteX182" fmla="*/ 0 w 6513760"/>
              <a:gd name="connsiteY182" fmla="*/ 2531417 h 2930128"/>
              <a:gd name="connsiteX183" fmla="*/ 89073 w 6513760"/>
              <a:gd name="connsiteY183" fmla="*/ 2280270 h 2930128"/>
              <a:gd name="connsiteX184" fmla="*/ 337988 w 6513760"/>
              <a:gd name="connsiteY184" fmla="*/ 2190750 h 2930128"/>
              <a:gd name="connsiteX185" fmla="*/ 4066505 w 6513760"/>
              <a:gd name="connsiteY185" fmla="*/ 1276201 h 2930128"/>
              <a:gd name="connsiteX186" fmla="*/ 3995012 w 6513760"/>
              <a:gd name="connsiteY186" fmla="*/ 1511498 h 2930128"/>
              <a:gd name="connsiteX187" fmla="*/ 4138752 w 6513760"/>
              <a:gd name="connsiteY187" fmla="*/ 1511498 h 2930128"/>
              <a:gd name="connsiteX188" fmla="*/ 1732880 w 6513760"/>
              <a:gd name="connsiteY188" fmla="*/ 1276201 h 2930128"/>
              <a:gd name="connsiteX189" fmla="*/ 1661387 w 6513760"/>
              <a:gd name="connsiteY189" fmla="*/ 1511498 h 2930128"/>
              <a:gd name="connsiteX190" fmla="*/ 1805127 w 6513760"/>
              <a:gd name="connsiteY190" fmla="*/ 1511498 h 2930128"/>
              <a:gd name="connsiteX191" fmla="*/ 5188595 w 6513760"/>
              <a:gd name="connsiteY191" fmla="*/ 1106537 h 2930128"/>
              <a:gd name="connsiteX192" fmla="*/ 5413260 w 6513760"/>
              <a:gd name="connsiteY192" fmla="*/ 1106537 h 2930128"/>
              <a:gd name="connsiteX193" fmla="*/ 5545133 w 6513760"/>
              <a:gd name="connsiteY193" fmla="*/ 1327351 h 2930128"/>
              <a:gd name="connsiteX194" fmla="*/ 5677279 w 6513760"/>
              <a:gd name="connsiteY194" fmla="*/ 1106537 h 2930128"/>
              <a:gd name="connsiteX195" fmla="*/ 5900737 w 6513760"/>
              <a:gd name="connsiteY195" fmla="*/ 1106537 h 2930128"/>
              <a:gd name="connsiteX196" fmla="*/ 5646241 w 6513760"/>
              <a:gd name="connsiteY196" fmla="*/ 1486942 h 2930128"/>
              <a:gd name="connsiteX197" fmla="*/ 5646241 w 6513760"/>
              <a:gd name="connsiteY197" fmla="*/ 1761083 h 2930128"/>
              <a:gd name="connsiteX198" fmla="*/ 5443537 w 6513760"/>
              <a:gd name="connsiteY198" fmla="*/ 1761083 h 2930128"/>
              <a:gd name="connsiteX199" fmla="*/ 5443537 w 6513760"/>
              <a:gd name="connsiteY199" fmla="*/ 1486942 h 2930128"/>
              <a:gd name="connsiteX200" fmla="*/ 4494014 w 6513760"/>
              <a:gd name="connsiteY200" fmla="*/ 1106537 h 2930128"/>
              <a:gd name="connsiteX201" fmla="*/ 4682877 w 6513760"/>
              <a:gd name="connsiteY201" fmla="*/ 1106537 h 2930128"/>
              <a:gd name="connsiteX202" fmla="*/ 4929336 w 6513760"/>
              <a:gd name="connsiteY202" fmla="*/ 1468664 h 2930128"/>
              <a:gd name="connsiteX203" fmla="*/ 4929336 w 6513760"/>
              <a:gd name="connsiteY203" fmla="*/ 1106537 h 2930128"/>
              <a:gd name="connsiteX204" fmla="*/ 5119985 w 6513760"/>
              <a:gd name="connsiteY204" fmla="*/ 1106537 h 2930128"/>
              <a:gd name="connsiteX205" fmla="*/ 5119985 w 6513760"/>
              <a:gd name="connsiteY205" fmla="*/ 1761083 h 2930128"/>
              <a:gd name="connsiteX206" fmla="*/ 4929336 w 6513760"/>
              <a:gd name="connsiteY206" fmla="*/ 1761083 h 2930128"/>
              <a:gd name="connsiteX207" fmla="*/ 4684216 w 6513760"/>
              <a:gd name="connsiteY207" fmla="*/ 1401691 h 2930128"/>
              <a:gd name="connsiteX208" fmla="*/ 4684216 w 6513760"/>
              <a:gd name="connsiteY208" fmla="*/ 1761083 h 2930128"/>
              <a:gd name="connsiteX209" fmla="*/ 4494014 w 6513760"/>
              <a:gd name="connsiteY209" fmla="*/ 1761083 h 2930128"/>
              <a:gd name="connsiteX210" fmla="*/ 3958679 w 6513760"/>
              <a:gd name="connsiteY210" fmla="*/ 1106537 h 2930128"/>
              <a:gd name="connsiteX211" fmla="*/ 4179298 w 6513760"/>
              <a:gd name="connsiteY211" fmla="*/ 1106537 h 2930128"/>
              <a:gd name="connsiteX212" fmla="*/ 4425255 w 6513760"/>
              <a:gd name="connsiteY212" fmla="*/ 1761083 h 2930128"/>
              <a:gd name="connsiteX213" fmla="*/ 4213454 w 6513760"/>
              <a:gd name="connsiteY213" fmla="*/ 1761083 h 2930128"/>
              <a:gd name="connsiteX214" fmla="*/ 4180707 w 6513760"/>
              <a:gd name="connsiteY214" fmla="*/ 1653034 h 2930128"/>
              <a:gd name="connsiteX215" fmla="*/ 3951082 w 6513760"/>
              <a:gd name="connsiteY215" fmla="*/ 1653034 h 2930128"/>
              <a:gd name="connsiteX216" fmla="*/ 3919179 w 6513760"/>
              <a:gd name="connsiteY216" fmla="*/ 1761083 h 2930128"/>
              <a:gd name="connsiteX217" fmla="*/ 3712666 w 6513760"/>
              <a:gd name="connsiteY217" fmla="*/ 1761083 h 2930128"/>
              <a:gd name="connsiteX218" fmla="*/ 2825353 w 6513760"/>
              <a:gd name="connsiteY218" fmla="*/ 1106537 h 2930128"/>
              <a:gd name="connsiteX219" fmla="*/ 3367385 w 6513760"/>
              <a:gd name="connsiteY219" fmla="*/ 1106537 h 2930128"/>
              <a:gd name="connsiteX220" fmla="*/ 3367385 w 6513760"/>
              <a:gd name="connsiteY220" fmla="*/ 1246286 h 2930128"/>
              <a:gd name="connsiteX221" fmla="*/ 3028057 w 6513760"/>
              <a:gd name="connsiteY221" fmla="*/ 1246286 h 2930128"/>
              <a:gd name="connsiteX222" fmla="*/ 3028057 w 6513760"/>
              <a:gd name="connsiteY222" fmla="*/ 1350317 h 2930128"/>
              <a:gd name="connsiteX223" fmla="*/ 3342828 w 6513760"/>
              <a:gd name="connsiteY223" fmla="*/ 1350317 h 2930128"/>
              <a:gd name="connsiteX224" fmla="*/ 3342828 w 6513760"/>
              <a:gd name="connsiteY224" fmla="*/ 1483816 h 2930128"/>
              <a:gd name="connsiteX225" fmla="*/ 3028057 w 6513760"/>
              <a:gd name="connsiteY225" fmla="*/ 1483816 h 2930128"/>
              <a:gd name="connsiteX226" fmla="*/ 3028057 w 6513760"/>
              <a:gd name="connsiteY226" fmla="*/ 1612850 h 2930128"/>
              <a:gd name="connsiteX227" fmla="*/ 3377207 w 6513760"/>
              <a:gd name="connsiteY227" fmla="*/ 1612850 h 2930128"/>
              <a:gd name="connsiteX228" fmla="*/ 3377207 w 6513760"/>
              <a:gd name="connsiteY228" fmla="*/ 1761083 h 2930128"/>
              <a:gd name="connsiteX229" fmla="*/ 2825353 w 6513760"/>
              <a:gd name="connsiteY229" fmla="*/ 1761083 h 2930128"/>
              <a:gd name="connsiteX230" fmla="*/ 2047131 w 6513760"/>
              <a:gd name="connsiteY230" fmla="*/ 1106537 h 2930128"/>
              <a:gd name="connsiteX231" fmla="*/ 2258562 w 6513760"/>
              <a:gd name="connsiteY231" fmla="*/ 1106537 h 2930128"/>
              <a:gd name="connsiteX232" fmla="*/ 2405881 w 6513760"/>
              <a:gd name="connsiteY232" fmla="*/ 1577578 h 2930128"/>
              <a:gd name="connsiteX233" fmla="*/ 2551316 w 6513760"/>
              <a:gd name="connsiteY233" fmla="*/ 1106537 h 2930128"/>
              <a:gd name="connsiteX234" fmla="*/ 2756594 w 6513760"/>
              <a:gd name="connsiteY234" fmla="*/ 1106537 h 2930128"/>
              <a:gd name="connsiteX235" fmla="*/ 2513553 w 6513760"/>
              <a:gd name="connsiteY235" fmla="*/ 1761083 h 2930128"/>
              <a:gd name="connsiteX236" fmla="*/ 2294329 w 6513760"/>
              <a:gd name="connsiteY236" fmla="*/ 1761083 h 2930128"/>
              <a:gd name="connsiteX237" fmla="*/ 1625054 w 6513760"/>
              <a:gd name="connsiteY237" fmla="*/ 1106537 h 2930128"/>
              <a:gd name="connsiteX238" fmla="*/ 1845673 w 6513760"/>
              <a:gd name="connsiteY238" fmla="*/ 1106537 h 2930128"/>
              <a:gd name="connsiteX239" fmla="*/ 2091630 w 6513760"/>
              <a:gd name="connsiteY239" fmla="*/ 1761083 h 2930128"/>
              <a:gd name="connsiteX240" fmla="*/ 1879829 w 6513760"/>
              <a:gd name="connsiteY240" fmla="*/ 1761083 h 2930128"/>
              <a:gd name="connsiteX241" fmla="*/ 1847082 w 6513760"/>
              <a:gd name="connsiteY241" fmla="*/ 1653034 h 2930128"/>
              <a:gd name="connsiteX242" fmla="*/ 1617457 w 6513760"/>
              <a:gd name="connsiteY242" fmla="*/ 1653034 h 2930128"/>
              <a:gd name="connsiteX243" fmla="*/ 1585554 w 6513760"/>
              <a:gd name="connsiteY243" fmla="*/ 1761083 h 2930128"/>
              <a:gd name="connsiteX244" fmla="*/ 1379041 w 6513760"/>
              <a:gd name="connsiteY244" fmla="*/ 1761083 h 2930128"/>
              <a:gd name="connsiteX245" fmla="*/ 683568 w 6513760"/>
              <a:gd name="connsiteY245" fmla="*/ 1106537 h 2930128"/>
              <a:gd name="connsiteX246" fmla="*/ 885825 w 6513760"/>
              <a:gd name="connsiteY246" fmla="*/ 1106537 h 2930128"/>
              <a:gd name="connsiteX247" fmla="*/ 885825 w 6513760"/>
              <a:gd name="connsiteY247" fmla="*/ 1335583 h 2930128"/>
              <a:gd name="connsiteX248" fmla="*/ 1106835 w 6513760"/>
              <a:gd name="connsiteY248" fmla="*/ 1335583 h 2930128"/>
              <a:gd name="connsiteX249" fmla="*/ 1106835 w 6513760"/>
              <a:gd name="connsiteY249" fmla="*/ 1106537 h 2930128"/>
              <a:gd name="connsiteX250" fmla="*/ 1309985 w 6513760"/>
              <a:gd name="connsiteY250" fmla="*/ 1106537 h 2930128"/>
              <a:gd name="connsiteX251" fmla="*/ 1309985 w 6513760"/>
              <a:gd name="connsiteY251" fmla="*/ 1761083 h 2930128"/>
              <a:gd name="connsiteX252" fmla="*/ 1106835 w 6513760"/>
              <a:gd name="connsiteY252" fmla="*/ 1761083 h 2930128"/>
              <a:gd name="connsiteX253" fmla="*/ 1106835 w 6513760"/>
              <a:gd name="connsiteY253" fmla="*/ 1496318 h 2930128"/>
              <a:gd name="connsiteX254" fmla="*/ 885825 w 6513760"/>
              <a:gd name="connsiteY254" fmla="*/ 1496318 h 2930128"/>
              <a:gd name="connsiteX255" fmla="*/ 885825 w 6513760"/>
              <a:gd name="connsiteY255" fmla="*/ 1761083 h 2930128"/>
              <a:gd name="connsiteX256" fmla="*/ 683568 w 6513760"/>
              <a:gd name="connsiteY256" fmla="*/ 1761083 h 2930128"/>
              <a:gd name="connsiteX257" fmla="*/ 1544836 w 6513760"/>
              <a:gd name="connsiteY257" fmla="*/ 159395 h 2930128"/>
              <a:gd name="connsiteX258" fmla="*/ 1544836 w 6513760"/>
              <a:gd name="connsiteY258" fmla="*/ 517029 h 2930128"/>
              <a:gd name="connsiteX259" fmla="*/ 1594395 w 6513760"/>
              <a:gd name="connsiteY259" fmla="*/ 517029 h 2930128"/>
              <a:gd name="connsiteX260" fmla="*/ 1684585 w 6513760"/>
              <a:gd name="connsiteY260" fmla="*/ 502965 h 2930128"/>
              <a:gd name="connsiteX261" fmla="*/ 1726555 w 6513760"/>
              <a:gd name="connsiteY261" fmla="*/ 453851 h 2930128"/>
              <a:gd name="connsiteX262" fmla="*/ 1741735 w 6513760"/>
              <a:gd name="connsiteY262" fmla="*/ 340221 h 2930128"/>
              <a:gd name="connsiteX263" fmla="*/ 1707802 w 6513760"/>
              <a:gd name="connsiteY263" fmla="*/ 197792 h 2930128"/>
              <a:gd name="connsiteX264" fmla="*/ 1595288 w 6513760"/>
              <a:gd name="connsiteY264" fmla="*/ 159395 h 2930128"/>
              <a:gd name="connsiteX265" fmla="*/ 4090392 w 6513760"/>
              <a:gd name="connsiteY265" fmla="*/ 153144 h 2930128"/>
              <a:gd name="connsiteX266" fmla="*/ 3992165 w 6513760"/>
              <a:gd name="connsiteY266" fmla="*/ 196453 h 2930128"/>
              <a:gd name="connsiteX267" fmla="*/ 3955107 w 6513760"/>
              <a:gd name="connsiteY267" fmla="*/ 339774 h 2930128"/>
              <a:gd name="connsiteX268" fmla="*/ 3991942 w 6513760"/>
              <a:gd name="connsiteY268" fmla="*/ 482203 h 2930128"/>
              <a:gd name="connsiteX269" fmla="*/ 4092178 w 6513760"/>
              <a:gd name="connsiteY269" fmla="*/ 525512 h 2930128"/>
              <a:gd name="connsiteX270" fmla="*/ 4193083 w 6513760"/>
              <a:gd name="connsiteY270" fmla="*/ 483096 h 2930128"/>
              <a:gd name="connsiteX271" fmla="*/ 4228802 w 6513760"/>
              <a:gd name="connsiteY271" fmla="*/ 330845 h 2930128"/>
              <a:gd name="connsiteX272" fmla="*/ 4191521 w 6513760"/>
              <a:gd name="connsiteY272" fmla="*/ 195783 h 2930128"/>
              <a:gd name="connsiteX273" fmla="*/ 4090392 w 6513760"/>
              <a:gd name="connsiteY273" fmla="*/ 153144 h 2930128"/>
              <a:gd name="connsiteX274" fmla="*/ 2366367 w 6513760"/>
              <a:gd name="connsiteY274" fmla="*/ 153144 h 2930128"/>
              <a:gd name="connsiteX275" fmla="*/ 2268140 w 6513760"/>
              <a:gd name="connsiteY275" fmla="*/ 196453 h 2930128"/>
              <a:gd name="connsiteX276" fmla="*/ 2231082 w 6513760"/>
              <a:gd name="connsiteY276" fmla="*/ 339774 h 2930128"/>
              <a:gd name="connsiteX277" fmla="*/ 2267918 w 6513760"/>
              <a:gd name="connsiteY277" fmla="*/ 482203 h 2930128"/>
              <a:gd name="connsiteX278" fmla="*/ 2368153 w 6513760"/>
              <a:gd name="connsiteY278" fmla="*/ 525512 h 2930128"/>
              <a:gd name="connsiteX279" fmla="*/ 2469059 w 6513760"/>
              <a:gd name="connsiteY279" fmla="*/ 483096 h 2930128"/>
              <a:gd name="connsiteX280" fmla="*/ 2504777 w 6513760"/>
              <a:gd name="connsiteY280" fmla="*/ 330845 h 2930128"/>
              <a:gd name="connsiteX281" fmla="*/ 2467496 w 6513760"/>
              <a:gd name="connsiteY281" fmla="*/ 195783 h 2930128"/>
              <a:gd name="connsiteX282" fmla="*/ 2366367 w 6513760"/>
              <a:gd name="connsiteY282" fmla="*/ 153144 h 2930128"/>
              <a:gd name="connsiteX283" fmla="*/ 4540746 w 6513760"/>
              <a:gd name="connsiteY283" fmla="*/ 11162 h 2930128"/>
              <a:gd name="connsiteX284" fmla="*/ 4742557 w 6513760"/>
              <a:gd name="connsiteY284" fmla="*/ 11162 h 2930128"/>
              <a:gd name="connsiteX285" fmla="*/ 4742557 w 6513760"/>
              <a:gd name="connsiteY285" fmla="*/ 410417 h 2930128"/>
              <a:gd name="connsiteX286" fmla="*/ 4772248 w 6513760"/>
              <a:gd name="connsiteY286" fmla="*/ 494063 h 2930128"/>
              <a:gd name="connsiteX287" fmla="*/ 4854624 w 6513760"/>
              <a:gd name="connsiteY287" fmla="*/ 524172 h 2930128"/>
              <a:gd name="connsiteX288" fmla="*/ 4936554 w 6513760"/>
              <a:gd name="connsiteY288" fmla="*/ 494506 h 2930128"/>
              <a:gd name="connsiteX289" fmla="*/ 4966245 w 6513760"/>
              <a:gd name="connsiteY289" fmla="*/ 410417 h 2930128"/>
              <a:gd name="connsiteX290" fmla="*/ 4966245 w 6513760"/>
              <a:gd name="connsiteY290" fmla="*/ 11162 h 2930128"/>
              <a:gd name="connsiteX291" fmla="*/ 5168056 w 6513760"/>
              <a:gd name="connsiteY291" fmla="*/ 11162 h 2930128"/>
              <a:gd name="connsiteX292" fmla="*/ 5168056 w 6513760"/>
              <a:gd name="connsiteY292" fmla="*/ 401131 h 2930128"/>
              <a:gd name="connsiteX293" fmla="*/ 5149974 w 6513760"/>
              <a:gd name="connsiteY293" fmla="*/ 510666 h 2930128"/>
              <a:gd name="connsiteX294" fmla="*/ 5093270 w 6513760"/>
              <a:gd name="connsiteY294" fmla="*/ 600797 h 2930128"/>
              <a:gd name="connsiteX295" fmla="*/ 5012233 w 6513760"/>
              <a:gd name="connsiteY295" fmla="*/ 655006 h 2930128"/>
              <a:gd name="connsiteX296" fmla="*/ 4870698 w 6513760"/>
              <a:gd name="connsiteY296" fmla="*/ 676870 h 2930128"/>
              <a:gd name="connsiteX297" fmla="*/ 4766444 w 6513760"/>
              <a:gd name="connsiteY297" fmla="*/ 670176 h 2930128"/>
              <a:gd name="connsiteX298" fmla="*/ 4672012 w 6513760"/>
              <a:gd name="connsiteY298" fmla="*/ 643628 h 2930128"/>
              <a:gd name="connsiteX299" fmla="*/ 4602584 w 6513760"/>
              <a:gd name="connsiteY299" fmla="*/ 587186 h 2930128"/>
              <a:gd name="connsiteX300" fmla="*/ 4559498 w 6513760"/>
              <a:gd name="connsiteY300" fmla="*/ 511782 h 2930128"/>
              <a:gd name="connsiteX301" fmla="*/ 4540746 w 6513760"/>
              <a:gd name="connsiteY301" fmla="*/ 401131 h 2930128"/>
              <a:gd name="connsiteX302" fmla="*/ 3054995 w 6513760"/>
              <a:gd name="connsiteY302" fmla="*/ 11162 h 2930128"/>
              <a:gd name="connsiteX303" fmla="*/ 3279660 w 6513760"/>
              <a:gd name="connsiteY303" fmla="*/ 11162 h 2930128"/>
              <a:gd name="connsiteX304" fmla="*/ 3411533 w 6513760"/>
              <a:gd name="connsiteY304" fmla="*/ 231976 h 2930128"/>
              <a:gd name="connsiteX305" fmla="*/ 3543679 w 6513760"/>
              <a:gd name="connsiteY305" fmla="*/ 11162 h 2930128"/>
              <a:gd name="connsiteX306" fmla="*/ 3767137 w 6513760"/>
              <a:gd name="connsiteY306" fmla="*/ 11162 h 2930128"/>
              <a:gd name="connsiteX307" fmla="*/ 3512641 w 6513760"/>
              <a:gd name="connsiteY307" fmla="*/ 391567 h 2930128"/>
              <a:gd name="connsiteX308" fmla="*/ 3512641 w 6513760"/>
              <a:gd name="connsiteY308" fmla="*/ 665708 h 2930128"/>
              <a:gd name="connsiteX309" fmla="*/ 3309937 w 6513760"/>
              <a:gd name="connsiteY309" fmla="*/ 665708 h 2930128"/>
              <a:gd name="connsiteX310" fmla="*/ 3309937 w 6513760"/>
              <a:gd name="connsiteY310" fmla="*/ 391567 h 2930128"/>
              <a:gd name="connsiteX311" fmla="*/ 1342578 w 6513760"/>
              <a:gd name="connsiteY311" fmla="*/ 11162 h 2930128"/>
              <a:gd name="connsiteX312" fmla="*/ 1643062 w 6513760"/>
              <a:gd name="connsiteY312" fmla="*/ 11162 h 2930128"/>
              <a:gd name="connsiteX313" fmla="*/ 1786607 w 6513760"/>
              <a:gd name="connsiteY313" fmla="*/ 35272 h 2930128"/>
              <a:gd name="connsiteX314" fmla="*/ 1877020 w 6513760"/>
              <a:gd name="connsiteY314" fmla="*/ 104477 h 2930128"/>
              <a:gd name="connsiteX315" fmla="*/ 1928812 w 6513760"/>
              <a:gd name="connsiteY315" fmla="*/ 209401 h 2930128"/>
              <a:gd name="connsiteX316" fmla="*/ 1944886 w 6513760"/>
              <a:gd name="connsiteY316" fmla="*/ 336202 h 2930128"/>
              <a:gd name="connsiteX317" fmla="*/ 1920999 w 6513760"/>
              <a:gd name="connsiteY317" fmla="*/ 498946 h 2930128"/>
              <a:gd name="connsiteX318" fmla="*/ 1854696 w 6513760"/>
              <a:gd name="connsiteY318" fmla="*/ 595833 h 2930128"/>
              <a:gd name="connsiteX319" fmla="*/ 1763613 w 6513760"/>
              <a:gd name="connsiteY319" fmla="*/ 647848 h 2930128"/>
              <a:gd name="connsiteX320" fmla="*/ 1643062 w 6513760"/>
              <a:gd name="connsiteY320" fmla="*/ 665708 h 2930128"/>
              <a:gd name="connsiteX321" fmla="*/ 1342578 w 6513760"/>
              <a:gd name="connsiteY321" fmla="*/ 665708 h 2930128"/>
              <a:gd name="connsiteX322" fmla="*/ 4090838 w 6513760"/>
              <a:gd name="connsiteY322" fmla="*/ 0 h 2930128"/>
              <a:gd name="connsiteX323" fmla="*/ 4342656 w 6513760"/>
              <a:gd name="connsiteY323" fmla="*/ 87734 h 2930128"/>
              <a:gd name="connsiteX324" fmla="*/ 4431060 w 6513760"/>
              <a:gd name="connsiteY324" fmla="*/ 333524 h 2930128"/>
              <a:gd name="connsiteX325" fmla="*/ 4392439 w 6513760"/>
              <a:gd name="connsiteY325" fmla="*/ 521717 h 2930128"/>
              <a:gd name="connsiteX326" fmla="*/ 4280818 w 6513760"/>
              <a:gd name="connsiteY326" fmla="*/ 636017 h 2930128"/>
              <a:gd name="connsiteX327" fmla="*/ 4098875 w 6513760"/>
              <a:gd name="connsiteY327" fmla="*/ 676870 h 2930128"/>
              <a:gd name="connsiteX328" fmla="*/ 3915593 w 6513760"/>
              <a:gd name="connsiteY328" fmla="*/ 641598 h 2930128"/>
              <a:gd name="connsiteX329" fmla="*/ 3797945 w 6513760"/>
              <a:gd name="connsiteY329" fmla="*/ 529977 h 2930128"/>
              <a:gd name="connsiteX330" fmla="*/ 3752850 w 6513760"/>
              <a:gd name="connsiteY330" fmla="*/ 338881 h 2930128"/>
              <a:gd name="connsiteX331" fmla="*/ 3842147 w 6513760"/>
              <a:gd name="connsiteY331" fmla="*/ 89297 h 2930128"/>
              <a:gd name="connsiteX332" fmla="*/ 4090838 w 6513760"/>
              <a:gd name="connsiteY332" fmla="*/ 0 h 2930128"/>
              <a:gd name="connsiteX333" fmla="*/ 2366814 w 6513760"/>
              <a:gd name="connsiteY333" fmla="*/ 0 h 2930128"/>
              <a:gd name="connsiteX334" fmla="*/ 2618631 w 6513760"/>
              <a:gd name="connsiteY334" fmla="*/ 87734 h 2930128"/>
              <a:gd name="connsiteX335" fmla="*/ 2707034 w 6513760"/>
              <a:gd name="connsiteY335" fmla="*/ 333524 h 2930128"/>
              <a:gd name="connsiteX336" fmla="*/ 2668414 w 6513760"/>
              <a:gd name="connsiteY336" fmla="*/ 521717 h 2930128"/>
              <a:gd name="connsiteX337" fmla="*/ 2556793 w 6513760"/>
              <a:gd name="connsiteY337" fmla="*/ 636017 h 2930128"/>
              <a:gd name="connsiteX338" fmla="*/ 2374850 w 6513760"/>
              <a:gd name="connsiteY338" fmla="*/ 676870 h 2930128"/>
              <a:gd name="connsiteX339" fmla="*/ 2191568 w 6513760"/>
              <a:gd name="connsiteY339" fmla="*/ 641598 h 2930128"/>
              <a:gd name="connsiteX340" fmla="*/ 2073920 w 6513760"/>
              <a:gd name="connsiteY340" fmla="*/ 529977 h 2930128"/>
              <a:gd name="connsiteX341" fmla="*/ 2028825 w 6513760"/>
              <a:gd name="connsiteY341" fmla="*/ 338881 h 2930128"/>
              <a:gd name="connsiteX342" fmla="*/ 2118122 w 6513760"/>
              <a:gd name="connsiteY342" fmla="*/ 89297 h 2930128"/>
              <a:gd name="connsiteX343" fmla="*/ 2366814 w 6513760"/>
              <a:gd name="connsiteY343" fmla="*/ 0 h 2930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Lst>
            <a:rect l="l" t="t" r="r" b="b"/>
            <a:pathLst>
              <a:path w="6513760" h="2930128">
                <a:moveTo>
                  <a:pt x="6162824" y="2696170"/>
                </a:moveTo>
                <a:lnTo>
                  <a:pt x="6344543" y="2696170"/>
                </a:lnTo>
                <a:lnTo>
                  <a:pt x="6344543" y="2856458"/>
                </a:lnTo>
                <a:lnTo>
                  <a:pt x="6162824" y="2856458"/>
                </a:lnTo>
                <a:close/>
                <a:moveTo>
                  <a:pt x="4185642" y="2343894"/>
                </a:moveTo>
                <a:cubicBezTo>
                  <a:pt x="4144863" y="2343894"/>
                  <a:pt x="4112121" y="2358330"/>
                  <a:pt x="4087415" y="2387203"/>
                </a:cubicBezTo>
                <a:cubicBezTo>
                  <a:pt x="4062710" y="2416076"/>
                  <a:pt x="4050357" y="2463849"/>
                  <a:pt x="4050357" y="2530524"/>
                </a:cubicBezTo>
                <a:cubicBezTo>
                  <a:pt x="4050357" y="2596604"/>
                  <a:pt x="4062636" y="2644080"/>
                  <a:pt x="4087192" y="2672953"/>
                </a:cubicBezTo>
                <a:cubicBezTo>
                  <a:pt x="4111749" y="2701826"/>
                  <a:pt x="4145161" y="2716262"/>
                  <a:pt x="4187428" y="2716262"/>
                </a:cubicBezTo>
                <a:cubicBezTo>
                  <a:pt x="4230886" y="2716262"/>
                  <a:pt x="4264521" y="2702123"/>
                  <a:pt x="4288333" y="2673846"/>
                </a:cubicBezTo>
                <a:cubicBezTo>
                  <a:pt x="4312146" y="2645569"/>
                  <a:pt x="4324052" y="2594818"/>
                  <a:pt x="4324052" y="2521595"/>
                </a:cubicBezTo>
                <a:cubicBezTo>
                  <a:pt x="4324052" y="2459980"/>
                  <a:pt x="4311625" y="2414959"/>
                  <a:pt x="4286771" y="2386533"/>
                </a:cubicBezTo>
                <a:cubicBezTo>
                  <a:pt x="4261916" y="2358107"/>
                  <a:pt x="4228207" y="2343894"/>
                  <a:pt x="4185642" y="2343894"/>
                </a:cubicBezTo>
                <a:close/>
                <a:moveTo>
                  <a:pt x="337542" y="2343894"/>
                </a:moveTo>
                <a:cubicBezTo>
                  <a:pt x="297359" y="2343894"/>
                  <a:pt x="264765" y="2358330"/>
                  <a:pt x="239762" y="2387203"/>
                </a:cubicBezTo>
                <a:cubicBezTo>
                  <a:pt x="214759" y="2416076"/>
                  <a:pt x="202257" y="2461171"/>
                  <a:pt x="202257" y="2522488"/>
                </a:cubicBezTo>
                <a:cubicBezTo>
                  <a:pt x="202257" y="2593925"/>
                  <a:pt x="214461" y="2644080"/>
                  <a:pt x="238869" y="2672953"/>
                </a:cubicBezTo>
                <a:cubicBezTo>
                  <a:pt x="263277" y="2701826"/>
                  <a:pt x="296763" y="2716262"/>
                  <a:pt x="339328" y="2716262"/>
                </a:cubicBezTo>
                <a:cubicBezTo>
                  <a:pt x="353020" y="2716262"/>
                  <a:pt x="365968" y="2714922"/>
                  <a:pt x="378172" y="2712244"/>
                </a:cubicBezTo>
                <a:cubicBezTo>
                  <a:pt x="361206" y="2695872"/>
                  <a:pt x="334417" y="2680394"/>
                  <a:pt x="297805" y="2665809"/>
                </a:cubicBezTo>
                <a:lnTo>
                  <a:pt x="329505" y="2593032"/>
                </a:lnTo>
                <a:cubicBezTo>
                  <a:pt x="347365" y="2596306"/>
                  <a:pt x="361280" y="2600325"/>
                  <a:pt x="371252" y="2605087"/>
                </a:cubicBezTo>
                <a:cubicBezTo>
                  <a:pt x="381223" y="2609850"/>
                  <a:pt x="400645" y="2622351"/>
                  <a:pt x="429518" y="2642592"/>
                </a:cubicBezTo>
                <a:cubicBezTo>
                  <a:pt x="436364" y="2647354"/>
                  <a:pt x="443805" y="2652266"/>
                  <a:pt x="451842" y="2657326"/>
                </a:cubicBezTo>
                <a:cubicBezTo>
                  <a:pt x="467916" y="2628453"/>
                  <a:pt x="475952" y="2585293"/>
                  <a:pt x="475952" y="2527846"/>
                </a:cubicBezTo>
                <a:cubicBezTo>
                  <a:pt x="475952" y="2461766"/>
                  <a:pt x="463674" y="2414587"/>
                  <a:pt x="439117" y="2386310"/>
                </a:cubicBezTo>
                <a:cubicBezTo>
                  <a:pt x="414560" y="2358033"/>
                  <a:pt x="380702" y="2343894"/>
                  <a:pt x="337542" y="2343894"/>
                </a:cubicBezTo>
                <a:close/>
                <a:moveTo>
                  <a:pt x="4636889" y="2201912"/>
                </a:moveTo>
                <a:lnTo>
                  <a:pt x="4825752" y="2201912"/>
                </a:lnTo>
                <a:lnTo>
                  <a:pt x="5072211" y="2564039"/>
                </a:lnTo>
                <a:lnTo>
                  <a:pt x="5072211" y="2201912"/>
                </a:lnTo>
                <a:lnTo>
                  <a:pt x="5262860" y="2201912"/>
                </a:lnTo>
                <a:lnTo>
                  <a:pt x="5262860" y="2856458"/>
                </a:lnTo>
                <a:lnTo>
                  <a:pt x="5072211" y="2856458"/>
                </a:lnTo>
                <a:lnTo>
                  <a:pt x="4827091" y="2497066"/>
                </a:lnTo>
                <a:lnTo>
                  <a:pt x="4827091" y="2856458"/>
                </a:lnTo>
                <a:lnTo>
                  <a:pt x="4636889" y="2856458"/>
                </a:lnTo>
                <a:close/>
                <a:moveTo>
                  <a:pt x="3529161" y="2201912"/>
                </a:moveTo>
                <a:lnTo>
                  <a:pt x="3731865" y="2201912"/>
                </a:lnTo>
                <a:lnTo>
                  <a:pt x="3731865" y="2856458"/>
                </a:lnTo>
                <a:lnTo>
                  <a:pt x="3529161" y="2856458"/>
                </a:lnTo>
                <a:close/>
                <a:moveTo>
                  <a:pt x="2817912" y="2201912"/>
                </a:moveTo>
                <a:lnTo>
                  <a:pt x="3432720" y="2201912"/>
                </a:lnTo>
                <a:lnTo>
                  <a:pt x="3432720" y="2363539"/>
                </a:lnTo>
                <a:lnTo>
                  <a:pt x="3226445" y="2363539"/>
                </a:lnTo>
                <a:lnTo>
                  <a:pt x="3226445" y="2856458"/>
                </a:lnTo>
                <a:lnTo>
                  <a:pt x="3024187" y="2856458"/>
                </a:lnTo>
                <a:lnTo>
                  <a:pt x="3024187" y="2363539"/>
                </a:lnTo>
                <a:lnTo>
                  <a:pt x="2817912" y="2363539"/>
                </a:lnTo>
                <a:close/>
                <a:moveTo>
                  <a:pt x="1549003" y="2201912"/>
                </a:moveTo>
                <a:lnTo>
                  <a:pt x="2091035" y="2201912"/>
                </a:lnTo>
                <a:lnTo>
                  <a:pt x="2091035" y="2341662"/>
                </a:lnTo>
                <a:lnTo>
                  <a:pt x="1751707" y="2341662"/>
                </a:lnTo>
                <a:lnTo>
                  <a:pt x="1751707" y="2445692"/>
                </a:lnTo>
                <a:lnTo>
                  <a:pt x="2066479" y="2445692"/>
                </a:lnTo>
                <a:lnTo>
                  <a:pt x="2066479" y="2579191"/>
                </a:lnTo>
                <a:lnTo>
                  <a:pt x="1751707" y="2579191"/>
                </a:lnTo>
                <a:lnTo>
                  <a:pt x="1751707" y="2708225"/>
                </a:lnTo>
                <a:lnTo>
                  <a:pt x="2100858" y="2708225"/>
                </a:lnTo>
                <a:lnTo>
                  <a:pt x="2100858" y="2856458"/>
                </a:lnTo>
                <a:lnTo>
                  <a:pt x="1549003" y="2856458"/>
                </a:lnTo>
                <a:close/>
                <a:moveTo>
                  <a:pt x="787896" y="2201912"/>
                </a:moveTo>
                <a:lnTo>
                  <a:pt x="989707" y="2201912"/>
                </a:lnTo>
                <a:lnTo>
                  <a:pt x="989707" y="2601167"/>
                </a:lnTo>
                <a:cubicBezTo>
                  <a:pt x="989707" y="2636857"/>
                  <a:pt x="999604" y="2664739"/>
                  <a:pt x="1019398" y="2684813"/>
                </a:cubicBezTo>
                <a:cubicBezTo>
                  <a:pt x="1039192" y="2704886"/>
                  <a:pt x="1066651" y="2714922"/>
                  <a:pt x="1101774" y="2714922"/>
                </a:cubicBezTo>
                <a:cubicBezTo>
                  <a:pt x="1136600" y="2714922"/>
                  <a:pt x="1163910" y="2705034"/>
                  <a:pt x="1183704" y="2685256"/>
                </a:cubicBezTo>
                <a:cubicBezTo>
                  <a:pt x="1203499" y="2665478"/>
                  <a:pt x="1213396" y="2637448"/>
                  <a:pt x="1213396" y="2601167"/>
                </a:cubicBezTo>
                <a:lnTo>
                  <a:pt x="1213396" y="2201912"/>
                </a:lnTo>
                <a:lnTo>
                  <a:pt x="1415206" y="2201912"/>
                </a:lnTo>
                <a:lnTo>
                  <a:pt x="1415206" y="2591881"/>
                </a:lnTo>
                <a:cubicBezTo>
                  <a:pt x="1415206" y="2630549"/>
                  <a:pt x="1409179" y="2667060"/>
                  <a:pt x="1397124" y="2701416"/>
                </a:cubicBezTo>
                <a:cubicBezTo>
                  <a:pt x="1385069" y="2735772"/>
                  <a:pt x="1366167" y="2765816"/>
                  <a:pt x="1340420" y="2791547"/>
                </a:cubicBezTo>
                <a:cubicBezTo>
                  <a:pt x="1314674" y="2817278"/>
                  <a:pt x="1287661" y="2835348"/>
                  <a:pt x="1259384" y="2845756"/>
                </a:cubicBezTo>
                <a:cubicBezTo>
                  <a:pt x="1220093" y="2860332"/>
                  <a:pt x="1172914" y="2867620"/>
                  <a:pt x="1117848" y="2867620"/>
                </a:cubicBezTo>
                <a:cubicBezTo>
                  <a:pt x="1085999" y="2867620"/>
                  <a:pt x="1051247" y="2865389"/>
                  <a:pt x="1013594" y="2860926"/>
                </a:cubicBezTo>
                <a:cubicBezTo>
                  <a:pt x="975940" y="2856464"/>
                  <a:pt x="944463" y="2847614"/>
                  <a:pt x="919162" y="2834378"/>
                </a:cubicBezTo>
                <a:cubicBezTo>
                  <a:pt x="893862" y="2821142"/>
                  <a:pt x="870719" y="2802328"/>
                  <a:pt x="849734" y="2777936"/>
                </a:cubicBezTo>
                <a:cubicBezTo>
                  <a:pt x="828749" y="2753545"/>
                  <a:pt x="814387" y="2728410"/>
                  <a:pt x="806648" y="2702533"/>
                </a:cubicBezTo>
                <a:cubicBezTo>
                  <a:pt x="794147" y="2660889"/>
                  <a:pt x="787896" y="2624005"/>
                  <a:pt x="787896" y="2591881"/>
                </a:cubicBezTo>
                <a:close/>
                <a:moveTo>
                  <a:pt x="6275338" y="2190750"/>
                </a:moveTo>
                <a:cubicBezTo>
                  <a:pt x="6340227" y="2190750"/>
                  <a:pt x="6392614" y="2204293"/>
                  <a:pt x="6432500" y="2231380"/>
                </a:cubicBezTo>
                <a:cubicBezTo>
                  <a:pt x="6486674" y="2267992"/>
                  <a:pt x="6513760" y="2316807"/>
                  <a:pt x="6513760" y="2377827"/>
                </a:cubicBezTo>
                <a:cubicBezTo>
                  <a:pt x="6513760" y="2403128"/>
                  <a:pt x="6506765" y="2427535"/>
                  <a:pt x="6492776" y="2451050"/>
                </a:cubicBezTo>
                <a:cubicBezTo>
                  <a:pt x="6478786" y="2474565"/>
                  <a:pt x="6450211" y="2503289"/>
                  <a:pt x="6407051" y="2537222"/>
                </a:cubicBezTo>
                <a:cubicBezTo>
                  <a:pt x="6376987" y="2561034"/>
                  <a:pt x="6358012" y="2580159"/>
                  <a:pt x="6350124" y="2594595"/>
                </a:cubicBezTo>
                <a:cubicBezTo>
                  <a:pt x="6342236" y="2609031"/>
                  <a:pt x="6338292" y="2627858"/>
                  <a:pt x="6338292" y="2651075"/>
                </a:cubicBezTo>
                <a:lnTo>
                  <a:pt x="6168628" y="2651075"/>
                </a:lnTo>
                <a:lnTo>
                  <a:pt x="6168628" y="2634109"/>
                </a:lnTo>
                <a:cubicBezTo>
                  <a:pt x="6168628" y="2605236"/>
                  <a:pt x="6171902" y="2581796"/>
                  <a:pt x="6178451" y="2563788"/>
                </a:cubicBezTo>
                <a:cubicBezTo>
                  <a:pt x="6184999" y="2545779"/>
                  <a:pt x="6194747" y="2529334"/>
                  <a:pt x="6207695" y="2514451"/>
                </a:cubicBezTo>
                <a:cubicBezTo>
                  <a:pt x="6220643" y="2499568"/>
                  <a:pt x="6249739" y="2473374"/>
                  <a:pt x="6294983" y="2435870"/>
                </a:cubicBezTo>
                <a:cubicBezTo>
                  <a:pt x="6319093" y="2416224"/>
                  <a:pt x="6331148" y="2398216"/>
                  <a:pt x="6331148" y="2381845"/>
                </a:cubicBezTo>
                <a:cubicBezTo>
                  <a:pt x="6331148" y="2365474"/>
                  <a:pt x="6326311" y="2352749"/>
                  <a:pt x="6316637" y="2343671"/>
                </a:cubicBezTo>
                <a:cubicBezTo>
                  <a:pt x="6306964" y="2334592"/>
                  <a:pt x="6292304" y="2330053"/>
                  <a:pt x="6272659" y="2330053"/>
                </a:cubicBezTo>
                <a:cubicBezTo>
                  <a:pt x="6251525" y="2330053"/>
                  <a:pt x="6234038" y="2337048"/>
                  <a:pt x="6220197" y="2351038"/>
                </a:cubicBezTo>
                <a:cubicBezTo>
                  <a:pt x="6206356" y="2365028"/>
                  <a:pt x="6197501" y="2389435"/>
                  <a:pt x="6193631" y="2424261"/>
                </a:cubicBezTo>
                <a:lnTo>
                  <a:pt x="6020395" y="2402830"/>
                </a:lnTo>
                <a:cubicBezTo>
                  <a:pt x="6026348" y="2339131"/>
                  <a:pt x="6049491" y="2287860"/>
                  <a:pt x="6089823" y="2249016"/>
                </a:cubicBezTo>
                <a:cubicBezTo>
                  <a:pt x="6130156" y="2210172"/>
                  <a:pt x="6191994" y="2190750"/>
                  <a:pt x="6275338" y="2190750"/>
                </a:cubicBezTo>
                <a:close/>
                <a:moveTo>
                  <a:pt x="5664994" y="2190750"/>
                </a:moveTo>
                <a:cubicBezTo>
                  <a:pt x="5748635" y="2190750"/>
                  <a:pt x="5812408" y="2206302"/>
                  <a:pt x="5856312" y="2237407"/>
                </a:cubicBezTo>
                <a:cubicBezTo>
                  <a:pt x="5900216" y="2268513"/>
                  <a:pt x="5926336" y="2317998"/>
                  <a:pt x="5934670" y="2385863"/>
                </a:cubicBezTo>
                <a:lnTo>
                  <a:pt x="5744021" y="2397026"/>
                </a:lnTo>
                <a:cubicBezTo>
                  <a:pt x="5738961" y="2367558"/>
                  <a:pt x="5728320" y="2346126"/>
                  <a:pt x="5712098" y="2332732"/>
                </a:cubicBezTo>
                <a:cubicBezTo>
                  <a:pt x="5695875" y="2319337"/>
                  <a:pt x="5673477" y="2312640"/>
                  <a:pt x="5644902" y="2312640"/>
                </a:cubicBezTo>
                <a:cubicBezTo>
                  <a:pt x="5621387" y="2312640"/>
                  <a:pt x="5603676" y="2317626"/>
                  <a:pt x="5591770" y="2327597"/>
                </a:cubicBezTo>
                <a:cubicBezTo>
                  <a:pt x="5579864" y="2337569"/>
                  <a:pt x="5573911" y="2349698"/>
                  <a:pt x="5573911" y="2363986"/>
                </a:cubicBezTo>
                <a:cubicBezTo>
                  <a:pt x="5573911" y="2374404"/>
                  <a:pt x="5578822" y="2383780"/>
                  <a:pt x="5588645" y="2392114"/>
                </a:cubicBezTo>
                <a:cubicBezTo>
                  <a:pt x="5598170" y="2400746"/>
                  <a:pt x="5620792" y="2408783"/>
                  <a:pt x="5656510" y="2416224"/>
                </a:cubicBezTo>
                <a:cubicBezTo>
                  <a:pt x="5744914" y="2435274"/>
                  <a:pt x="5808241" y="2454548"/>
                  <a:pt x="5846489" y="2474044"/>
                </a:cubicBezTo>
                <a:cubicBezTo>
                  <a:pt x="5884738" y="2493541"/>
                  <a:pt x="5912569" y="2517725"/>
                  <a:pt x="5929982" y="2546598"/>
                </a:cubicBezTo>
                <a:cubicBezTo>
                  <a:pt x="5947395" y="2575471"/>
                  <a:pt x="5956101" y="2607766"/>
                  <a:pt x="5956101" y="2643485"/>
                </a:cubicBezTo>
                <a:cubicBezTo>
                  <a:pt x="5956101" y="2685454"/>
                  <a:pt x="5944493" y="2724150"/>
                  <a:pt x="5921276" y="2759571"/>
                </a:cubicBezTo>
                <a:cubicBezTo>
                  <a:pt x="5898058" y="2794992"/>
                  <a:pt x="5865614" y="2821855"/>
                  <a:pt x="5823942" y="2840161"/>
                </a:cubicBezTo>
                <a:cubicBezTo>
                  <a:pt x="5782270" y="2858467"/>
                  <a:pt x="5729734" y="2867620"/>
                  <a:pt x="5666333" y="2867620"/>
                </a:cubicBezTo>
                <a:cubicBezTo>
                  <a:pt x="5555010" y="2867620"/>
                  <a:pt x="5477917" y="2846189"/>
                  <a:pt x="5435054" y="2803326"/>
                </a:cubicBezTo>
                <a:cubicBezTo>
                  <a:pt x="5392192" y="2760464"/>
                  <a:pt x="5367933" y="2705993"/>
                  <a:pt x="5362277" y="2639913"/>
                </a:cubicBezTo>
                <a:lnTo>
                  <a:pt x="5554712" y="2627858"/>
                </a:lnTo>
                <a:cubicBezTo>
                  <a:pt x="5558879" y="2659112"/>
                  <a:pt x="5567362" y="2682924"/>
                  <a:pt x="5580162" y="2699296"/>
                </a:cubicBezTo>
                <a:cubicBezTo>
                  <a:pt x="5600997" y="2725787"/>
                  <a:pt x="5630763" y="2739033"/>
                  <a:pt x="5669458" y="2739033"/>
                </a:cubicBezTo>
                <a:cubicBezTo>
                  <a:pt x="5698331" y="2739033"/>
                  <a:pt x="5720581" y="2732261"/>
                  <a:pt x="5736208" y="2718718"/>
                </a:cubicBezTo>
                <a:cubicBezTo>
                  <a:pt x="5751835" y="2705174"/>
                  <a:pt x="5759648" y="2689473"/>
                  <a:pt x="5759648" y="2671613"/>
                </a:cubicBezTo>
                <a:cubicBezTo>
                  <a:pt x="5759648" y="2654647"/>
                  <a:pt x="5752207" y="2639467"/>
                  <a:pt x="5737324" y="2626072"/>
                </a:cubicBezTo>
                <a:cubicBezTo>
                  <a:pt x="5722441" y="2612678"/>
                  <a:pt x="5687913" y="2600027"/>
                  <a:pt x="5633740" y="2588121"/>
                </a:cubicBezTo>
                <a:cubicBezTo>
                  <a:pt x="5545038" y="2568178"/>
                  <a:pt x="5481786" y="2541687"/>
                  <a:pt x="5443984" y="2508647"/>
                </a:cubicBezTo>
                <a:cubicBezTo>
                  <a:pt x="5405884" y="2475607"/>
                  <a:pt x="5386834" y="2433488"/>
                  <a:pt x="5386834" y="2382292"/>
                </a:cubicBezTo>
                <a:cubicBezTo>
                  <a:pt x="5386834" y="2348656"/>
                  <a:pt x="5396582" y="2316882"/>
                  <a:pt x="5416078" y="2286967"/>
                </a:cubicBezTo>
                <a:cubicBezTo>
                  <a:pt x="5435575" y="2257053"/>
                  <a:pt x="5464894" y="2233538"/>
                  <a:pt x="5504036" y="2216423"/>
                </a:cubicBezTo>
                <a:cubicBezTo>
                  <a:pt x="5543178" y="2199308"/>
                  <a:pt x="5596830" y="2190750"/>
                  <a:pt x="5664994" y="2190750"/>
                </a:cubicBezTo>
                <a:close/>
                <a:moveTo>
                  <a:pt x="4186088" y="2190750"/>
                </a:moveTo>
                <a:cubicBezTo>
                  <a:pt x="4295031" y="2190750"/>
                  <a:pt x="4378970" y="2219995"/>
                  <a:pt x="4437906" y="2278484"/>
                </a:cubicBezTo>
                <a:cubicBezTo>
                  <a:pt x="4496842" y="2336973"/>
                  <a:pt x="4526310" y="2418903"/>
                  <a:pt x="4526310" y="2524274"/>
                </a:cubicBezTo>
                <a:cubicBezTo>
                  <a:pt x="4526310" y="2600771"/>
                  <a:pt x="4513436" y="2663502"/>
                  <a:pt x="4487689" y="2712467"/>
                </a:cubicBezTo>
                <a:cubicBezTo>
                  <a:pt x="4461941" y="2761431"/>
                  <a:pt x="4424734" y="2799531"/>
                  <a:pt x="4376068" y="2826767"/>
                </a:cubicBezTo>
                <a:cubicBezTo>
                  <a:pt x="4327401" y="2854002"/>
                  <a:pt x="4266753" y="2867620"/>
                  <a:pt x="4194125" y="2867620"/>
                </a:cubicBezTo>
                <a:cubicBezTo>
                  <a:pt x="4120306" y="2867620"/>
                  <a:pt x="4059212" y="2855863"/>
                  <a:pt x="4010843" y="2832348"/>
                </a:cubicBezTo>
                <a:cubicBezTo>
                  <a:pt x="3962474" y="2808833"/>
                  <a:pt x="3923258" y="2771626"/>
                  <a:pt x="3893195" y="2720727"/>
                </a:cubicBezTo>
                <a:cubicBezTo>
                  <a:pt x="3863131" y="2669828"/>
                  <a:pt x="3848100" y="2606129"/>
                  <a:pt x="3848100" y="2529631"/>
                </a:cubicBezTo>
                <a:cubicBezTo>
                  <a:pt x="3848100" y="2422773"/>
                  <a:pt x="3877865" y="2339578"/>
                  <a:pt x="3937397" y="2280047"/>
                </a:cubicBezTo>
                <a:cubicBezTo>
                  <a:pt x="3996928" y="2220515"/>
                  <a:pt x="4079825" y="2190750"/>
                  <a:pt x="4186088" y="2190750"/>
                </a:cubicBezTo>
                <a:close/>
                <a:moveTo>
                  <a:pt x="2474118" y="2190750"/>
                </a:moveTo>
                <a:cubicBezTo>
                  <a:pt x="2557760" y="2190750"/>
                  <a:pt x="2621533" y="2206302"/>
                  <a:pt x="2665437" y="2237407"/>
                </a:cubicBezTo>
                <a:cubicBezTo>
                  <a:pt x="2709342" y="2268513"/>
                  <a:pt x="2735461" y="2317998"/>
                  <a:pt x="2743795" y="2385863"/>
                </a:cubicBezTo>
                <a:lnTo>
                  <a:pt x="2553146" y="2397026"/>
                </a:lnTo>
                <a:cubicBezTo>
                  <a:pt x="2548086" y="2367558"/>
                  <a:pt x="2537445" y="2346126"/>
                  <a:pt x="2521223" y="2332732"/>
                </a:cubicBezTo>
                <a:cubicBezTo>
                  <a:pt x="2505000" y="2319337"/>
                  <a:pt x="2482602" y="2312640"/>
                  <a:pt x="2454027" y="2312640"/>
                </a:cubicBezTo>
                <a:cubicBezTo>
                  <a:pt x="2430512" y="2312640"/>
                  <a:pt x="2412801" y="2317626"/>
                  <a:pt x="2400895" y="2327597"/>
                </a:cubicBezTo>
                <a:cubicBezTo>
                  <a:pt x="2388989" y="2337569"/>
                  <a:pt x="2383036" y="2349698"/>
                  <a:pt x="2383036" y="2363986"/>
                </a:cubicBezTo>
                <a:cubicBezTo>
                  <a:pt x="2383036" y="2374404"/>
                  <a:pt x="2387947" y="2383780"/>
                  <a:pt x="2397770" y="2392114"/>
                </a:cubicBezTo>
                <a:cubicBezTo>
                  <a:pt x="2407295" y="2400746"/>
                  <a:pt x="2429916" y="2408783"/>
                  <a:pt x="2465635" y="2416224"/>
                </a:cubicBezTo>
                <a:cubicBezTo>
                  <a:pt x="2554039" y="2435274"/>
                  <a:pt x="2617365" y="2454548"/>
                  <a:pt x="2655615" y="2474044"/>
                </a:cubicBezTo>
                <a:cubicBezTo>
                  <a:pt x="2693863" y="2493541"/>
                  <a:pt x="2721694" y="2517725"/>
                  <a:pt x="2739107" y="2546598"/>
                </a:cubicBezTo>
                <a:cubicBezTo>
                  <a:pt x="2756520" y="2575471"/>
                  <a:pt x="2765226" y="2607766"/>
                  <a:pt x="2765226" y="2643485"/>
                </a:cubicBezTo>
                <a:cubicBezTo>
                  <a:pt x="2765226" y="2685454"/>
                  <a:pt x="2753618" y="2724150"/>
                  <a:pt x="2730400" y="2759571"/>
                </a:cubicBezTo>
                <a:cubicBezTo>
                  <a:pt x="2707184" y="2794992"/>
                  <a:pt x="2674739" y="2821855"/>
                  <a:pt x="2633067" y="2840161"/>
                </a:cubicBezTo>
                <a:cubicBezTo>
                  <a:pt x="2591395" y="2858467"/>
                  <a:pt x="2538859" y="2867620"/>
                  <a:pt x="2475458" y="2867620"/>
                </a:cubicBezTo>
                <a:cubicBezTo>
                  <a:pt x="2364134" y="2867620"/>
                  <a:pt x="2287042" y="2846189"/>
                  <a:pt x="2244179" y="2803326"/>
                </a:cubicBezTo>
                <a:cubicBezTo>
                  <a:pt x="2201316" y="2760464"/>
                  <a:pt x="2177058" y="2705993"/>
                  <a:pt x="2171402" y="2639913"/>
                </a:cubicBezTo>
                <a:lnTo>
                  <a:pt x="2363837" y="2627858"/>
                </a:lnTo>
                <a:cubicBezTo>
                  <a:pt x="2368004" y="2659112"/>
                  <a:pt x="2376487" y="2682924"/>
                  <a:pt x="2389287" y="2699296"/>
                </a:cubicBezTo>
                <a:cubicBezTo>
                  <a:pt x="2410122" y="2725787"/>
                  <a:pt x="2439888" y="2739033"/>
                  <a:pt x="2478584" y="2739033"/>
                </a:cubicBezTo>
                <a:cubicBezTo>
                  <a:pt x="2507456" y="2739033"/>
                  <a:pt x="2529706" y="2732261"/>
                  <a:pt x="2545333" y="2718718"/>
                </a:cubicBezTo>
                <a:cubicBezTo>
                  <a:pt x="2560960" y="2705174"/>
                  <a:pt x="2568773" y="2689473"/>
                  <a:pt x="2568773" y="2671613"/>
                </a:cubicBezTo>
                <a:cubicBezTo>
                  <a:pt x="2568773" y="2654647"/>
                  <a:pt x="2561332" y="2639467"/>
                  <a:pt x="2546449" y="2626072"/>
                </a:cubicBezTo>
                <a:cubicBezTo>
                  <a:pt x="2531566" y="2612678"/>
                  <a:pt x="2497038" y="2600027"/>
                  <a:pt x="2442865" y="2588121"/>
                </a:cubicBezTo>
                <a:cubicBezTo>
                  <a:pt x="2354163" y="2568178"/>
                  <a:pt x="2290911" y="2541687"/>
                  <a:pt x="2253109" y="2508647"/>
                </a:cubicBezTo>
                <a:cubicBezTo>
                  <a:pt x="2215009" y="2475607"/>
                  <a:pt x="2195959" y="2433488"/>
                  <a:pt x="2195959" y="2382292"/>
                </a:cubicBezTo>
                <a:cubicBezTo>
                  <a:pt x="2195959" y="2348656"/>
                  <a:pt x="2205707" y="2316882"/>
                  <a:pt x="2225204" y="2286967"/>
                </a:cubicBezTo>
                <a:cubicBezTo>
                  <a:pt x="2244700" y="2257053"/>
                  <a:pt x="2274019" y="2233538"/>
                  <a:pt x="2313161" y="2216423"/>
                </a:cubicBezTo>
                <a:cubicBezTo>
                  <a:pt x="2352303" y="2199308"/>
                  <a:pt x="2405955" y="2190750"/>
                  <a:pt x="2474118" y="2190750"/>
                </a:cubicBezTo>
                <a:close/>
                <a:moveTo>
                  <a:pt x="337988" y="2190750"/>
                </a:moveTo>
                <a:cubicBezTo>
                  <a:pt x="446633" y="2190750"/>
                  <a:pt x="530498" y="2219920"/>
                  <a:pt x="589582" y="2278261"/>
                </a:cubicBezTo>
                <a:cubicBezTo>
                  <a:pt x="648667" y="2336601"/>
                  <a:pt x="678210" y="2420094"/>
                  <a:pt x="678210" y="2528738"/>
                </a:cubicBezTo>
                <a:cubicBezTo>
                  <a:pt x="678210" y="2625477"/>
                  <a:pt x="654397" y="2702867"/>
                  <a:pt x="606772" y="2760910"/>
                </a:cubicBezTo>
                <a:cubicBezTo>
                  <a:pt x="632073" y="2778472"/>
                  <a:pt x="648593" y="2789485"/>
                  <a:pt x="656332" y="2793950"/>
                </a:cubicBezTo>
                <a:cubicBezTo>
                  <a:pt x="667940" y="2800499"/>
                  <a:pt x="683568" y="2808089"/>
                  <a:pt x="703213" y="2816721"/>
                </a:cubicBezTo>
                <a:lnTo>
                  <a:pt x="646956" y="2930128"/>
                </a:lnTo>
                <a:cubicBezTo>
                  <a:pt x="618679" y="2916436"/>
                  <a:pt x="590699" y="2900139"/>
                  <a:pt x="563017" y="2881238"/>
                </a:cubicBezTo>
                <a:cubicBezTo>
                  <a:pt x="535335" y="2862337"/>
                  <a:pt x="515987" y="2848124"/>
                  <a:pt x="504974" y="2838599"/>
                </a:cubicBezTo>
                <a:cubicBezTo>
                  <a:pt x="460325" y="2857946"/>
                  <a:pt x="404366" y="2867620"/>
                  <a:pt x="337096" y="2867620"/>
                </a:cubicBezTo>
                <a:cubicBezTo>
                  <a:pt x="237678" y="2867620"/>
                  <a:pt x="159246" y="2841724"/>
                  <a:pt x="101798" y="2789932"/>
                </a:cubicBezTo>
                <a:cubicBezTo>
                  <a:pt x="33933" y="2728615"/>
                  <a:pt x="0" y="2642443"/>
                  <a:pt x="0" y="2531417"/>
                </a:cubicBezTo>
                <a:cubicBezTo>
                  <a:pt x="0" y="2423666"/>
                  <a:pt x="29691" y="2339950"/>
                  <a:pt x="89073" y="2280270"/>
                </a:cubicBezTo>
                <a:cubicBezTo>
                  <a:pt x="148456" y="2220590"/>
                  <a:pt x="231428" y="2190750"/>
                  <a:pt x="337988" y="2190750"/>
                </a:cubicBezTo>
                <a:close/>
                <a:moveTo>
                  <a:pt x="4066505" y="1276201"/>
                </a:moveTo>
                <a:lnTo>
                  <a:pt x="3995012" y="1511498"/>
                </a:lnTo>
                <a:lnTo>
                  <a:pt x="4138752" y="1511498"/>
                </a:lnTo>
                <a:close/>
                <a:moveTo>
                  <a:pt x="1732880" y="1276201"/>
                </a:moveTo>
                <a:lnTo>
                  <a:pt x="1661387" y="1511498"/>
                </a:lnTo>
                <a:lnTo>
                  <a:pt x="1805127" y="1511498"/>
                </a:lnTo>
                <a:close/>
                <a:moveTo>
                  <a:pt x="5188595" y="1106537"/>
                </a:moveTo>
                <a:lnTo>
                  <a:pt x="5413260" y="1106537"/>
                </a:lnTo>
                <a:lnTo>
                  <a:pt x="5545133" y="1327351"/>
                </a:lnTo>
                <a:lnTo>
                  <a:pt x="5677279" y="1106537"/>
                </a:lnTo>
                <a:lnTo>
                  <a:pt x="5900737" y="1106537"/>
                </a:lnTo>
                <a:lnTo>
                  <a:pt x="5646241" y="1486942"/>
                </a:lnTo>
                <a:lnTo>
                  <a:pt x="5646241" y="1761083"/>
                </a:lnTo>
                <a:lnTo>
                  <a:pt x="5443537" y="1761083"/>
                </a:lnTo>
                <a:lnTo>
                  <a:pt x="5443537" y="1486942"/>
                </a:lnTo>
                <a:close/>
                <a:moveTo>
                  <a:pt x="4494014" y="1106537"/>
                </a:moveTo>
                <a:lnTo>
                  <a:pt x="4682877" y="1106537"/>
                </a:lnTo>
                <a:lnTo>
                  <a:pt x="4929336" y="1468664"/>
                </a:lnTo>
                <a:lnTo>
                  <a:pt x="4929336" y="1106537"/>
                </a:lnTo>
                <a:lnTo>
                  <a:pt x="5119985" y="1106537"/>
                </a:lnTo>
                <a:lnTo>
                  <a:pt x="5119985" y="1761083"/>
                </a:lnTo>
                <a:lnTo>
                  <a:pt x="4929336" y="1761083"/>
                </a:lnTo>
                <a:lnTo>
                  <a:pt x="4684216" y="1401691"/>
                </a:lnTo>
                <a:lnTo>
                  <a:pt x="4684216" y="1761083"/>
                </a:lnTo>
                <a:lnTo>
                  <a:pt x="4494014" y="1761083"/>
                </a:lnTo>
                <a:close/>
                <a:moveTo>
                  <a:pt x="3958679" y="1106537"/>
                </a:moveTo>
                <a:lnTo>
                  <a:pt x="4179298" y="1106537"/>
                </a:lnTo>
                <a:lnTo>
                  <a:pt x="4425255" y="1761083"/>
                </a:lnTo>
                <a:lnTo>
                  <a:pt x="4213454" y="1761083"/>
                </a:lnTo>
                <a:lnTo>
                  <a:pt x="4180707" y="1653034"/>
                </a:lnTo>
                <a:lnTo>
                  <a:pt x="3951082" y="1653034"/>
                </a:lnTo>
                <a:lnTo>
                  <a:pt x="3919179" y="1761083"/>
                </a:lnTo>
                <a:lnTo>
                  <a:pt x="3712666" y="1761083"/>
                </a:lnTo>
                <a:close/>
                <a:moveTo>
                  <a:pt x="2825353" y="1106537"/>
                </a:moveTo>
                <a:lnTo>
                  <a:pt x="3367385" y="1106537"/>
                </a:lnTo>
                <a:lnTo>
                  <a:pt x="3367385" y="1246286"/>
                </a:lnTo>
                <a:lnTo>
                  <a:pt x="3028057" y="1246286"/>
                </a:lnTo>
                <a:lnTo>
                  <a:pt x="3028057" y="1350317"/>
                </a:lnTo>
                <a:lnTo>
                  <a:pt x="3342828" y="1350317"/>
                </a:lnTo>
                <a:lnTo>
                  <a:pt x="3342828" y="1483816"/>
                </a:lnTo>
                <a:lnTo>
                  <a:pt x="3028057" y="1483816"/>
                </a:lnTo>
                <a:lnTo>
                  <a:pt x="3028057" y="1612850"/>
                </a:lnTo>
                <a:lnTo>
                  <a:pt x="3377207" y="1612850"/>
                </a:lnTo>
                <a:lnTo>
                  <a:pt x="3377207" y="1761083"/>
                </a:lnTo>
                <a:lnTo>
                  <a:pt x="2825353" y="1761083"/>
                </a:lnTo>
                <a:close/>
                <a:moveTo>
                  <a:pt x="2047131" y="1106537"/>
                </a:moveTo>
                <a:lnTo>
                  <a:pt x="2258562" y="1106537"/>
                </a:lnTo>
                <a:lnTo>
                  <a:pt x="2405881" y="1577578"/>
                </a:lnTo>
                <a:lnTo>
                  <a:pt x="2551316" y="1106537"/>
                </a:lnTo>
                <a:lnTo>
                  <a:pt x="2756594" y="1106537"/>
                </a:lnTo>
                <a:lnTo>
                  <a:pt x="2513553" y="1761083"/>
                </a:lnTo>
                <a:lnTo>
                  <a:pt x="2294329" y="1761083"/>
                </a:lnTo>
                <a:close/>
                <a:moveTo>
                  <a:pt x="1625054" y="1106537"/>
                </a:moveTo>
                <a:lnTo>
                  <a:pt x="1845673" y="1106537"/>
                </a:lnTo>
                <a:lnTo>
                  <a:pt x="2091630" y="1761083"/>
                </a:lnTo>
                <a:lnTo>
                  <a:pt x="1879829" y="1761083"/>
                </a:lnTo>
                <a:lnTo>
                  <a:pt x="1847082" y="1653034"/>
                </a:lnTo>
                <a:lnTo>
                  <a:pt x="1617457" y="1653034"/>
                </a:lnTo>
                <a:lnTo>
                  <a:pt x="1585554" y="1761083"/>
                </a:lnTo>
                <a:lnTo>
                  <a:pt x="1379041" y="1761083"/>
                </a:lnTo>
                <a:close/>
                <a:moveTo>
                  <a:pt x="683568" y="1106537"/>
                </a:moveTo>
                <a:lnTo>
                  <a:pt x="885825" y="1106537"/>
                </a:lnTo>
                <a:lnTo>
                  <a:pt x="885825" y="1335583"/>
                </a:lnTo>
                <a:lnTo>
                  <a:pt x="1106835" y="1335583"/>
                </a:lnTo>
                <a:lnTo>
                  <a:pt x="1106835" y="1106537"/>
                </a:lnTo>
                <a:lnTo>
                  <a:pt x="1309985" y="1106537"/>
                </a:lnTo>
                <a:lnTo>
                  <a:pt x="1309985" y="1761083"/>
                </a:lnTo>
                <a:lnTo>
                  <a:pt x="1106835" y="1761083"/>
                </a:lnTo>
                <a:lnTo>
                  <a:pt x="1106835" y="1496318"/>
                </a:lnTo>
                <a:lnTo>
                  <a:pt x="885825" y="1496318"/>
                </a:lnTo>
                <a:lnTo>
                  <a:pt x="885825" y="1761083"/>
                </a:lnTo>
                <a:lnTo>
                  <a:pt x="683568" y="1761083"/>
                </a:lnTo>
                <a:close/>
                <a:moveTo>
                  <a:pt x="1544836" y="159395"/>
                </a:moveTo>
                <a:lnTo>
                  <a:pt x="1544836" y="517029"/>
                </a:lnTo>
                <a:lnTo>
                  <a:pt x="1594395" y="517029"/>
                </a:lnTo>
                <a:cubicBezTo>
                  <a:pt x="1636663" y="517029"/>
                  <a:pt x="1666726" y="512341"/>
                  <a:pt x="1684585" y="502965"/>
                </a:cubicBezTo>
                <a:cubicBezTo>
                  <a:pt x="1702445" y="493588"/>
                  <a:pt x="1716435" y="477217"/>
                  <a:pt x="1726555" y="453851"/>
                </a:cubicBezTo>
                <a:cubicBezTo>
                  <a:pt x="1736675" y="430485"/>
                  <a:pt x="1741735" y="392608"/>
                  <a:pt x="1741735" y="340221"/>
                </a:cubicBezTo>
                <a:cubicBezTo>
                  <a:pt x="1741735" y="270867"/>
                  <a:pt x="1730424" y="223391"/>
                  <a:pt x="1707802" y="197792"/>
                </a:cubicBezTo>
                <a:cubicBezTo>
                  <a:pt x="1685181" y="172194"/>
                  <a:pt x="1647676" y="159395"/>
                  <a:pt x="1595288" y="159395"/>
                </a:cubicBezTo>
                <a:close/>
                <a:moveTo>
                  <a:pt x="4090392" y="153144"/>
                </a:moveTo>
                <a:cubicBezTo>
                  <a:pt x="4049613" y="153144"/>
                  <a:pt x="4016871" y="167580"/>
                  <a:pt x="3992165" y="196453"/>
                </a:cubicBezTo>
                <a:cubicBezTo>
                  <a:pt x="3967460" y="225325"/>
                  <a:pt x="3955107" y="273099"/>
                  <a:pt x="3955107" y="339774"/>
                </a:cubicBezTo>
                <a:cubicBezTo>
                  <a:pt x="3955107" y="405854"/>
                  <a:pt x="3967385" y="453330"/>
                  <a:pt x="3991942" y="482203"/>
                </a:cubicBezTo>
                <a:cubicBezTo>
                  <a:pt x="4016499" y="511076"/>
                  <a:pt x="4049911" y="525512"/>
                  <a:pt x="4092178" y="525512"/>
                </a:cubicBezTo>
                <a:cubicBezTo>
                  <a:pt x="4135636" y="525512"/>
                  <a:pt x="4169271" y="511373"/>
                  <a:pt x="4193083" y="483096"/>
                </a:cubicBezTo>
                <a:cubicBezTo>
                  <a:pt x="4216896" y="454818"/>
                  <a:pt x="4228802" y="404068"/>
                  <a:pt x="4228802" y="330845"/>
                </a:cubicBezTo>
                <a:cubicBezTo>
                  <a:pt x="4228802" y="269230"/>
                  <a:pt x="4216375" y="224209"/>
                  <a:pt x="4191521" y="195783"/>
                </a:cubicBezTo>
                <a:cubicBezTo>
                  <a:pt x="4166666" y="167357"/>
                  <a:pt x="4132957" y="153144"/>
                  <a:pt x="4090392" y="153144"/>
                </a:cubicBezTo>
                <a:close/>
                <a:moveTo>
                  <a:pt x="2366367" y="153144"/>
                </a:moveTo>
                <a:cubicBezTo>
                  <a:pt x="2325588" y="153144"/>
                  <a:pt x="2292846" y="167580"/>
                  <a:pt x="2268140" y="196453"/>
                </a:cubicBezTo>
                <a:cubicBezTo>
                  <a:pt x="2243435" y="225325"/>
                  <a:pt x="2231082" y="273099"/>
                  <a:pt x="2231082" y="339774"/>
                </a:cubicBezTo>
                <a:cubicBezTo>
                  <a:pt x="2231082" y="405854"/>
                  <a:pt x="2243361" y="453330"/>
                  <a:pt x="2267918" y="482203"/>
                </a:cubicBezTo>
                <a:cubicBezTo>
                  <a:pt x="2292474" y="511076"/>
                  <a:pt x="2325886" y="525512"/>
                  <a:pt x="2368153" y="525512"/>
                </a:cubicBezTo>
                <a:cubicBezTo>
                  <a:pt x="2411611" y="525512"/>
                  <a:pt x="2445246" y="511373"/>
                  <a:pt x="2469059" y="483096"/>
                </a:cubicBezTo>
                <a:cubicBezTo>
                  <a:pt x="2492871" y="454818"/>
                  <a:pt x="2504777" y="404068"/>
                  <a:pt x="2504777" y="330845"/>
                </a:cubicBezTo>
                <a:cubicBezTo>
                  <a:pt x="2504777" y="269230"/>
                  <a:pt x="2492350" y="224209"/>
                  <a:pt x="2467496" y="195783"/>
                </a:cubicBezTo>
                <a:cubicBezTo>
                  <a:pt x="2442641" y="167357"/>
                  <a:pt x="2408932" y="153144"/>
                  <a:pt x="2366367" y="153144"/>
                </a:cubicBezTo>
                <a:close/>
                <a:moveTo>
                  <a:pt x="4540746" y="11162"/>
                </a:moveTo>
                <a:lnTo>
                  <a:pt x="4742557" y="11162"/>
                </a:lnTo>
                <a:lnTo>
                  <a:pt x="4742557" y="410417"/>
                </a:lnTo>
                <a:cubicBezTo>
                  <a:pt x="4742557" y="446107"/>
                  <a:pt x="4752454" y="473989"/>
                  <a:pt x="4772248" y="494063"/>
                </a:cubicBezTo>
                <a:cubicBezTo>
                  <a:pt x="4792042" y="514136"/>
                  <a:pt x="4819501" y="524172"/>
                  <a:pt x="4854624" y="524172"/>
                </a:cubicBezTo>
                <a:cubicBezTo>
                  <a:pt x="4889450" y="524172"/>
                  <a:pt x="4916760" y="514283"/>
                  <a:pt x="4936554" y="494506"/>
                </a:cubicBezTo>
                <a:cubicBezTo>
                  <a:pt x="4956348" y="474728"/>
                  <a:pt x="4966245" y="446698"/>
                  <a:pt x="4966245" y="410417"/>
                </a:cubicBezTo>
                <a:lnTo>
                  <a:pt x="4966245" y="11162"/>
                </a:lnTo>
                <a:lnTo>
                  <a:pt x="5168056" y="11162"/>
                </a:lnTo>
                <a:lnTo>
                  <a:pt x="5168056" y="401131"/>
                </a:lnTo>
                <a:cubicBezTo>
                  <a:pt x="5168056" y="439798"/>
                  <a:pt x="5162029" y="476310"/>
                  <a:pt x="5149974" y="510666"/>
                </a:cubicBezTo>
                <a:cubicBezTo>
                  <a:pt x="5137919" y="545022"/>
                  <a:pt x="5119018" y="575066"/>
                  <a:pt x="5093270" y="600797"/>
                </a:cubicBezTo>
                <a:cubicBezTo>
                  <a:pt x="5067523" y="626528"/>
                  <a:pt x="5040511" y="644598"/>
                  <a:pt x="5012233" y="655006"/>
                </a:cubicBezTo>
                <a:cubicBezTo>
                  <a:pt x="4972943" y="669582"/>
                  <a:pt x="4925764" y="676870"/>
                  <a:pt x="4870698" y="676870"/>
                </a:cubicBezTo>
                <a:cubicBezTo>
                  <a:pt x="4838849" y="676870"/>
                  <a:pt x="4804097" y="674639"/>
                  <a:pt x="4766444" y="670176"/>
                </a:cubicBezTo>
                <a:cubicBezTo>
                  <a:pt x="4728790" y="665714"/>
                  <a:pt x="4697313" y="656864"/>
                  <a:pt x="4672012" y="643628"/>
                </a:cubicBezTo>
                <a:cubicBezTo>
                  <a:pt x="4646712" y="630391"/>
                  <a:pt x="4623569" y="611578"/>
                  <a:pt x="4602584" y="587186"/>
                </a:cubicBezTo>
                <a:cubicBezTo>
                  <a:pt x="4581599" y="562794"/>
                  <a:pt x="4567237" y="537660"/>
                  <a:pt x="4559498" y="511782"/>
                </a:cubicBezTo>
                <a:cubicBezTo>
                  <a:pt x="4546997" y="470138"/>
                  <a:pt x="4540746" y="433255"/>
                  <a:pt x="4540746" y="401131"/>
                </a:cubicBezTo>
                <a:close/>
                <a:moveTo>
                  <a:pt x="3054995" y="11162"/>
                </a:moveTo>
                <a:lnTo>
                  <a:pt x="3279660" y="11162"/>
                </a:lnTo>
                <a:lnTo>
                  <a:pt x="3411533" y="231976"/>
                </a:lnTo>
                <a:lnTo>
                  <a:pt x="3543679" y="11162"/>
                </a:lnTo>
                <a:lnTo>
                  <a:pt x="3767137" y="11162"/>
                </a:lnTo>
                <a:lnTo>
                  <a:pt x="3512641" y="391567"/>
                </a:lnTo>
                <a:lnTo>
                  <a:pt x="3512641" y="665708"/>
                </a:lnTo>
                <a:lnTo>
                  <a:pt x="3309937" y="665708"/>
                </a:lnTo>
                <a:lnTo>
                  <a:pt x="3309937" y="391567"/>
                </a:lnTo>
                <a:close/>
                <a:moveTo>
                  <a:pt x="1342578" y="11162"/>
                </a:moveTo>
                <a:lnTo>
                  <a:pt x="1643062" y="11162"/>
                </a:lnTo>
                <a:cubicBezTo>
                  <a:pt x="1702296" y="11162"/>
                  <a:pt x="1750144" y="19199"/>
                  <a:pt x="1786607" y="35272"/>
                </a:cubicBezTo>
                <a:cubicBezTo>
                  <a:pt x="1823070" y="51346"/>
                  <a:pt x="1853208" y="74414"/>
                  <a:pt x="1877020" y="104477"/>
                </a:cubicBezTo>
                <a:cubicBezTo>
                  <a:pt x="1900833" y="134540"/>
                  <a:pt x="1918097" y="169515"/>
                  <a:pt x="1928812" y="209401"/>
                </a:cubicBezTo>
                <a:cubicBezTo>
                  <a:pt x="1939528" y="249287"/>
                  <a:pt x="1944886" y="291554"/>
                  <a:pt x="1944886" y="336202"/>
                </a:cubicBezTo>
                <a:cubicBezTo>
                  <a:pt x="1944886" y="406152"/>
                  <a:pt x="1936923" y="460400"/>
                  <a:pt x="1920999" y="498946"/>
                </a:cubicBezTo>
                <a:cubicBezTo>
                  <a:pt x="1905074" y="537493"/>
                  <a:pt x="1882973" y="569788"/>
                  <a:pt x="1854696" y="595833"/>
                </a:cubicBezTo>
                <a:cubicBezTo>
                  <a:pt x="1826419" y="621878"/>
                  <a:pt x="1796058" y="639216"/>
                  <a:pt x="1763613" y="647848"/>
                </a:cubicBezTo>
                <a:cubicBezTo>
                  <a:pt x="1719262" y="659755"/>
                  <a:pt x="1679079" y="665708"/>
                  <a:pt x="1643062" y="665708"/>
                </a:cubicBezTo>
                <a:lnTo>
                  <a:pt x="1342578" y="665708"/>
                </a:lnTo>
                <a:close/>
                <a:moveTo>
                  <a:pt x="4090838" y="0"/>
                </a:moveTo>
                <a:cubicBezTo>
                  <a:pt x="4199781" y="0"/>
                  <a:pt x="4283720" y="29244"/>
                  <a:pt x="4342656" y="87734"/>
                </a:cubicBezTo>
                <a:cubicBezTo>
                  <a:pt x="4401592" y="146223"/>
                  <a:pt x="4431060" y="228153"/>
                  <a:pt x="4431060" y="333524"/>
                </a:cubicBezTo>
                <a:cubicBezTo>
                  <a:pt x="4431060" y="410021"/>
                  <a:pt x="4418186" y="472752"/>
                  <a:pt x="4392439" y="521717"/>
                </a:cubicBezTo>
                <a:cubicBezTo>
                  <a:pt x="4366691" y="570681"/>
                  <a:pt x="4329484" y="608781"/>
                  <a:pt x="4280818" y="636017"/>
                </a:cubicBezTo>
                <a:cubicBezTo>
                  <a:pt x="4232151" y="663252"/>
                  <a:pt x="4171503" y="676870"/>
                  <a:pt x="4098875" y="676870"/>
                </a:cubicBezTo>
                <a:cubicBezTo>
                  <a:pt x="4025056" y="676870"/>
                  <a:pt x="3963962" y="665113"/>
                  <a:pt x="3915593" y="641598"/>
                </a:cubicBezTo>
                <a:cubicBezTo>
                  <a:pt x="3867224" y="618083"/>
                  <a:pt x="3828008" y="580876"/>
                  <a:pt x="3797945" y="529977"/>
                </a:cubicBezTo>
                <a:cubicBezTo>
                  <a:pt x="3767881" y="479077"/>
                  <a:pt x="3752850" y="415379"/>
                  <a:pt x="3752850" y="338881"/>
                </a:cubicBezTo>
                <a:cubicBezTo>
                  <a:pt x="3752850" y="232023"/>
                  <a:pt x="3782615" y="148828"/>
                  <a:pt x="3842147" y="89297"/>
                </a:cubicBezTo>
                <a:cubicBezTo>
                  <a:pt x="3901678" y="29765"/>
                  <a:pt x="3984575" y="0"/>
                  <a:pt x="4090838" y="0"/>
                </a:cubicBezTo>
                <a:close/>
                <a:moveTo>
                  <a:pt x="2366814" y="0"/>
                </a:moveTo>
                <a:cubicBezTo>
                  <a:pt x="2475756" y="0"/>
                  <a:pt x="2559695" y="29244"/>
                  <a:pt x="2618631" y="87734"/>
                </a:cubicBezTo>
                <a:cubicBezTo>
                  <a:pt x="2677567" y="146223"/>
                  <a:pt x="2707034" y="228153"/>
                  <a:pt x="2707034" y="333524"/>
                </a:cubicBezTo>
                <a:cubicBezTo>
                  <a:pt x="2707034" y="410021"/>
                  <a:pt x="2694161" y="472752"/>
                  <a:pt x="2668414" y="521717"/>
                </a:cubicBezTo>
                <a:cubicBezTo>
                  <a:pt x="2642666" y="570681"/>
                  <a:pt x="2605459" y="608781"/>
                  <a:pt x="2556793" y="636017"/>
                </a:cubicBezTo>
                <a:cubicBezTo>
                  <a:pt x="2508126" y="663252"/>
                  <a:pt x="2447478" y="676870"/>
                  <a:pt x="2374850" y="676870"/>
                </a:cubicBezTo>
                <a:cubicBezTo>
                  <a:pt x="2301032" y="676870"/>
                  <a:pt x="2239938" y="665113"/>
                  <a:pt x="2191568" y="641598"/>
                </a:cubicBezTo>
                <a:cubicBezTo>
                  <a:pt x="2143199" y="618083"/>
                  <a:pt x="2103983" y="580876"/>
                  <a:pt x="2073920" y="529977"/>
                </a:cubicBezTo>
                <a:cubicBezTo>
                  <a:pt x="2043857" y="479077"/>
                  <a:pt x="2028825" y="415379"/>
                  <a:pt x="2028825" y="338881"/>
                </a:cubicBezTo>
                <a:cubicBezTo>
                  <a:pt x="2028825" y="232023"/>
                  <a:pt x="2058591" y="148828"/>
                  <a:pt x="2118122" y="89297"/>
                </a:cubicBezTo>
                <a:cubicBezTo>
                  <a:pt x="2177653" y="29765"/>
                  <a:pt x="2260550" y="0"/>
                  <a:pt x="2366814"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260377416"/>
      </p:ext>
    </p:extLst>
  </p:cSld>
  <p:clrMapOvr>
    <a:masterClrMapping/>
  </p:clrMapOvr>
  <p:transition spd="slow">
    <p:wip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87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1514475" y="1714500"/>
            <a:ext cx="2914650" cy="1905000"/>
          </a:xfrm>
          <a:custGeom>
            <a:avLst/>
            <a:gdLst>
              <a:gd name="connsiteX0" fmla="*/ 0 w 2914650"/>
              <a:gd name="connsiteY0" fmla="*/ 0 h 1905000"/>
              <a:gd name="connsiteX1" fmla="*/ 2914650 w 2914650"/>
              <a:gd name="connsiteY1" fmla="*/ 0 h 1905000"/>
              <a:gd name="connsiteX2" fmla="*/ 2914650 w 2914650"/>
              <a:gd name="connsiteY2" fmla="*/ 1905000 h 1905000"/>
              <a:gd name="connsiteX3" fmla="*/ 0 w 2914650"/>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2914650" h="1905000">
                <a:moveTo>
                  <a:pt x="0" y="0"/>
                </a:moveTo>
                <a:lnTo>
                  <a:pt x="2914650" y="0"/>
                </a:lnTo>
                <a:lnTo>
                  <a:pt x="2914650" y="1905000"/>
                </a:lnTo>
                <a:lnTo>
                  <a:pt x="0" y="1905000"/>
                </a:lnTo>
                <a:close/>
              </a:path>
            </a:pathLst>
          </a:custGeom>
        </p:spPr>
        <p:txBody>
          <a:bodyPr wrap="square">
            <a:noAutofit/>
          </a:bodyPr>
          <a:lstStyle/>
          <a:p>
            <a:endParaRPr lang="en-US"/>
          </a:p>
        </p:txBody>
      </p:sp>
      <p:sp>
        <p:nvSpPr>
          <p:cNvPr id="10" name="Picture Placeholder 9"/>
          <p:cNvSpPr>
            <a:spLocks noGrp="1"/>
          </p:cNvSpPr>
          <p:nvPr>
            <p:ph type="pic" sz="quarter" idx="11"/>
          </p:nvPr>
        </p:nvSpPr>
        <p:spPr>
          <a:xfrm>
            <a:off x="7762875" y="3924300"/>
            <a:ext cx="2914650" cy="1905000"/>
          </a:xfrm>
          <a:custGeom>
            <a:avLst/>
            <a:gdLst>
              <a:gd name="connsiteX0" fmla="*/ 0 w 2914650"/>
              <a:gd name="connsiteY0" fmla="*/ 0 h 1905000"/>
              <a:gd name="connsiteX1" fmla="*/ 2914650 w 2914650"/>
              <a:gd name="connsiteY1" fmla="*/ 0 h 1905000"/>
              <a:gd name="connsiteX2" fmla="*/ 2914650 w 2914650"/>
              <a:gd name="connsiteY2" fmla="*/ 1905000 h 1905000"/>
              <a:gd name="connsiteX3" fmla="*/ 0 w 2914650"/>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2914650" h="1905000">
                <a:moveTo>
                  <a:pt x="0" y="0"/>
                </a:moveTo>
                <a:lnTo>
                  <a:pt x="2914650" y="0"/>
                </a:lnTo>
                <a:lnTo>
                  <a:pt x="2914650" y="1905000"/>
                </a:lnTo>
                <a:lnTo>
                  <a:pt x="0" y="1905000"/>
                </a:lnTo>
                <a:close/>
              </a:path>
            </a:pathLst>
          </a:custGeom>
        </p:spPr>
        <p:txBody>
          <a:bodyPr wrap="square">
            <a:noAutofit/>
          </a:bodyPr>
          <a:lstStyle/>
          <a:p>
            <a:endParaRPr lang="en-US"/>
          </a:p>
        </p:txBody>
      </p:sp>
    </p:spTree>
    <p:extLst>
      <p:ext uri="{BB962C8B-B14F-4D97-AF65-F5344CB8AC3E}">
        <p14:creationId xmlns:p14="http://schemas.microsoft.com/office/powerpoint/2010/main" val="2784142275"/>
      </p:ext>
    </p:extLst>
  </p:cSld>
  <p:clrMapOvr>
    <a:masterClrMapping/>
  </p:clrMapOvr>
  <p:transition spd="slow">
    <p:wip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86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2097900" y="1343710"/>
            <a:ext cx="7996200" cy="824936"/>
          </a:xfrm>
          <a:custGeom>
            <a:avLst/>
            <a:gdLst>
              <a:gd name="connsiteX0" fmla="*/ 3818616 w 7996200"/>
              <a:gd name="connsiteY0" fmla="*/ 220382 h 824936"/>
              <a:gd name="connsiteX1" fmla="*/ 3731484 w 7996200"/>
              <a:gd name="connsiteY1" fmla="*/ 507151 h 824936"/>
              <a:gd name="connsiteX2" fmla="*/ 3906666 w 7996200"/>
              <a:gd name="connsiteY2" fmla="*/ 507151 h 824936"/>
              <a:gd name="connsiteX3" fmla="*/ 1275978 w 7996200"/>
              <a:gd name="connsiteY3" fmla="*/ 186644 h 824936"/>
              <a:gd name="connsiteX4" fmla="*/ 1156265 w 7996200"/>
              <a:gd name="connsiteY4" fmla="*/ 239427 h 824936"/>
              <a:gd name="connsiteX5" fmla="*/ 1111099 w 7996200"/>
              <a:gd name="connsiteY5" fmla="*/ 414100 h 824936"/>
              <a:gd name="connsiteX6" fmla="*/ 1155992 w 7996200"/>
              <a:gd name="connsiteY6" fmla="*/ 587685 h 824936"/>
              <a:gd name="connsiteX7" fmla="*/ 1278155 w 7996200"/>
              <a:gd name="connsiteY7" fmla="*/ 640468 h 824936"/>
              <a:gd name="connsiteX8" fmla="*/ 1401133 w 7996200"/>
              <a:gd name="connsiteY8" fmla="*/ 588774 h 824936"/>
              <a:gd name="connsiteX9" fmla="*/ 1444665 w 7996200"/>
              <a:gd name="connsiteY9" fmla="*/ 403217 h 824936"/>
              <a:gd name="connsiteX10" fmla="*/ 1399229 w 7996200"/>
              <a:gd name="connsiteY10" fmla="*/ 238611 h 824936"/>
              <a:gd name="connsiteX11" fmla="*/ 1275978 w 7996200"/>
              <a:gd name="connsiteY11" fmla="*/ 186644 h 824936"/>
              <a:gd name="connsiteX12" fmla="*/ 6392084 w 7996200"/>
              <a:gd name="connsiteY12" fmla="*/ 13604 h 824936"/>
              <a:gd name="connsiteX13" fmla="*/ 6638041 w 7996200"/>
              <a:gd name="connsiteY13" fmla="*/ 13604 h 824936"/>
              <a:gd name="connsiteX14" fmla="*/ 6638041 w 7996200"/>
              <a:gd name="connsiteY14" fmla="*/ 500196 h 824936"/>
              <a:gd name="connsiteX15" fmla="*/ 6674227 w 7996200"/>
              <a:gd name="connsiteY15" fmla="*/ 602139 h 824936"/>
              <a:gd name="connsiteX16" fmla="*/ 6774624 w 7996200"/>
              <a:gd name="connsiteY16" fmla="*/ 638836 h 824936"/>
              <a:gd name="connsiteX17" fmla="*/ 6874476 w 7996200"/>
              <a:gd name="connsiteY17" fmla="*/ 602679 h 824936"/>
              <a:gd name="connsiteX18" fmla="*/ 6910662 w 7996200"/>
              <a:gd name="connsiteY18" fmla="*/ 500196 h 824936"/>
              <a:gd name="connsiteX19" fmla="*/ 6910662 w 7996200"/>
              <a:gd name="connsiteY19" fmla="*/ 13604 h 824936"/>
              <a:gd name="connsiteX20" fmla="*/ 7156618 w 7996200"/>
              <a:gd name="connsiteY20" fmla="*/ 13604 h 824936"/>
              <a:gd name="connsiteX21" fmla="*/ 7156618 w 7996200"/>
              <a:gd name="connsiteY21" fmla="*/ 488879 h 824936"/>
              <a:gd name="connsiteX22" fmla="*/ 7134580 w 7996200"/>
              <a:gd name="connsiteY22" fmla="*/ 622375 h 824936"/>
              <a:gd name="connsiteX23" fmla="*/ 7065473 w 7996200"/>
              <a:gd name="connsiteY23" fmla="*/ 732222 h 824936"/>
              <a:gd name="connsiteX24" fmla="*/ 6966709 w 7996200"/>
              <a:gd name="connsiteY24" fmla="*/ 798290 h 824936"/>
              <a:gd name="connsiteX25" fmla="*/ 6794213 w 7996200"/>
              <a:gd name="connsiteY25" fmla="*/ 824936 h 824936"/>
              <a:gd name="connsiteX26" fmla="*/ 6667153 w 7996200"/>
              <a:gd name="connsiteY26" fmla="*/ 816778 h 824936"/>
              <a:gd name="connsiteX27" fmla="*/ 6552065 w 7996200"/>
              <a:gd name="connsiteY27" fmla="*/ 784422 h 824936"/>
              <a:gd name="connsiteX28" fmla="*/ 6467449 w 7996200"/>
              <a:gd name="connsiteY28" fmla="*/ 715633 h 824936"/>
              <a:gd name="connsiteX29" fmla="*/ 6414938 w 7996200"/>
              <a:gd name="connsiteY29" fmla="*/ 623735 h 824936"/>
              <a:gd name="connsiteX30" fmla="*/ 6392084 w 7996200"/>
              <a:gd name="connsiteY30" fmla="*/ 488879 h 824936"/>
              <a:gd name="connsiteX31" fmla="*/ 5125817 w 7996200"/>
              <a:gd name="connsiteY31" fmla="*/ 13604 h 824936"/>
              <a:gd name="connsiteX32" fmla="*/ 5875116 w 7996200"/>
              <a:gd name="connsiteY32" fmla="*/ 13604 h 824936"/>
              <a:gd name="connsiteX33" fmla="*/ 5875116 w 7996200"/>
              <a:gd name="connsiteY33" fmla="*/ 210587 h 824936"/>
              <a:gd name="connsiteX34" fmla="*/ 5623717 w 7996200"/>
              <a:gd name="connsiteY34" fmla="*/ 210587 h 824936"/>
              <a:gd name="connsiteX35" fmla="*/ 5623717 w 7996200"/>
              <a:gd name="connsiteY35" fmla="*/ 811332 h 824936"/>
              <a:gd name="connsiteX36" fmla="*/ 5377216 w 7996200"/>
              <a:gd name="connsiteY36" fmla="*/ 811332 h 824936"/>
              <a:gd name="connsiteX37" fmla="*/ 5377216 w 7996200"/>
              <a:gd name="connsiteY37" fmla="*/ 210587 h 824936"/>
              <a:gd name="connsiteX38" fmla="*/ 5125817 w 7996200"/>
              <a:gd name="connsiteY38" fmla="*/ 210587 h 824936"/>
              <a:gd name="connsiteX39" fmla="*/ 3687203 w 7996200"/>
              <a:gd name="connsiteY39" fmla="*/ 13604 h 824936"/>
              <a:gd name="connsiteX40" fmla="*/ 3956083 w 7996200"/>
              <a:gd name="connsiteY40" fmla="*/ 13604 h 824936"/>
              <a:gd name="connsiteX41" fmla="*/ 4255843 w 7996200"/>
              <a:gd name="connsiteY41" fmla="*/ 811332 h 824936"/>
              <a:gd name="connsiteX42" fmla="*/ 3997710 w 7996200"/>
              <a:gd name="connsiteY42" fmla="*/ 811332 h 824936"/>
              <a:gd name="connsiteX43" fmla="*/ 3957800 w 7996200"/>
              <a:gd name="connsiteY43" fmla="*/ 679647 h 824936"/>
              <a:gd name="connsiteX44" fmla="*/ 3677944 w 7996200"/>
              <a:gd name="connsiteY44" fmla="*/ 679647 h 824936"/>
              <a:gd name="connsiteX45" fmla="*/ 3639062 w 7996200"/>
              <a:gd name="connsiteY45" fmla="*/ 811332 h 824936"/>
              <a:gd name="connsiteX46" fmla="*/ 3387375 w 7996200"/>
              <a:gd name="connsiteY46" fmla="*/ 811332 h 824936"/>
              <a:gd name="connsiteX47" fmla="*/ 2687417 w 7996200"/>
              <a:gd name="connsiteY47" fmla="*/ 13604 h 824936"/>
              <a:gd name="connsiteX48" fmla="*/ 3436716 w 7996200"/>
              <a:gd name="connsiteY48" fmla="*/ 13604 h 824936"/>
              <a:gd name="connsiteX49" fmla="*/ 3436716 w 7996200"/>
              <a:gd name="connsiteY49" fmla="*/ 210587 h 824936"/>
              <a:gd name="connsiteX50" fmla="*/ 3185317 w 7996200"/>
              <a:gd name="connsiteY50" fmla="*/ 210587 h 824936"/>
              <a:gd name="connsiteX51" fmla="*/ 3185317 w 7996200"/>
              <a:gd name="connsiteY51" fmla="*/ 811332 h 824936"/>
              <a:gd name="connsiteX52" fmla="*/ 2938816 w 7996200"/>
              <a:gd name="connsiteY52" fmla="*/ 811332 h 824936"/>
              <a:gd name="connsiteX53" fmla="*/ 2938816 w 7996200"/>
              <a:gd name="connsiteY53" fmla="*/ 210587 h 824936"/>
              <a:gd name="connsiteX54" fmla="*/ 2687417 w 7996200"/>
              <a:gd name="connsiteY54" fmla="*/ 210587 h 824936"/>
              <a:gd name="connsiteX55" fmla="*/ 1821173 w 7996200"/>
              <a:gd name="connsiteY55" fmla="*/ 13604 h 824936"/>
              <a:gd name="connsiteX56" fmla="*/ 2051349 w 7996200"/>
              <a:gd name="connsiteY56" fmla="*/ 13604 h 824936"/>
              <a:gd name="connsiteX57" fmla="*/ 2351721 w 7996200"/>
              <a:gd name="connsiteY57" fmla="*/ 454946 h 824936"/>
              <a:gd name="connsiteX58" fmla="*/ 2351721 w 7996200"/>
              <a:gd name="connsiteY58" fmla="*/ 13604 h 824936"/>
              <a:gd name="connsiteX59" fmla="*/ 2584075 w 7996200"/>
              <a:gd name="connsiteY59" fmla="*/ 13604 h 824936"/>
              <a:gd name="connsiteX60" fmla="*/ 2584075 w 7996200"/>
              <a:gd name="connsiteY60" fmla="*/ 811332 h 824936"/>
              <a:gd name="connsiteX61" fmla="*/ 2351721 w 7996200"/>
              <a:gd name="connsiteY61" fmla="*/ 811332 h 824936"/>
              <a:gd name="connsiteX62" fmla="*/ 2052982 w 7996200"/>
              <a:gd name="connsiteY62" fmla="*/ 373323 h 824936"/>
              <a:gd name="connsiteX63" fmla="*/ 2052982 w 7996200"/>
              <a:gd name="connsiteY63" fmla="*/ 811332 h 824936"/>
              <a:gd name="connsiteX64" fmla="*/ 1821173 w 7996200"/>
              <a:gd name="connsiteY64" fmla="*/ 811332 h 824936"/>
              <a:gd name="connsiteX65" fmla="*/ 7641412 w 7996200"/>
              <a:gd name="connsiteY65" fmla="*/ 0 h 824936"/>
              <a:gd name="connsiteX66" fmla="*/ 7874582 w 7996200"/>
              <a:gd name="connsiteY66" fmla="*/ 56864 h 824936"/>
              <a:gd name="connsiteX67" fmla="*/ 7970080 w 7996200"/>
              <a:gd name="connsiteY67" fmla="*/ 237795 h 824936"/>
              <a:gd name="connsiteX68" fmla="*/ 7737728 w 7996200"/>
              <a:gd name="connsiteY68" fmla="*/ 251399 h 824936"/>
              <a:gd name="connsiteX69" fmla="*/ 7698820 w 7996200"/>
              <a:gd name="connsiteY69" fmla="*/ 173041 h 824936"/>
              <a:gd name="connsiteX70" fmla="*/ 7616926 w 7996200"/>
              <a:gd name="connsiteY70" fmla="*/ 148554 h 824936"/>
              <a:gd name="connsiteX71" fmla="*/ 7552171 w 7996200"/>
              <a:gd name="connsiteY71" fmla="*/ 166783 h 824936"/>
              <a:gd name="connsiteX72" fmla="*/ 7530405 w 7996200"/>
              <a:gd name="connsiteY72" fmla="*/ 211131 h 824936"/>
              <a:gd name="connsiteX73" fmla="*/ 7548362 w 7996200"/>
              <a:gd name="connsiteY73" fmla="*/ 245413 h 824936"/>
              <a:gd name="connsiteX74" fmla="*/ 7631074 w 7996200"/>
              <a:gd name="connsiteY74" fmla="*/ 274797 h 824936"/>
              <a:gd name="connsiteX75" fmla="*/ 7862610 w 7996200"/>
              <a:gd name="connsiteY75" fmla="*/ 345265 h 824936"/>
              <a:gd name="connsiteX76" fmla="*/ 7964367 w 7996200"/>
              <a:gd name="connsiteY76" fmla="*/ 433690 h 824936"/>
              <a:gd name="connsiteX77" fmla="*/ 7996200 w 7996200"/>
              <a:gd name="connsiteY77" fmla="*/ 551771 h 824936"/>
              <a:gd name="connsiteX78" fmla="*/ 7953756 w 7996200"/>
              <a:gd name="connsiteY78" fmla="*/ 693251 h 824936"/>
              <a:gd name="connsiteX79" fmla="*/ 7835130 w 7996200"/>
              <a:gd name="connsiteY79" fmla="*/ 791471 h 824936"/>
              <a:gd name="connsiteX80" fmla="*/ 7643044 w 7996200"/>
              <a:gd name="connsiteY80" fmla="*/ 824936 h 824936"/>
              <a:gd name="connsiteX81" fmla="*/ 7361174 w 7996200"/>
              <a:gd name="connsiteY81" fmla="*/ 746578 h 824936"/>
              <a:gd name="connsiteX82" fmla="*/ 7272476 w 7996200"/>
              <a:gd name="connsiteY82" fmla="*/ 547418 h 824936"/>
              <a:gd name="connsiteX83" fmla="*/ 7507006 w 7996200"/>
              <a:gd name="connsiteY83" fmla="*/ 532726 h 824936"/>
              <a:gd name="connsiteX84" fmla="*/ 7538023 w 7996200"/>
              <a:gd name="connsiteY84" fmla="*/ 619790 h 824936"/>
              <a:gd name="connsiteX85" fmla="*/ 7646854 w 7996200"/>
              <a:gd name="connsiteY85" fmla="*/ 668220 h 824936"/>
              <a:gd name="connsiteX86" fmla="*/ 7728204 w 7996200"/>
              <a:gd name="connsiteY86" fmla="*/ 643461 h 824936"/>
              <a:gd name="connsiteX87" fmla="*/ 7756772 w 7996200"/>
              <a:gd name="connsiteY87" fmla="*/ 586053 h 824936"/>
              <a:gd name="connsiteX88" fmla="*/ 7729565 w 7996200"/>
              <a:gd name="connsiteY88" fmla="*/ 530549 h 824936"/>
              <a:gd name="connsiteX89" fmla="*/ 7603322 w 7996200"/>
              <a:gd name="connsiteY89" fmla="*/ 484296 h 824936"/>
              <a:gd name="connsiteX90" fmla="*/ 7372056 w 7996200"/>
              <a:gd name="connsiteY90" fmla="*/ 387437 h 824936"/>
              <a:gd name="connsiteX91" fmla="*/ 7302405 w 7996200"/>
              <a:gd name="connsiteY91" fmla="*/ 233442 h 824936"/>
              <a:gd name="connsiteX92" fmla="*/ 7338047 w 7996200"/>
              <a:gd name="connsiteY92" fmla="*/ 117265 h 824936"/>
              <a:gd name="connsiteX93" fmla="*/ 7445245 w 7996200"/>
              <a:gd name="connsiteY93" fmla="*/ 31289 h 824936"/>
              <a:gd name="connsiteX94" fmla="*/ 7641412 w 7996200"/>
              <a:gd name="connsiteY94" fmla="*/ 0 h 824936"/>
              <a:gd name="connsiteX95" fmla="*/ 4689467 w 7996200"/>
              <a:gd name="connsiteY95" fmla="*/ 0 h 824936"/>
              <a:gd name="connsiteX96" fmla="*/ 4926446 w 7996200"/>
              <a:gd name="connsiteY96" fmla="*/ 60945 h 824936"/>
              <a:gd name="connsiteX97" fmla="*/ 5054594 w 7996200"/>
              <a:gd name="connsiteY97" fmla="*/ 248134 h 824936"/>
              <a:gd name="connsiteX98" fmla="*/ 4836933 w 7996200"/>
              <a:gd name="connsiteY98" fmla="*/ 296563 h 824936"/>
              <a:gd name="connsiteX99" fmla="*/ 4812990 w 7996200"/>
              <a:gd name="connsiteY99" fmla="*/ 243236 h 824936"/>
              <a:gd name="connsiteX100" fmla="*/ 4762384 w 7996200"/>
              <a:gd name="connsiteY100" fmla="*/ 199704 h 824936"/>
              <a:gd name="connsiteX101" fmla="*/ 4695453 w 7996200"/>
              <a:gd name="connsiteY101" fmla="*/ 184468 h 824936"/>
              <a:gd name="connsiteX102" fmla="*/ 4567033 w 7996200"/>
              <a:gd name="connsiteY102" fmla="*/ 251866 h 824936"/>
              <a:gd name="connsiteX103" fmla="*/ 4533296 w 7996200"/>
              <a:gd name="connsiteY103" fmla="*/ 408931 h 824936"/>
              <a:gd name="connsiteX104" fmla="*/ 4573563 w 7996200"/>
              <a:gd name="connsiteY104" fmla="*/ 590738 h 824936"/>
              <a:gd name="connsiteX105" fmla="*/ 4686747 w 7996200"/>
              <a:gd name="connsiteY105" fmla="*/ 639924 h 824936"/>
              <a:gd name="connsiteX106" fmla="*/ 4793672 w 7996200"/>
              <a:gd name="connsiteY106" fmla="*/ 600201 h 824936"/>
              <a:gd name="connsiteX107" fmla="*/ 4846183 w 7996200"/>
              <a:gd name="connsiteY107" fmla="*/ 484840 h 824936"/>
              <a:gd name="connsiteX108" fmla="*/ 5062212 w 7996200"/>
              <a:gd name="connsiteY108" fmla="*/ 550139 h 824936"/>
              <a:gd name="connsiteX109" fmla="*/ 4993649 w 7996200"/>
              <a:gd name="connsiteY109" fmla="*/ 701957 h 824936"/>
              <a:gd name="connsiteX110" fmla="*/ 4877472 w 7996200"/>
              <a:gd name="connsiteY110" fmla="*/ 793919 h 824936"/>
              <a:gd name="connsiteX111" fmla="*/ 4700895 w 7996200"/>
              <a:gd name="connsiteY111" fmla="*/ 824936 h 824936"/>
              <a:gd name="connsiteX112" fmla="*/ 4488403 w 7996200"/>
              <a:gd name="connsiteY112" fmla="*/ 787143 h 824936"/>
              <a:gd name="connsiteX113" fmla="*/ 4346107 w 7996200"/>
              <a:gd name="connsiteY113" fmla="*/ 654187 h 824936"/>
              <a:gd name="connsiteX114" fmla="*/ 4286250 w 7996200"/>
              <a:gd name="connsiteY114" fmla="*/ 410563 h 824936"/>
              <a:gd name="connsiteX115" fmla="*/ 4391544 w 7996200"/>
              <a:gd name="connsiteY115" fmla="*/ 106314 h 824936"/>
              <a:gd name="connsiteX116" fmla="*/ 4689467 w 7996200"/>
              <a:gd name="connsiteY116" fmla="*/ 0 h 824936"/>
              <a:gd name="connsiteX117" fmla="*/ 1276522 w 7996200"/>
              <a:gd name="connsiteY117" fmla="*/ 0 h 824936"/>
              <a:gd name="connsiteX118" fmla="*/ 1583424 w 7996200"/>
              <a:gd name="connsiteY118" fmla="*/ 106926 h 824936"/>
              <a:gd name="connsiteX119" fmla="*/ 1691166 w 7996200"/>
              <a:gd name="connsiteY119" fmla="*/ 406482 h 824936"/>
              <a:gd name="connsiteX120" fmla="*/ 1644097 w 7996200"/>
              <a:gd name="connsiteY120" fmla="*/ 635843 h 824936"/>
              <a:gd name="connsiteX121" fmla="*/ 1508059 w 7996200"/>
              <a:gd name="connsiteY121" fmla="*/ 775146 h 824936"/>
              <a:gd name="connsiteX122" fmla="*/ 1286317 w 7996200"/>
              <a:gd name="connsiteY122" fmla="*/ 824936 h 824936"/>
              <a:gd name="connsiteX123" fmla="*/ 1062942 w 7996200"/>
              <a:gd name="connsiteY123" fmla="*/ 781948 h 824936"/>
              <a:gd name="connsiteX124" fmla="*/ 919558 w 7996200"/>
              <a:gd name="connsiteY124" fmla="*/ 645910 h 824936"/>
              <a:gd name="connsiteX125" fmla="*/ 864598 w 7996200"/>
              <a:gd name="connsiteY125" fmla="*/ 413012 h 824936"/>
              <a:gd name="connsiteX126" fmla="*/ 973429 w 7996200"/>
              <a:gd name="connsiteY126" fmla="*/ 108831 h 824936"/>
              <a:gd name="connsiteX127" fmla="*/ 1276522 w 7996200"/>
              <a:gd name="connsiteY127" fmla="*/ 0 h 824936"/>
              <a:gd name="connsiteX128" fmla="*/ 403217 w 7996200"/>
              <a:gd name="connsiteY128" fmla="*/ 0 h 824936"/>
              <a:gd name="connsiteX129" fmla="*/ 640196 w 7996200"/>
              <a:gd name="connsiteY129" fmla="*/ 60945 h 824936"/>
              <a:gd name="connsiteX130" fmla="*/ 768344 w 7996200"/>
              <a:gd name="connsiteY130" fmla="*/ 248134 h 824936"/>
              <a:gd name="connsiteX131" fmla="*/ 550682 w 7996200"/>
              <a:gd name="connsiteY131" fmla="*/ 296563 h 824936"/>
              <a:gd name="connsiteX132" fmla="*/ 526740 w 7996200"/>
              <a:gd name="connsiteY132" fmla="*/ 243236 h 824936"/>
              <a:gd name="connsiteX133" fmla="*/ 476134 w 7996200"/>
              <a:gd name="connsiteY133" fmla="*/ 199704 h 824936"/>
              <a:gd name="connsiteX134" fmla="*/ 409203 w 7996200"/>
              <a:gd name="connsiteY134" fmla="*/ 184468 h 824936"/>
              <a:gd name="connsiteX135" fmla="*/ 280783 w 7996200"/>
              <a:gd name="connsiteY135" fmla="*/ 251866 h 824936"/>
              <a:gd name="connsiteX136" fmla="*/ 247045 w 7996200"/>
              <a:gd name="connsiteY136" fmla="*/ 408931 h 824936"/>
              <a:gd name="connsiteX137" fmla="*/ 287313 w 7996200"/>
              <a:gd name="connsiteY137" fmla="*/ 590738 h 824936"/>
              <a:gd name="connsiteX138" fmla="*/ 400496 w 7996200"/>
              <a:gd name="connsiteY138" fmla="*/ 639924 h 824936"/>
              <a:gd name="connsiteX139" fmla="*/ 507423 w 7996200"/>
              <a:gd name="connsiteY139" fmla="*/ 600201 h 824936"/>
              <a:gd name="connsiteX140" fmla="*/ 559933 w 7996200"/>
              <a:gd name="connsiteY140" fmla="*/ 484840 h 824936"/>
              <a:gd name="connsiteX141" fmla="*/ 775962 w 7996200"/>
              <a:gd name="connsiteY141" fmla="*/ 550139 h 824936"/>
              <a:gd name="connsiteX142" fmla="*/ 707398 w 7996200"/>
              <a:gd name="connsiteY142" fmla="*/ 701957 h 824936"/>
              <a:gd name="connsiteX143" fmla="*/ 591222 w 7996200"/>
              <a:gd name="connsiteY143" fmla="*/ 793919 h 824936"/>
              <a:gd name="connsiteX144" fmla="*/ 414644 w 7996200"/>
              <a:gd name="connsiteY144" fmla="*/ 824936 h 824936"/>
              <a:gd name="connsiteX145" fmla="*/ 202153 w 7996200"/>
              <a:gd name="connsiteY145" fmla="*/ 787143 h 824936"/>
              <a:gd name="connsiteX146" fmla="*/ 59857 w 7996200"/>
              <a:gd name="connsiteY146" fmla="*/ 654187 h 824936"/>
              <a:gd name="connsiteX147" fmla="*/ 0 w 7996200"/>
              <a:gd name="connsiteY147" fmla="*/ 410563 h 824936"/>
              <a:gd name="connsiteX148" fmla="*/ 105294 w 7996200"/>
              <a:gd name="connsiteY148" fmla="*/ 106314 h 824936"/>
              <a:gd name="connsiteX149" fmla="*/ 403217 w 7996200"/>
              <a:gd name="connsiteY149" fmla="*/ 0 h 82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996200" h="824936">
                <a:moveTo>
                  <a:pt x="3818616" y="220382"/>
                </a:moveTo>
                <a:lnTo>
                  <a:pt x="3731484" y="507151"/>
                </a:lnTo>
                <a:lnTo>
                  <a:pt x="3906666" y="507151"/>
                </a:lnTo>
                <a:close/>
                <a:moveTo>
                  <a:pt x="1275978" y="186644"/>
                </a:moveTo>
                <a:cubicBezTo>
                  <a:pt x="1226279" y="186644"/>
                  <a:pt x="1186374" y="204239"/>
                  <a:pt x="1156265" y="239427"/>
                </a:cubicBezTo>
                <a:cubicBezTo>
                  <a:pt x="1126155" y="274616"/>
                  <a:pt x="1111099" y="332840"/>
                  <a:pt x="1111099" y="414100"/>
                </a:cubicBezTo>
                <a:cubicBezTo>
                  <a:pt x="1111099" y="494635"/>
                  <a:pt x="1126064" y="552497"/>
                  <a:pt x="1155992" y="587685"/>
                </a:cubicBezTo>
                <a:cubicBezTo>
                  <a:pt x="1185920" y="622874"/>
                  <a:pt x="1226641" y="640468"/>
                  <a:pt x="1278155" y="640468"/>
                </a:cubicBezTo>
                <a:cubicBezTo>
                  <a:pt x="1331119" y="640468"/>
                  <a:pt x="1372112" y="623237"/>
                  <a:pt x="1401133" y="588774"/>
                </a:cubicBezTo>
                <a:cubicBezTo>
                  <a:pt x="1430154" y="554311"/>
                  <a:pt x="1444665" y="492458"/>
                  <a:pt x="1444665" y="403217"/>
                </a:cubicBezTo>
                <a:cubicBezTo>
                  <a:pt x="1444665" y="328124"/>
                  <a:pt x="1429519" y="273255"/>
                  <a:pt x="1399229" y="238611"/>
                </a:cubicBezTo>
                <a:cubicBezTo>
                  <a:pt x="1368938" y="203967"/>
                  <a:pt x="1327854" y="186644"/>
                  <a:pt x="1275978" y="186644"/>
                </a:cubicBezTo>
                <a:close/>
                <a:moveTo>
                  <a:pt x="6392084" y="13604"/>
                </a:moveTo>
                <a:lnTo>
                  <a:pt x="6638041" y="13604"/>
                </a:lnTo>
                <a:lnTo>
                  <a:pt x="6638041" y="500196"/>
                </a:lnTo>
                <a:cubicBezTo>
                  <a:pt x="6638041" y="543694"/>
                  <a:pt x="6650103" y="577675"/>
                  <a:pt x="6674227" y="602139"/>
                </a:cubicBezTo>
                <a:cubicBezTo>
                  <a:pt x="6698351" y="626604"/>
                  <a:pt x="6731816" y="638836"/>
                  <a:pt x="6774624" y="638836"/>
                </a:cubicBezTo>
                <a:cubicBezTo>
                  <a:pt x="6817067" y="638836"/>
                  <a:pt x="6850351" y="626784"/>
                  <a:pt x="6874476" y="602679"/>
                </a:cubicBezTo>
                <a:cubicBezTo>
                  <a:pt x="6898600" y="578575"/>
                  <a:pt x="6910662" y="544414"/>
                  <a:pt x="6910662" y="500196"/>
                </a:cubicBezTo>
                <a:lnTo>
                  <a:pt x="6910662" y="13604"/>
                </a:lnTo>
                <a:lnTo>
                  <a:pt x="7156618" y="13604"/>
                </a:lnTo>
                <a:lnTo>
                  <a:pt x="7156618" y="488879"/>
                </a:lnTo>
                <a:cubicBezTo>
                  <a:pt x="7156618" y="536005"/>
                  <a:pt x="7149272" y="580504"/>
                  <a:pt x="7134580" y="622375"/>
                </a:cubicBezTo>
                <a:cubicBezTo>
                  <a:pt x="7119888" y="664246"/>
                  <a:pt x="7096852" y="700862"/>
                  <a:pt x="7065473" y="732222"/>
                </a:cubicBezTo>
                <a:cubicBezTo>
                  <a:pt x="7034094" y="763581"/>
                  <a:pt x="7001172" y="785604"/>
                  <a:pt x="6966709" y="798290"/>
                </a:cubicBezTo>
                <a:cubicBezTo>
                  <a:pt x="6918824" y="816054"/>
                  <a:pt x="6861325" y="824936"/>
                  <a:pt x="6794213" y="824936"/>
                </a:cubicBezTo>
                <a:cubicBezTo>
                  <a:pt x="6755396" y="824936"/>
                  <a:pt x="6713044" y="822217"/>
                  <a:pt x="6667153" y="816778"/>
                </a:cubicBezTo>
                <a:cubicBezTo>
                  <a:pt x="6621263" y="811339"/>
                  <a:pt x="6582900" y="800554"/>
                  <a:pt x="6552065" y="784422"/>
                </a:cubicBezTo>
                <a:cubicBezTo>
                  <a:pt x="6521230" y="768290"/>
                  <a:pt x="6493024" y="745361"/>
                  <a:pt x="6467449" y="715633"/>
                </a:cubicBezTo>
                <a:cubicBezTo>
                  <a:pt x="6441874" y="685906"/>
                  <a:pt x="6424370" y="655274"/>
                  <a:pt x="6414938" y="623735"/>
                </a:cubicBezTo>
                <a:cubicBezTo>
                  <a:pt x="6399702" y="572982"/>
                  <a:pt x="6392084" y="528030"/>
                  <a:pt x="6392084" y="488879"/>
                </a:cubicBezTo>
                <a:close/>
                <a:moveTo>
                  <a:pt x="5125817" y="13604"/>
                </a:moveTo>
                <a:lnTo>
                  <a:pt x="5875116" y="13604"/>
                </a:lnTo>
                <a:lnTo>
                  <a:pt x="5875116" y="210587"/>
                </a:lnTo>
                <a:lnTo>
                  <a:pt x="5623717" y="210587"/>
                </a:lnTo>
                <a:lnTo>
                  <a:pt x="5623717" y="811332"/>
                </a:lnTo>
                <a:lnTo>
                  <a:pt x="5377216" y="811332"/>
                </a:lnTo>
                <a:lnTo>
                  <a:pt x="5377216" y="210587"/>
                </a:lnTo>
                <a:lnTo>
                  <a:pt x="5125817" y="210587"/>
                </a:lnTo>
                <a:close/>
                <a:moveTo>
                  <a:pt x="3687203" y="13604"/>
                </a:moveTo>
                <a:lnTo>
                  <a:pt x="3956083" y="13604"/>
                </a:lnTo>
                <a:lnTo>
                  <a:pt x="4255843" y="811332"/>
                </a:lnTo>
                <a:lnTo>
                  <a:pt x="3997710" y="811332"/>
                </a:lnTo>
                <a:lnTo>
                  <a:pt x="3957800" y="679647"/>
                </a:lnTo>
                <a:lnTo>
                  <a:pt x="3677944" y="679647"/>
                </a:lnTo>
                <a:lnTo>
                  <a:pt x="3639062" y="811332"/>
                </a:lnTo>
                <a:lnTo>
                  <a:pt x="3387375" y="811332"/>
                </a:lnTo>
                <a:close/>
                <a:moveTo>
                  <a:pt x="2687417" y="13604"/>
                </a:moveTo>
                <a:lnTo>
                  <a:pt x="3436716" y="13604"/>
                </a:lnTo>
                <a:lnTo>
                  <a:pt x="3436716" y="210587"/>
                </a:lnTo>
                <a:lnTo>
                  <a:pt x="3185317" y="210587"/>
                </a:lnTo>
                <a:lnTo>
                  <a:pt x="3185317" y="811332"/>
                </a:lnTo>
                <a:lnTo>
                  <a:pt x="2938816" y="811332"/>
                </a:lnTo>
                <a:lnTo>
                  <a:pt x="2938816" y="210587"/>
                </a:lnTo>
                <a:lnTo>
                  <a:pt x="2687417" y="210587"/>
                </a:lnTo>
                <a:close/>
                <a:moveTo>
                  <a:pt x="1821173" y="13604"/>
                </a:moveTo>
                <a:lnTo>
                  <a:pt x="2051349" y="13604"/>
                </a:lnTo>
                <a:lnTo>
                  <a:pt x="2351721" y="454946"/>
                </a:lnTo>
                <a:lnTo>
                  <a:pt x="2351721" y="13604"/>
                </a:lnTo>
                <a:lnTo>
                  <a:pt x="2584075" y="13604"/>
                </a:lnTo>
                <a:lnTo>
                  <a:pt x="2584075" y="811332"/>
                </a:lnTo>
                <a:lnTo>
                  <a:pt x="2351721" y="811332"/>
                </a:lnTo>
                <a:lnTo>
                  <a:pt x="2052982" y="373323"/>
                </a:lnTo>
                <a:lnTo>
                  <a:pt x="2052982" y="811332"/>
                </a:lnTo>
                <a:lnTo>
                  <a:pt x="1821173" y="811332"/>
                </a:lnTo>
                <a:close/>
                <a:moveTo>
                  <a:pt x="7641412" y="0"/>
                </a:moveTo>
                <a:cubicBezTo>
                  <a:pt x="7743350" y="0"/>
                  <a:pt x="7821074" y="18955"/>
                  <a:pt x="7874582" y="56864"/>
                </a:cubicBezTo>
                <a:cubicBezTo>
                  <a:pt x="7928090" y="94773"/>
                  <a:pt x="7959923" y="155084"/>
                  <a:pt x="7970080" y="237795"/>
                </a:cubicBezTo>
                <a:lnTo>
                  <a:pt x="7737728" y="251399"/>
                </a:lnTo>
                <a:cubicBezTo>
                  <a:pt x="7731560" y="215485"/>
                  <a:pt x="7718591" y="189365"/>
                  <a:pt x="7698820" y="173041"/>
                </a:cubicBezTo>
                <a:cubicBezTo>
                  <a:pt x="7679050" y="156716"/>
                  <a:pt x="7651751" y="148554"/>
                  <a:pt x="7616926" y="148554"/>
                </a:cubicBezTo>
                <a:cubicBezTo>
                  <a:pt x="7588266" y="148554"/>
                  <a:pt x="7566682" y="154630"/>
                  <a:pt x="7552171" y="166783"/>
                </a:cubicBezTo>
                <a:cubicBezTo>
                  <a:pt x="7537660" y="178936"/>
                  <a:pt x="7530405" y="193718"/>
                  <a:pt x="7530405" y="211131"/>
                </a:cubicBezTo>
                <a:cubicBezTo>
                  <a:pt x="7530405" y="223828"/>
                  <a:pt x="7536390" y="235255"/>
                  <a:pt x="7548362" y="245413"/>
                </a:cubicBezTo>
                <a:cubicBezTo>
                  <a:pt x="7559970" y="255933"/>
                  <a:pt x="7587541" y="265728"/>
                  <a:pt x="7631074" y="274797"/>
                </a:cubicBezTo>
                <a:cubicBezTo>
                  <a:pt x="7738816" y="298014"/>
                  <a:pt x="7815994" y="321504"/>
                  <a:pt x="7862610" y="345265"/>
                </a:cubicBezTo>
                <a:cubicBezTo>
                  <a:pt x="7909226" y="369026"/>
                  <a:pt x="7943145" y="398501"/>
                  <a:pt x="7964367" y="433690"/>
                </a:cubicBezTo>
                <a:cubicBezTo>
                  <a:pt x="7985589" y="468878"/>
                  <a:pt x="7996200" y="508239"/>
                  <a:pt x="7996200" y="551771"/>
                </a:cubicBezTo>
                <a:cubicBezTo>
                  <a:pt x="7996200" y="602922"/>
                  <a:pt x="7982052" y="650082"/>
                  <a:pt x="7953756" y="693251"/>
                </a:cubicBezTo>
                <a:cubicBezTo>
                  <a:pt x="7925460" y="736420"/>
                  <a:pt x="7885918" y="769160"/>
                  <a:pt x="7835130" y="791471"/>
                </a:cubicBezTo>
                <a:cubicBezTo>
                  <a:pt x="7784343" y="813781"/>
                  <a:pt x="7720314" y="824936"/>
                  <a:pt x="7643044" y="824936"/>
                </a:cubicBezTo>
                <a:cubicBezTo>
                  <a:pt x="7507370" y="824936"/>
                  <a:pt x="7413412" y="798817"/>
                  <a:pt x="7361174" y="746578"/>
                </a:cubicBezTo>
                <a:cubicBezTo>
                  <a:pt x="7308935" y="694339"/>
                  <a:pt x="7279369" y="627953"/>
                  <a:pt x="7272476" y="547418"/>
                </a:cubicBezTo>
                <a:lnTo>
                  <a:pt x="7507006" y="532726"/>
                </a:lnTo>
                <a:cubicBezTo>
                  <a:pt x="7512085" y="570817"/>
                  <a:pt x="7522424" y="599838"/>
                  <a:pt x="7538023" y="619790"/>
                </a:cubicBezTo>
                <a:cubicBezTo>
                  <a:pt x="7563417" y="652077"/>
                  <a:pt x="7599694" y="668220"/>
                  <a:pt x="7646854" y="668220"/>
                </a:cubicBezTo>
                <a:cubicBezTo>
                  <a:pt x="7682042" y="668220"/>
                  <a:pt x="7709160" y="659967"/>
                  <a:pt x="7728204" y="643461"/>
                </a:cubicBezTo>
                <a:cubicBezTo>
                  <a:pt x="7747250" y="626955"/>
                  <a:pt x="7756772" y="607819"/>
                  <a:pt x="7756772" y="586053"/>
                </a:cubicBezTo>
                <a:cubicBezTo>
                  <a:pt x="7756772" y="565375"/>
                  <a:pt x="7747704" y="546874"/>
                  <a:pt x="7729565" y="530549"/>
                </a:cubicBezTo>
                <a:cubicBezTo>
                  <a:pt x="7711426" y="514224"/>
                  <a:pt x="7669346" y="498807"/>
                  <a:pt x="7603322" y="484296"/>
                </a:cubicBezTo>
                <a:cubicBezTo>
                  <a:pt x="7495216" y="459991"/>
                  <a:pt x="7418128" y="427704"/>
                  <a:pt x="7372056" y="387437"/>
                </a:cubicBezTo>
                <a:cubicBezTo>
                  <a:pt x="7325622" y="347170"/>
                  <a:pt x="7302405" y="295838"/>
                  <a:pt x="7302405" y="233442"/>
                </a:cubicBezTo>
                <a:cubicBezTo>
                  <a:pt x="7302405" y="192449"/>
                  <a:pt x="7314286" y="153723"/>
                  <a:pt x="7338047" y="117265"/>
                </a:cubicBezTo>
                <a:cubicBezTo>
                  <a:pt x="7361808" y="80807"/>
                  <a:pt x="7397541" y="52148"/>
                  <a:pt x="7445245" y="31289"/>
                </a:cubicBezTo>
                <a:cubicBezTo>
                  <a:pt x="7492949" y="10430"/>
                  <a:pt x="7558338" y="0"/>
                  <a:pt x="7641412" y="0"/>
                </a:cubicBezTo>
                <a:close/>
                <a:moveTo>
                  <a:pt x="4689467" y="0"/>
                </a:moveTo>
                <a:cubicBezTo>
                  <a:pt x="4789954" y="0"/>
                  <a:pt x="4868947" y="20315"/>
                  <a:pt x="4926446" y="60945"/>
                </a:cubicBezTo>
                <a:cubicBezTo>
                  <a:pt x="4983944" y="101575"/>
                  <a:pt x="5026660" y="163971"/>
                  <a:pt x="5054594" y="248134"/>
                </a:cubicBezTo>
                <a:lnTo>
                  <a:pt x="4836933" y="296563"/>
                </a:lnTo>
                <a:cubicBezTo>
                  <a:pt x="4829314" y="272258"/>
                  <a:pt x="4821334" y="254482"/>
                  <a:pt x="4812990" y="243236"/>
                </a:cubicBezTo>
                <a:cubicBezTo>
                  <a:pt x="4799205" y="224372"/>
                  <a:pt x="4782336" y="209862"/>
                  <a:pt x="4762384" y="199704"/>
                </a:cubicBezTo>
                <a:cubicBezTo>
                  <a:pt x="4742432" y="189547"/>
                  <a:pt x="4720122" y="184468"/>
                  <a:pt x="4695453" y="184468"/>
                </a:cubicBezTo>
                <a:cubicBezTo>
                  <a:pt x="4639587" y="184468"/>
                  <a:pt x="4596780" y="206934"/>
                  <a:pt x="4567033" y="251866"/>
                </a:cubicBezTo>
                <a:cubicBezTo>
                  <a:pt x="4544541" y="285201"/>
                  <a:pt x="4533296" y="337556"/>
                  <a:pt x="4533296" y="408931"/>
                </a:cubicBezTo>
                <a:cubicBezTo>
                  <a:pt x="4533296" y="497344"/>
                  <a:pt x="4546718" y="557947"/>
                  <a:pt x="4573563" y="590738"/>
                </a:cubicBezTo>
                <a:cubicBezTo>
                  <a:pt x="4600408" y="623529"/>
                  <a:pt x="4638136" y="639924"/>
                  <a:pt x="4686747" y="639924"/>
                </a:cubicBezTo>
                <a:cubicBezTo>
                  <a:pt x="4733906" y="639924"/>
                  <a:pt x="4769548" y="626683"/>
                  <a:pt x="4793672" y="600201"/>
                </a:cubicBezTo>
                <a:cubicBezTo>
                  <a:pt x="4817797" y="573719"/>
                  <a:pt x="4835300" y="535265"/>
                  <a:pt x="4846183" y="484840"/>
                </a:cubicBezTo>
                <a:lnTo>
                  <a:pt x="5062212" y="550139"/>
                </a:lnTo>
                <a:cubicBezTo>
                  <a:pt x="5047701" y="610721"/>
                  <a:pt x="5024847" y="661327"/>
                  <a:pt x="4993649" y="701957"/>
                </a:cubicBezTo>
                <a:cubicBezTo>
                  <a:pt x="4962450" y="742587"/>
                  <a:pt x="4923725" y="773242"/>
                  <a:pt x="4877472" y="793919"/>
                </a:cubicBezTo>
                <a:cubicBezTo>
                  <a:pt x="4831219" y="814597"/>
                  <a:pt x="4772360" y="824936"/>
                  <a:pt x="4700895" y="824936"/>
                </a:cubicBezTo>
                <a:cubicBezTo>
                  <a:pt x="4614193" y="824936"/>
                  <a:pt x="4543362" y="812338"/>
                  <a:pt x="4488403" y="787143"/>
                </a:cubicBezTo>
                <a:cubicBezTo>
                  <a:pt x="4433443" y="761947"/>
                  <a:pt x="4386011" y="717629"/>
                  <a:pt x="4346107" y="654187"/>
                </a:cubicBezTo>
                <a:cubicBezTo>
                  <a:pt x="4306202" y="590745"/>
                  <a:pt x="4286250" y="509537"/>
                  <a:pt x="4286250" y="410563"/>
                </a:cubicBezTo>
                <a:cubicBezTo>
                  <a:pt x="4286250" y="278606"/>
                  <a:pt x="4321348" y="177190"/>
                  <a:pt x="4391544" y="106314"/>
                </a:cubicBezTo>
                <a:cubicBezTo>
                  <a:pt x="4461739" y="35438"/>
                  <a:pt x="4561047" y="0"/>
                  <a:pt x="4689467" y="0"/>
                </a:cubicBezTo>
                <a:close/>
                <a:moveTo>
                  <a:pt x="1276522" y="0"/>
                </a:moveTo>
                <a:cubicBezTo>
                  <a:pt x="1409295" y="0"/>
                  <a:pt x="1511596" y="35642"/>
                  <a:pt x="1583424" y="106926"/>
                </a:cubicBezTo>
                <a:cubicBezTo>
                  <a:pt x="1655253" y="178210"/>
                  <a:pt x="1691166" y="278062"/>
                  <a:pt x="1691166" y="406482"/>
                </a:cubicBezTo>
                <a:cubicBezTo>
                  <a:pt x="1691166" y="499714"/>
                  <a:pt x="1675476" y="576167"/>
                  <a:pt x="1644097" y="635843"/>
                </a:cubicBezTo>
                <a:cubicBezTo>
                  <a:pt x="1612718" y="695518"/>
                  <a:pt x="1567372" y="741953"/>
                  <a:pt x="1508059" y="775146"/>
                </a:cubicBezTo>
                <a:cubicBezTo>
                  <a:pt x="1448746" y="808339"/>
                  <a:pt x="1374832" y="824936"/>
                  <a:pt x="1286317" y="824936"/>
                </a:cubicBezTo>
                <a:cubicBezTo>
                  <a:pt x="1196350" y="824936"/>
                  <a:pt x="1121892" y="810607"/>
                  <a:pt x="1062942" y="781948"/>
                </a:cubicBezTo>
                <a:cubicBezTo>
                  <a:pt x="1003992" y="753289"/>
                  <a:pt x="956197" y="707943"/>
                  <a:pt x="919558" y="645910"/>
                </a:cubicBezTo>
                <a:cubicBezTo>
                  <a:pt x="882918" y="583876"/>
                  <a:pt x="864598" y="506244"/>
                  <a:pt x="864598" y="413012"/>
                </a:cubicBezTo>
                <a:cubicBezTo>
                  <a:pt x="864598" y="282778"/>
                  <a:pt x="900875" y="181384"/>
                  <a:pt x="973429" y="108831"/>
                </a:cubicBezTo>
                <a:cubicBezTo>
                  <a:pt x="1045982" y="36277"/>
                  <a:pt x="1147014" y="0"/>
                  <a:pt x="1276522" y="0"/>
                </a:cubicBezTo>
                <a:close/>
                <a:moveTo>
                  <a:pt x="403217" y="0"/>
                </a:moveTo>
                <a:cubicBezTo>
                  <a:pt x="503704" y="0"/>
                  <a:pt x="582697" y="20315"/>
                  <a:pt x="640196" y="60945"/>
                </a:cubicBezTo>
                <a:cubicBezTo>
                  <a:pt x="697695" y="101575"/>
                  <a:pt x="740411" y="163971"/>
                  <a:pt x="768344" y="248134"/>
                </a:cubicBezTo>
                <a:lnTo>
                  <a:pt x="550682" y="296563"/>
                </a:lnTo>
                <a:cubicBezTo>
                  <a:pt x="543065" y="272258"/>
                  <a:pt x="535083" y="254482"/>
                  <a:pt x="526740" y="243236"/>
                </a:cubicBezTo>
                <a:cubicBezTo>
                  <a:pt x="512955" y="224372"/>
                  <a:pt x="496086" y="209862"/>
                  <a:pt x="476134" y="199704"/>
                </a:cubicBezTo>
                <a:cubicBezTo>
                  <a:pt x="456182" y="189547"/>
                  <a:pt x="433871" y="184468"/>
                  <a:pt x="409203" y="184468"/>
                </a:cubicBezTo>
                <a:cubicBezTo>
                  <a:pt x="353336" y="184468"/>
                  <a:pt x="310530" y="206934"/>
                  <a:pt x="280783" y="251866"/>
                </a:cubicBezTo>
                <a:cubicBezTo>
                  <a:pt x="258291" y="285201"/>
                  <a:pt x="247045" y="337556"/>
                  <a:pt x="247045" y="408931"/>
                </a:cubicBezTo>
                <a:cubicBezTo>
                  <a:pt x="247045" y="497344"/>
                  <a:pt x="260468" y="557947"/>
                  <a:pt x="287313" y="590738"/>
                </a:cubicBezTo>
                <a:cubicBezTo>
                  <a:pt x="314157" y="623529"/>
                  <a:pt x="351886" y="639924"/>
                  <a:pt x="400496" y="639924"/>
                </a:cubicBezTo>
                <a:cubicBezTo>
                  <a:pt x="447656" y="639924"/>
                  <a:pt x="483299" y="626683"/>
                  <a:pt x="507423" y="600201"/>
                </a:cubicBezTo>
                <a:cubicBezTo>
                  <a:pt x="531547" y="573719"/>
                  <a:pt x="549050" y="535265"/>
                  <a:pt x="559933" y="484840"/>
                </a:cubicBezTo>
                <a:lnTo>
                  <a:pt x="775962" y="550139"/>
                </a:lnTo>
                <a:cubicBezTo>
                  <a:pt x="761451" y="610721"/>
                  <a:pt x="738597" y="661327"/>
                  <a:pt x="707398" y="701957"/>
                </a:cubicBezTo>
                <a:cubicBezTo>
                  <a:pt x="676200" y="742587"/>
                  <a:pt x="637475" y="773242"/>
                  <a:pt x="591222" y="793919"/>
                </a:cubicBezTo>
                <a:cubicBezTo>
                  <a:pt x="544969" y="814597"/>
                  <a:pt x="486110" y="824936"/>
                  <a:pt x="414644" y="824936"/>
                </a:cubicBezTo>
                <a:cubicBezTo>
                  <a:pt x="327943" y="824936"/>
                  <a:pt x="257112" y="812338"/>
                  <a:pt x="202153" y="787143"/>
                </a:cubicBezTo>
                <a:cubicBezTo>
                  <a:pt x="147193" y="761947"/>
                  <a:pt x="99761" y="717629"/>
                  <a:pt x="59857" y="654187"/>
                </a:cubicBezTo>
                <a:cubicBezTo>
                  <a:pt x="19952" y="590745"/>
                  <a:pt x="0" y="509537"/>
                  <a:pt x="0" y="410563"/>
                </a:cubicBezTo>
                <a:cubicBezTo>
                  <a:pt x="0" y="278606"/>
                  <a:pt x="35098" y="177190"/>
                  <a:pt x="105294" y="106314"/>
                </a:cubicBezTo>
                <a:cubicBezTo>
                  <a:pt x="175489" y="35438"/>
                  <a:pt x="274797" y="0"/>
                  <a:pt x="403217"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90727807"/>
      </p:ext>
    </p:extLst>
  </p:cSld>
  <p:clrMapOvr>
    <a:masterClrMapping/>
  </p:clrMapOvr>
  <p:transition spd="slow">
    <p:wip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738189" y="1760150"/>
            <a:ext cx="2490788" cy="2897194"/>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
        <p:nvSpPr>
          <p:cNvPr id="12" name="Picture Placeholder 11"/>
          <p:cNvSpPr>
            <a:spLocks noGrp="1"/>
          </p:cNvSpPr>
          <p:nvPr>
            <p:ph type="pic" sz="quarter" idx="11"/>
          </p:nvPr>
        </p:nvSpPr>
        <p:spPr>
          <a:xfrm>
            <a:off x="3471863" y="1760150"/>
            <a:ext cx="2490788" cy="2897194"/>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
        <p:nvSpPr>
          <p:cNvPr id="15" name="Picture Placeholder 14"/>
          <p:cNvSpPr>
            <a:spLocks noGrp="1"/>
          </p:cNvSpPr>
          <p:nvPr>
            <p:ph type="pic" sz="quarter" idx="12"/>
          </p:nvPr>
        </p:nvSpPr>
        <p:spPr>
          <a:xfrm>
            <a:off x="6205538" y="1760150"/>
            <a:ext cx="2490788" cy="2897194"/>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
        <p:nvSpPr>
          <p:cNvPr id="18" name="Picture Placeholder 17"/>
          <p:cNvSpPr>
            <a:spLocks noGrp="1"/>
          </p:cNvSpPr>
          <p:nvPr>
            <p:ph type="pic" sz="quarter" idx="13"/>
          </p:nvPr>
        </p:nvSpPr>
        <p:spPr>
          <a:xfrm>
            <a:off x="8939212" y="1760150"/>
            <a:ext cx="2490788" cy="2897194"/>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Tree>
    <p:extLst>
      <p:ext uri="{BB962C8B-B14F-4D97-AF65-F5344CB8AC3E}">
        <p14:creationId xmlns:p14="http://schemas.microsoft.com/office/powerpoint/2010/main" val="2488360336"/>
      </p:ext>
    </p:extLst>
  </p:cSld>
  <p:clrMapOvr>
    <a:masterClrMapping/>
  </p:clrMapOvr>
  <p:transition spd="slow">
    <p:wip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2_Titl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738189" y="1760150"/>
            <a:ext cx="2490788" cy="2512047"/>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
        <p:nvSpPr>
          <p:cNvPr id="12" name="Picture Placeholder 11"/>
          <p:cNvSpPr>
            <a:spLocks noGrp="1"/>
          </p:cNvSpPr>
          <p:nvPr>
            <p:ph type="pic" sz="quarter" idx="11"/>
          </p:nvPr>
        </p:nvSpPr>
        <p:spPr>
          <a:xfrm>
            <a:off x="3471863" y="1760150"/>
            <a:ext cx="2490788" cy="2512047"/>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
        <p:nvSpPr>
          <p:cNvPr id="15" name="Picture Placeholder 14"/>
          <p:cNvSpPr>
            <a:spLocks noGrp="1"/>
          </p:cNvSpPr>
          <p:nvPr>
            <p:ph type="pic" sz="quarter" idx="12"/>
          </p:nvPr>
        </p:nvSpPr>
        <p:spPr>
          <a:xfrm>
            <a:off x="6205538" y="1760150"/>
            <a:ext cx="2490788" cy="2512047"/>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
        <p:nvSpPr>
          <p:cNvPr id="18" name="Picture Placeholder 17"/>
          <p:cNvSpPr>
            <a:spLocks noGrp="1"/>
          </p:cNvSpPr>
          <p:nvPr>
            <p:ph type="pic" sz="quarter" idx="13"/>
          </p:nvPr>
        </p:nvSpPr>
        <p:spPr>
          <a:xfrm>
            <a:off x="8939212" y="1760150"/>
            <a:ext cx="2490788" cy="2512047"/>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Tree>
    <p:extLst>
      <p:ext uri="{BB962C8B-B14F-4D97-AF65-F5344CB8AC3E}">
        <p14:creationId xmlns:p14="http://schemas.microsoft.com/office/powerpoint/2010/main" val="2440409714"/>
      </p:ext>
    </p:extLst>
  </p:cSld>
  <p:clrMapOvr>
    <a:masterClrMapping/>
  </p:clrMapOvr>
  <p:transition spd="slow">
    <p:wip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
        <p:nvSpPr>
          <p:cNvPr id="18" name="Picture Placeholder 17"/>
          <p:cNvSpPr>
            <a:spLocks noGrp="1"/>
          </p:cNvSpPr>
          <p:nvPr>
            <p:ph type="pic" sz="quarter" idx="13"/>
          </p:nvPr>
        </p:nvSpPr>
        <p:spPr>
          <a:xfrm>
            <a:off x="4194786" y="1760150"/>
            <a:ext cx="3802428" cy="4101004"/>
          </a:xfrm>
          <a:custGeom>
            <a:avLst/>
            <a:gdLst>
              <a:gd name="connsiteX0" fmla="*/ 0 w 2057400"/>
              <a:gd name="connsiteY0" fmla="*/ 0 h 1543050"/>
              <a:gd name="connsiteX1" fmla="*/ 2057400 w 2057400"/>
              <a:gd name="connsiteY1" fmla="*/ 0 h 1543050"/>
              <a:gd name="connsiteX2" fmla="*/ 2057400 w 2057400"/>
              <a:gd name="connsiteY2" fmla="*/ 1543050 h 1543050"/>
              <a:gd name="connsiteX3" fmla="*/ 0 w 2057400"/>
              <a:gd name="connsiteY3" fmla="*/ 1543050 h 1543050"/>
            </a:gdLst>
            <a:ahLst/>
            <a:cxnLst>
              <a:cxn ang="0">
                <a:pos x="connsiteX0" y="connsiteY0"/>
              </a:cxn>
              <a:cxn ang="0">
                <a:pos x="connsiteX1" y="connsiteY1"/>
              </a:cxn>
              <a:cxn ang="0">
                <a:pos x="connsiteX2" y="connsiteY2"/>
              </a:cxn>
              <a:cxn ang="0">
                <a:pos x="connsiteX3" y="connsiteY3"/>
              </a:cxn>
            </a:cxnLst>
            <a:rect l="l" t="t" r="r" b="b"/>
            <a:pathLst>
              <a:path w="2057400" h="1543050">
                <a:moveTo>
                  <a:pt x="0" y="0"/>
                </a:moveTo>
                <a:lnTo>
                  <a:pt x="2057400" y="0"/>
                </a:lnTo>
                <a:lnTo>
                  <a:pt x="2057400" y="1543050"/>
                </a:lnTo>
                <a:lnTo>
                  <a:pt x="0" y="1543050"/>
                </a:lnTo>
                <a:close/>
              </a:path>
            </a:pathLst>
          </a:custGeom>
        </p:spPr>
        <p:txBody>
          <a:bodyPr wrap="square">
            <a:noAutofit/>
          </a:bodyPr>
          <a:lstStyle/>
          <a:p>
            <a:endParaRPr lang="en-US"/>
          </a:p>
        </p:txBody>
      </p:sp>
    </p:spTree>
    <p:extLst>
      <p:ext uri="{BB962C8B-B14F-4D97-AF65-F5344CB8AC3E}">
        <p14:creationId xmlns:p14="http://schemas.microsoft.com/office/powerpoint/2010/main" val="3863691728"/>
      </p:ext>
    </p:extLst>
  </p:cSld>
  <p:clrMapOvr>
    <a:masterClrMapping/>
  </p:clrMapOvr>
  <p:transition spd="slow">
    <p:wip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680275" y="1775684"/>
            <a:ext cx="2652373" cy="1978702"/>
          </a:xfrm>
          <a:custGeom>
            <a:avLst/>
            <a:gdLst>
              <a:gd name="connsiteX0" fmla="*/ 2652373 w 2652373"/>
              <a:gd name="connsiteY0" fmla="*/ 0 h 1978702"/>
              <a:gd name="connsiteX1" fmla="*/ 2652373 w 2652373"/>
              <a:gd name="connsiteY1" fmla="*/ 1978702 h 1978702"/>
              <a:gd name="connsiteX2" fmla="*/ 0 w 2652373"/>
              <a:gd name="connsiteY2" fmla="*/ 1978702 h 1978702"/>
              <a:gd name="connsiteX3" fmla="*/ 0 w 2652373"/>
              <a:gd name="connsiteY3" fmla="*/ 395740 h 1978702"/>
            </a:gdLst>
            <a:ahLst/>
            <a:cxnLst>
              <a:cxn ang="0">
                <a:pos x="connsiteX0" y="connsiteY0"/>
              </a:cxn>
              <a:cxn ang="0">
                <a:pos x="connsiteX1" y="connsiteY1"/>
              </a:cxn>
              <a:cxn ang="0">
                <a:pos x="connsiteX2" y="connsiteY2"/>
              </a:cxn>
              <a:cxn ang="0">
                <a:pos x="connsiteX3" y="connsiteY3"/>
              </a:cxn>
            </a:cxnLst>
            <a:rect l="l" t="t" r="r" b="b"/>
            <a:pathLst>
              <a:path w="2652373" h="1978702">
                <a:moveTo>
                  <a:pt x="2652373" y="0"/>
                </a:moveTo>
                <a:lnTo>
                  <a:pt x="2652373" y="1978702"/>
                </a:lnTo>
                <a:lnTo>
                  <a:pt x="0" y="1978702"/>
                </a:lnTo>
                <a:lnTo>
                  <a:pt x="0" y="395740"/>
                </a:lnTo>
                <a:close/>
              </a:path>
            </a:pathLst>
          </a:custGeom>
        </p:spPr>
        <p:txBody>
          <a:bodyPr wrap="square">
            <a:noAutofit/>
          </a:bodyPr>
          <a:lstStyle/>
          <a:p>
            <a:endParaRPr lang="en-US"/>
          </a:p>
        </p:txBody>
      </p:sp>
      <p:sp>
        <p:nvSpPr>
          <p:cNvPr id="12" name="Picture Placeholder 11"/>
          <p:cNvSpPr>
            <a:spLocks noGrp="1"/>
          </p:cNvSpPr>
          <p:nvPr>
            <p:ph type="pic" sz="quarter" idx="11"/>
          </p:nvPr>
        </p:nvSpPr>
        <p:spPr>
          <a:xfrm>
            <a:off x="3405460" y="3814020"/>
            <a:ext cx="2652373" cy="1978702"/>
          </a:xfrm>
          <a:custGeom>
            <a:avLst/>
            <a:gdLst>
              <a:gd name="connsiteX0" fmla="*/ 0 w 2652373"/>
              <a:gd name="connsiteY0" fmla="*/ 0 h 1978702"/>
              <a:gd name="connsiteX1" fmla="*/ 2652373 w 2652373"/>
              <a:gd name="connsiteY1" fmla="*/ 0 h 1978702"/>
              <a:gd name="connsiteX2" fmla="*/ 2652373 w 2652373"/>
              <a:gd name="connsiteY2" fmla="*/ 1582962 h 1978702"/>
              <a:gd name="connsiteX3" fmla="*/ 0 w 2652373"/>
              <a:gd name="connsiteY3" fmla="*/ 1978702 h 1978702"/>
            </a:gdLst>
            <a:ahLst/>
            <a:cxnLst>
              <a:cxn ang="0">
                <a:pos x="connsiteX0" y="connsiteY0"/>
              </a:cxn>
              <a:cxn ang="0">
                <a:pos x="connsiteX1" y="connsiteY1"/>
              </a:cxn>
              <a:cxn ang="0">
                <a:pos x="connsiteX2" y="connsiteY2"/>
              </a:cxn>
              <a:cxn ang="0">
                <a:pos x="connsiteX3" y="connsiteY3"/>
              </a:cxn>
            </a:cxnLst>
            <a:rect l="l" t="t" r="r" b="b"/>
            <a:pathLst>
              <a:path w="2652373" h="1978702">
                <a:moveTo>
                  <a:pt x="0" y="0"/>
                </a:moveTo>
                <a:lnTo>
                  <a:pt x="2652373" y="0"/>
                </a:lnTo>
                <a:lnTo>
                  <a:pt x="2652373" y="1582962"/>
                </a:lnTo>
                <a:lnTo>
                  <a:pt x="0" y="1978702"/>
                </a:lnTo>
                <a:close/>
              </a:path>
            </a:pathLst>
          </a:custGeom>
        </p:spPr>
        <p:txBody>
          <a:bodyPr wrap="square">
            <a:noAutofit/>
          </a:bodyPr>
          <a:lstStyle/>
          <a:p>
            <a:endParaRPr lang="en-US"/>
          </a:p>
        </p:txBody>
      </p:sp>
      <p:sp>
        <p:nvSpPr>
          <p:cNvPr id="15" name="Picture Placeholder 14"/>
          <p:cNvSpPr>
            <a:spLocks noGrp="1"/>
          </p:cNvSpPr>
          <p:nvPr>
            <p:ph type="pic" sz="quarter" idx="12"/>
          </p:nvPr>
        </p:nvSpPr>
        <p:spPr>
          <a:xfrm>
            <a:off x="6134168" y="1775684"/>
            <a:ext cx="2652373" cy="1978702"/>
          </a:xfrm>
          <a:custGeom>
            <a:avLst/>
            <a:gdLst>
              <a:gd name="connsiteX0" fmla="*/ 2652373 w 2652373"/>
              <a:gd name="connsiteY0" fmla="*/ 0 h 1978702"/>
              <a:gd name="connsiteX1" fmla="*/ 2652373 w 2652373"/>
              <a:gd name="connsiteY1" fmla="*/ 1978702 h 1978702"/>
              <a:gd name="connsiteX2" fmla="*/ 0 w 2652373"/>
              <a:gd name="connsiteY2" fmla="*/ 1978702 h 1978702"/>
              <a:gd name="connsiteX3" fmla="*/ 0 w 2652373"/>
              <a:gd name="connsiteY3" fmla="*/ 395740 h 1978702"/>
            </a:gdLst>
            <a:ahLst/>
            <a:cxnLst>
              <a:cxn ang="0">
                <a:pos x="connsiteX0" y="connsiteY0"/>
              </a:cxn>
              <a:cxn ang="0">
                <a:pos x="connsiteX1" y="connsiteY1"/>
              </a:cxn>
              <a:cxn ang="0">
                <a:pos x="connsiteX2" y="connsiteY2"/>
              </a:cxn>
              <a:cxn ang="0">
                <a:pos x="connsiteX3" y="connsiteY3"/>
              </a:cxn>
            </a:cxnLst>
            <a:rect l="l" t="t" r="r" b="b"/>
            <a:pathLst>
              <a:path w="2652373" h="1978702">
                <a:moveTo>
                  <a:pt x="2652373" y="0"/>
                </a:moveTo>
                <a:lnTo>
                  <a:pt x="2652373" y="1978702"/>
                </a:lnTo>
                <a:lnTo>
                  <a:pt x="0" y="1978702"/>
                </a:lnTo>
                <a:lnTo>
                  <a:pt x="0" y="395740"/>
                </a:lnTo>
                <a:close/>
              </a:path>
            </a:pathLst>
          </a:custGeom>
        </p:spPr>
        <p:txBody>
          <a:bodyPr wrap="square">
            <a:noAutofit/>
          </a:bodyPr>
          <a:lstStyle/>
          <a:p>
            <a:endParaRPr lang="en-US"/>
          </a:p>
        </p:txBody>
      </p:sp>
      <p:sp>
        <p:nvSpPr>
          <p:cNvPr id="19" name="Picture Placeholder 18"/>
          <p:cNvSpPr>
            <a:spLocks noGrp="1"/>
          </p:cNvSpPr>
          <p:nvPr>
            <p:ph type="pic" sz="quarter" idx="13"/>
          </p:nvPr>
        </p:nvSpPr>
        <p:spPr>
          <a:xfrm>
            <a:off x="8859353" y="3814020"/>
            <a:ext cx="2652373" cy="1978702"/>
          </a:xfrm>
          <a:custGeom>
            <a:avLst/>
            <a:gdLst>
              <a:gd name="connsiteX0" fmla="*/ 0 w 2652373"/>
              <a:gd name="connsiteY0" fmla="*/ 0 h 1978702"/>
              <a:gd name="connsiteX1" fmla="*/ 2652373 w 2652373"/>
              <a:gd name="connsiteY1" fmla="*/ 0 h 1978702"/>
              <a:gd name="connsiteX2" fmla="*/ 2652373 w 2652373"/>
              <a:gd name="connsiteY2" fmla="*/ 1582962 h 1978702"/>
              <a:gd name="connsiteX3" fmla="*/ 0 w 2652373"/>
              <a:gd name="connsiteY3" fmla="*/ 1978702 h 1978702"/>
            </a:gdLst>
            <a:ahLst/>
            <a:cxnLst>
              <a:cxn ang="0">
                <a:pos x="connsiteX0" y="connsiteY0"/>
              </a:cxn>
              <a:cxn ang="0">
                <a:pos x="connsiteX1" y="connsiteY1"/>
              </a:cxn>
              <a:cxn ang="0">
                <a:pos x="connsiteX2" y="connsiteY2"/>
              </a:cxn>
              <a:cxn ang="0">
                <a:pos x="connsiteX3" y="connsiteY3"/>
              </a:cxn>
            </a:cxnLst>
            <a:rect l="l" t="t" r="r" b="b"/>
            <a:pathLst>
              <a:path w="2652373" h="1978702">
                <a:moveTo>
                  <a:pt x="0" y="0"/>
                </a:moveTo>
                <a:lnTo>
                  <a:pt x="2652373" y="0"/>
                </a:lnTo>
                <a:lnTo>
                  <a:pt x="2652373" y="1582962"/>
                </a:lnTo>
                <a:lnTo>
                  <a:pt x="0" y="1978702"/>
                </a:lnTo>
                <a:close/>
              </a:path>
            </a:pathLst>
          </a:custGeom>
        </p:spPr>
        <p:txBody>
          <a:bodyPr wrap="square">
            <a:noAutofit/>
          </a:bodyPr>
          <a:lstStyle/>
          <a:p>
            <a:endParaRPr lang="en-US"/>
          </a:p>
        </p:txBody>
      </p:sp>
    </p:spTree>
    <p:extLst>
      <p:ext uri="{BB962C8B-B14F-4D97-AF65-F5344CB8AC3E}">
        <p14:creationId xmlns:p14="http://schemas.microsoft.com/office/powerpoint/2010/main" val="2435586336"/>
      </p:ext>
    </p:extLst>
  </p:cSld>
  <p:clrMapOvr>
    <a:masterClrMapping/>
  </p:clrMapOvr>
  <p:transition spd="slow">
    <p:wip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2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1217475" y="1728537"/>
            <a:ext cx="3400926" cy="3400926"/>
          </a:xfrm>
          <a:custGeom>
            <a:avLst/>
            <a:gdLst>
              <a:gd name="connsiteX0" fmla="*/ 1700463 w 3400926"/>
              <a:gd name="connsiteY0" fmla="*/ 0 h 3400926"/>
              <a:gd name="connsiteX1" fmla="*/ 3400926 w 3400926"/>
              <a:gd name="connsiteY1" fmla="*/ 1700463 h 3400926"/>
              <a:gd name="connsiteX2" fmla="*/ 1700463 w 3400926"/>
              <a:gd name="connsiteY2" fmla="*/ 3400926 h 3400926"/>
              <a:gd name="connsiteX3" fmla="*/ 0 w 3400926"/>
              <a:gd name="connsiteY3" fmla="*/ 1700463 h 3400926"/>
              <a:gd name="connsiteX4" fmla="*/ 1700463 w 3400926"/>
              <a:gd name="connsiteY4" fmla="*/ 0 h 3400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0926" h="3400926">
                <a:moveTo>
                  <a:pt x="1700463" y="0"/>
                </a:moveTo>
                <a:cubicBezTo>
                  <a:pt x="2639603" y="0"/>
                  <a:pt x="3400926" y="761323"/>
                  <a:pt x="3400926" y="1700463"/>
                </a:cubicBezTo>
                <a:cubicBezTo>
                  <a:pt x="3400926" y="2639603"/>
                  <a:pt x="2639603" y="3400926"/>
                  <a:pt x="1700463" y="3400926"/>
                </a:cubicBezTo>
                <a:cubicBezTo>
                  <a:pt x="761323" y="3400926"/>
                  <a:pt x="0" y="2639603"/>
                  <a:pt x="0" y="1700463"/>
                </a:cubicBezTo>
                <a:cubicBezTo>
                  <a:pt x="0" y="761323"/>
                  <a:pt x="761323" y="0"/>
                  <a:pt x="1700463"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274209543"/>
      </p:ext>
    </p:extLst>
  </p:cSld>
  <p:clrMapOvr>
    <a:masterClrMapping/>
  </p:clrMapOvr>
  <p:transition spd="slow">
    <p:wip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5133975" y="695589"/>
            <a:ext cx="1924050" cy="1924050"/>
          </a:xfrm>
          <a:custGeom>
            <a:avLst/>
            <a:gdLst>
              <a:gd name="connsiteX0" fmla="*/ 962025 w 1924050"/>
              <a:gd name="connsiteY0" fmla="*/ 0 h 1924050"/>
              <a:gd name="connsiteX1" fmla="*/ 1924050 w 1924050"/>
              <a:gd name="connsiteY1" fmla="*/ 962025 h 1924050"/>
              <a:gd name="connsiteX2" fmla="*/ 962025 w 1924050"/>
              <a:gd name="connsiteY2" fmla="*/ 1924050 h 1924050"/>
              <a:gd name="connsiteX3" fmla="*/ 0 w 1924050"/>
              <a:gd name="connsiteY3" fmla="*/ 962025 h 1924050"/>
              <a:gd name="connsiteX4" fmla="*/ 962025 w 1924050"/>
              <a:gd name="connsiteY4" fmla="*/ 0 h 192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050" h="1924050">
                <a:moveTo>
                  <a:pt x="962025" y="0"/>
                </a:moveTo>
                <a:cubicBezTo>
                  <a:pt x="1493337" y="0"/>
                  <a:pt x="1924050" y="430713"/>
                  <a:pt x="1924050" y="962025"/>
                </a:cubicBezTo>
                <a:cubicBezTo>
                  <a:pt x="1924050" y="1493337"/>
                  <a:pt x="1493337" y="1924050"/>
                  <a:pt x="962025" y="1924050"/>
                </a:cubicBezTo>
                <a:cubicBezTo>
                  <a:pt x="430713" y="1924050"/>
                  <a:pt x="0" y="1493337"/>
                  <a:pt x="0" y="962025"/>
                </a:cubicBezTo>
                <a:cubicBezTo>
                  <a:pt x="0" y="430713"/>
                  <a:pt x="430713" y="0"/>
                  <a:pt x="962025" y="0"/>
                </a:cubicBezTo>
                <a:close/>
              </a:path>
            </a:pathLst>
          </a:custGeom>
        </p:spPr>
        <p:txBody>
          <a:bodyPr wrap="square">
            <a:noAutofit/>
          </a:bodyPr>
          <a:lstStyle/>
          <a:p>
            <a:endParaRPr lang="en-US"/>
          </a:p>
        </p:txBody>
      </p:sp>
      <p:sp>
        <p:nvSpPr>
          <p:cNvPr id="10" name="Picture Placeholder 9"/>
          <p:cNvSpPr>
            <a:spLocks noGrp="1"/>
          </p:cNvSpPr>
          <p:nvPr>
            <p:ph type="pic" sz="quarter" idx="11"/>
          </p:nvPr>
        </p:nvSpPr>
        <p:spPr>
          <a:xfrm>
            <a:off x="5133975" y="3179232"/>
            <a:ext cx="1924050" cy="1924050"/>
          </a:xfrm>
          <a:custGeom>
            <a:avLst/>
            <a:gdLst>
              <a:gd name="connsiteX0" fmla="*/ 962025 w 1924050"/>
              <a:gd name="connsiteY0" fmla="*/ 0 h 1924050"/>
              <a:gd name="connsiteX1" fmla="*/ 1924050 w 1924050"/>
              <a:gd name="connsiteY1" fmla="*/ 962025 h 1924050"/>
              <a:gd name="connsiteX2" fmla="*/ 962025 w 1924050"/>
              <a:gd name="connsiteY2" fmla="*/ 1924050 h 1924050"/>
              <a:gd name="connsiteX3" fmla="*/ 0 w 1924050"/>
              <a:gd name="connsiteY3" fmla="*/ 962025 h 1924050"/>
              <a:gd name="connsiteX4" fmla="*/ 962025 w 1924050"/>
              <a:gd name="connsiteY4" fmla="*/ 0 h 192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050" h="1924050">
                <a:moveTo>
                  <a:pt x="962025" y="0"/>
                </a:moveTo>
                <a:cubicBezTo>
                  <a:pt x="1493337" y="0"/>
                  <a:pt x="1924050" y="430713"/>
                  <a:pt x="1924050" y="962025"/>
                </a:cubicBezTo>
                <a:cubicBezTo>
                  <a:pt x="1924050" y="1493337"/>
                  <a:pt x="1493337" y="1924050"/>
                  <a:pt x="962025" y="1924050"/>
                </a:cubicBezTo>
                <a:cubicBezTo>
                  <a:pt x="430713" y="1924050"/>
                  <a:pt x="0" y="1493337"/>
                  <a:pt x="0" y="962025"/>
                </a:cubicBezTo>
                <a:cubicBezTo>
                  <a:pt x="0" y="430713"/>
                  <a:pt x="430713" y="0"/>
                  <a:pt x="96202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26193298"/>
      </p:ext>
    </p:extLst>
  </p:cSld>
  <p:clrMapOvr>
    <a:masterClrMapping/>
  </p:clrMapOvr>
  <p:transition spd="slow">
    <p:wip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5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6434" y="342900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p:spPr>
        <p:txBody>
          <a:bodyPr wrap="square">
            <a:noAutofit/>
          </a:bodyPr>
          <a:lstStyle/>
          <a:p>
            <a:endParaRPr lang="en-US"/>
          </a:p>
        </p:txBody>
      </p:sp>
    </p:spTree>
    <p:extLst>
      <p:ext uri="{BB962C8B-B14F-4D97-AF65-F5344CB8AC3E}">
        <p14:creationId xmlns:p14="http://schemas.microsoft.com/office/powerpoint/2010/main" val="671629650"/>
      </p:ext>
    </p:extLst>
  </p:cSld>
  <p:clrMapOvr>
    <a:masterClrMapping/>
  </p:clrMapOvr>
  <p:transition spd="slow">
    <p:wip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0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4946324" y="1732375"/>
            <a:ext cx="7245675" cy="3239675"/>
          </a:xfrm>
          <a:custGeom>
            <a:avLst/>
            <a:gdLst>
              <a:gd name="connsiteX0" fmla="*/ 0 w 7245675"/>
              <a:gd name="connsiteY0" fmla="*/ 0 h 3239675"/>
              <a:gd name="connsiteX1" fmla="*/ 7245675 w 7245675"/>
              <a:gd name="connsiteY1" fmla="*/ 0 h 3239675"/>
              <a:gd name="connsiteX2" fmla="*/ 7245675 w 7245675"/>
              <a:gd name="connsiteY2" fmla="*/ 3239675 h 3239675"/>
              <a:gd name="connsiteX3" fmla="*/ 0 w 7245675"/>
              <a:gd name="connsiteY3" fmla="*/ 3239675 h 3239675"/>
            </a:gdLst>
            <a:ahLst/>
            <a:cxnLst>
              <a:cxn ang="0">
                <a:pos x="connsiteX0" y="connsiteY0"/>
              </a:cxn>
              <a:cxn ang="0">
                <a:pos x="connsiteX1" y="connsiteY1"/>
              </a:cxn>
              <a:cxn ang="0">
                <a:pos x="connsiteX2" y="connsiteY2"/>
              </a:cxn>
              <a:cxn ang="0">
                <a:pos x="connsiteX3" y="connsiteY3"/>
              </a:cxn>
            </a:cxnLst>
            <a:rect l="l" t="t" r="r" b="b"/>
            <a:pathLst>
              <a:path w="7245675" h="3239675">
                <a:moveTo>
                  <a:pt x="0" y="0"/>
                </a:moveTo>
                <a:lnTo>
                  <a:pt x="7245675" y="0"/>
                </a:lnTo>
                <a:lnTo>
                  <a:pt x="7245675" y="3239675"/>
                </a:lnTo>
                <a:lnTo>
                  <a:pt x="0" y="3239675"/>
                </a:lnTo>
                <a:close/>
              </a:path>
            </a:pathLst>
          </a:custGeom>
        </p:spPr>
        <p:txBody>
          <a:bodyPr wrap="square">
            <a:noAutofit/>
          </a:bodyPr>
          <a:lstStyle/>
          <a:p>
            <a:endParaRPr lang="en-US"/>
          </a:p>
        </p:txBody>
      </p:sp>
    </p:spTree>
    <p:extLst>
      <p:ext uri="{BB962C8B-B14F-4D97-AF65-F5344CB8AC3E}">
        <p14:creationId xmlns:p14="http://schemas.microsoft.com/office/powerpoint/2010/main" val="777491261"/>
      </p:ext>
    </p:extLst>
  </p:cSld>
  <p:clrMapOvr>
    <a:masterClrMapping/>
  </p:clrMapOvr>
  <p:transition spd="slow">
    <p:wip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 y="3981219"/>
            <a:ext cx="12192000" cy="2876780"/>
          </a:xfrm>
          <a:custGeom>
            <a:avLst/>
            <a:gdLst>
              <a:gd name="connsiteX0" fmla="*/ 0 w 12192000"/>
              <a:gd name="connsiteY0" fmla="*/ 0 h 2876780"/>
              <a:gd name="connsiteX1" fmla="*/ 12192000 w 12192000"/>
              <a:gd name="connsiteY1" fmla="*/ 0 h 2876780"/>
              <a:gd name="connsiteX2" fmla="*/ 12192000 w 12192000"/>
              <a:gd name="connsiteY2" fmla="*/ 2876780 h 2876780"/>
              <a:gd name="connsiteX3" fmla="*/ 0 w 12192000"/>
              <a:gd name="connsiteY3" fmla="*/ 2876780 h 2876780"/>
            </a:gdLst>
            <a:ahLst/>
            <a:cxnLst>
              <a:cxn ang="0">
                <a:pos x="connsiteX0" y="connsiteY0"/>
              </a:cxn>
              <a:cxn ang="0">
                <a:pos x="connsiteX1" y="connsiteY1"/>
              </a:cxn>
              <a:cxn ang="0">
                <a:pos x="connsiteX2" y="connsiteY2"/>
              </a:cxn>
              <a:cxn ang="0">
                <a:pos x="connsiteX3" y="connsiteY3"/>
              </a:cxn>
            </a:cxnLst>
            <a:rect l="l" t="t" r="r" b="b"/>
            <a:pathLst>
              <a:path w="12192000" h="2876780">
                <a:moveTo>
                  <a:pt x="0" y="0"/>
                </a:moveTo>
                <a:lnTo>
                  <a:pt x="12192000" y="0"/>
                </a:lnTo>
                <a:lnTo>
                  <a:pt x="12192000" y="2876780"/>
                </a:lnTo>
                <a:lnTo>
                  <a:pt x="0" y="2876780"/>
                </a:lnTo>
                <a:close/>
              </a:path>
            </a:pathLst>
          </a:custGeom>
        </p:spPr>
        <p:txBody>
          <a:bodyPr wrap="square">
            <a:noAutofit/>
          </a:bodyPr>
          <a:lstStyle/>
          <a:p>
            <a:endParaRPr lang="en-US"/>
          </a:p>
        </p:txBody>
      </p:sp>
    </p:spTree>
    <p:extLst>
      <p:ext uri="{BB962C8B-B14F-4D97-AF65-F5344CB8AC3E}">
        <p14:creationId xmlns:p14="http://schemas.microsoft.com/office/powerpoint/2010/main" val="1425112538"/>
      </p:ext>
    </p:extLst>
  </p:cSld>
  <p:clrMapOvr>
    <a:masterClrMapping/>
  </p:clrMapOvr>
  <p:transition spd="slow">
    <p:wip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4_Title Slide">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0" y="0"/>
            <a:ext cx="12192000" cy="4721902"/>
          </a:xfrm>
        </p:spPr>
        <p:txBody>
          <a:bodyPr/>
          <a:lstStyle/>
          <a:p>
            <a:endParaRPr lang="en-US"/>
          </a:p>
        </p:txBody>
      </p:sp>
      <p:sp>
        <p:nvSpPr>
          <p:cNvPr id="3" name="Picture Placeholder 2"/>
          <p:cNvSpPr>
            <a:spLocks noGrp="1"/>
          </p:cNvSpPr>
          <p:nvPr>
            <p:ph type="pic" sz="quarter" idx="11"/>
          </p:nvPr>
        </p:nvSpPr>
        <p:spPr>
          <a:xfrm>
            <a:off x="3762375" y="762000"/>
            <a:ext cx="4667250" cy="6096000"/>
          </a:xfrm>
        </p:spPr>
        <p:txBody>
          <a:bodyPr/>
          <a:lstStyle/>
          <a:p>
            <a:endParaRPr lang="en-US"/>
          </a:p>
        </p:txBody>
      </p:sp>
    </p:spTree>
    <p:extLst>
      <p:ext uri="{BB962C8B-B14F-4D97-AF65-F5344CB8AC3E}">
        <p14:creationId xmlns:p14="http://schemas.microsoft.com/office/powerpoint/2010/main" val="8795391"/>
      </p:ext>
    </p:extLst>
  </p:cSld>
  <p:clrMapOvr>
    <a:masterClrMapping/>
  </p:clrMapOvr>
  <p:transition spd="slow">
    <p:wip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85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3399321" y="2417735"/>
            <a:ext cx="2526223" cy="3363132"/>
          </a:xfrm>
          <a:custGeom>
            <a:avLst/>
            <a:gdLst>
              <a:gd name="connsiteX0" fmla="*/ 0 w 2526223"/>
              <a:gd name="connsiteY0" fmla="*/ 0 h 3363132"/>
              <a:gd name="connsiteX1" fmla="*/ 2526223 w 2526223"/>
              <a:gd name="connsiteY1" fmla="*/ 0 h 3363132"/>
              <a:gd name="connsiteX2" fmla="*/ 2526223 w 2526223"/>
              <a:gd name="connsiteY2" fmla="*/ 3363132 h 3363132"/>
              <a:gd name="connsiteX3" fmla="*/ 0 w 2526223"/>
              <a:gd name="connsiteY3" fmla="*/ 3363132 h 3363132"/>
            </a:gdLst>
            <a:ahLst/>
            <a:cxnLst>
              <a:cxn ang="0">
                <a:pos x="connsiteX0" y="connsiteY0"/>
              </a:cxn>
              <a:cxn ang="0">
                <a:pos x="connsiteX1" y="connsiteY1"/>
              </a:cxn>
              <a:cxn ang="0">
                <a:pos x="connsiteX2" y="connsiteY2"/>
              </a:cxn>
              <a:cxn ang="0">
                <a:pos x="connsiteX3" y="connsiteY3"/>
              </a:cxn>
            </a:cxnLst>
            <a:rect l="l" t="t" r="r" b="b"/>
            <a:pathLst>
              <a:path w="2526223" h="3363132">
                <a:moveTo>
                  <a:pt x="0" y="0"/>
                </a:moveTo>
                <a:lnTo>
                  <a:pt x="2526223" y="0"/>
                </a:lnTo>
                <a:lnTo>
                  <a:pt x="2526223" y="3363132"/>
                </a:lnTo>
                <a:lnTo>
                  <a:pt x="0" y="3363132"/>
                </a:lnTo>
                <a:close/>
              </a:path>
            </a:pathLst>
          </a:custGeom>
        </p:spPr>
        <p:txBody>
          <a:bodyPr wrap="square">
            <a:noAutofit/>
          </a:bodyPr>
          <a:lstStyle/>
          <a:p>
            <a:endParaRPr lang="en-US"/>
          </a:p>
        </p:txBody>
      </p:sp>
      <p:sp>
        <p:nvSpPr>
          <p:cNvPr id="11" name="Picture Placeholder 10"/>
          <p:cNvSpPr>
            <a:spLocks noGrp="1"/>
          </p:cNvSpPr>
          <p:nvPr>
            <p:ph type="pic" sz="quarter" idx="11"/>
          </p:nvPr>
        </p:nvSpPr>
        <p:spPr>
          <a:xfrm>
            <a:off x="9129975" y="2417734"/>
            <a:ext cx="2526223" cy="3363132"/>
          </a:xfrm>
          <a:custGeom>
            <a:avLst/>
            <a:gdLst>
              <a:gd name="connsiteX0" fmla="*/ 0 w 2526223"/>
              <a:gd name="connsiteY0" fmla="*/ 0 h 3363132"/>
              <a:gd name="connsiteX1" fmla="*/ 2526223 w 2526223"/>
              <a:gd name="connsiteY1" fmla="*/ 0 h 3363132"/>
              <a:gd name="connsiteX2" fmla="*/ 2526223 w 2526223"/>
              <a:gd name="connsiteY2" fmla="*/ 3363132 h 3363132"/>
              <a:gd name="connsiteX3" fmla="*/ 0 w 2526223"/>
              <a:gd name="connsiteY3" fmla="*/ 3363132 h 3363132"/>
            </a:gdLst>
            <a:ahLst/>
            <a:cxnLst>
              <a:cxn ang="0">
                <a:pos x="connsiteX0" y="connsiteY0"/>
              </a:cxn>
              <a:cxn ang="0">
                <a:pos x="connsiteX1" y="connsiteY1"/>
              </a:cxn>
              <a:cxn ang="0">
                <a:pos x="connsiteX2" y="connsiteY2"/>
              </a:cxn>
              <a:cxn ang="0">
                <a:pos x="connsiteX3" y="connsiteY3"/>
              </a:cxn>
            </a:cxnLst>
            <a:rect l="l" t="t" r="r" b="b"/>
            <a:pathLst>
              <a:path w="2526223" h="3363132">
                <a:moveTo>
                  <a:pt x="0" y="0"/>
                </a:moveTo>
                <a:lnTo>
                  <a:pt x="2526223" y="0"/>
                </a:lnTo>
                <a:lnTo>
                  <a:pt x="2526223" y="3363132"/>
                </a:lnTo>
                <a:lnTo>
                  <a:pt x="0" y="3363132"/>
                </a:lnTo>
                <a:close/>
              </a:path>
            </a:pathLst>
          </a:custGeom>
        </p:spPr>
        <p:txBody>
          <a:bodyPr wrap="square">
            <a:noAutofit/>
          </a:bodyPr>
          <a:lstStyle/>
          <a:p>
            <a:endParaRPr lang="en-US"/>
          </a:p>
        </p:txBody>
      </p:sp>
    </p:spTree>
    <p:extLst>
      <p:ext uri="{BB962C8B-B14F-4D97-AF65-F5344CB8AC3E}">
        <p14:creationId xmlns:p14="http://schemas.microsoft.com/office/powerpoint/2010/main" val="931666882"/>
      </p:ext>
    </p:extLst>
  </p:cSld>
  <p:clrMapOvr>
    <a:masterClrMapping/>
  </p:clrMapOvr>
  <p:transition spd="slow">
    <p:wip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4379495" y="1475872"/>
            <a:ext cx="3433011" cy="3433011"/>
          </a:xfrm>
          <a:custGeom>
            <a:avLst/>
            <a:gdLst>
              <a:gd name="connsiteX0" fmla="*/ 1716506 w 3433011"/>
              <a:gd name="connsiteY0" fmla="*/ 0 h 3433011"/>
              <a:gd name="connsiteX1" fmla="*/ 3433011 w 3433011"/>
              <a:gd name="connsiteY1" fmla="*/ 1716506 h 3433011"/>
              <a:gd name="connsiteX2" fmla="*/ 1716506 w 3433011"/>
              <a:gd name="connsiteY2" fmla="*/ 3433011 h 3433011"/>
              <a:gd name="connsiteX3" fmla="*/ 0 w 3433011"/>
              <a:gd name="connsiteY3" fmla="*/ 1716506 h 3433011"/>
            </a:gdLst>
            <a:ahLst/>
            <a:cxnLst>
              <a:cxn ang="0">
                <a:pos x="connsiteX0" y="connsiteY0"/>
              </a:cxn>
              <a:cxn ang="0">
                <a:pos x="connsiteX1" y="connsiteY1"/>
              </a:cxn>
              <a:cxn ang="0">
                <a:pos x="connsiteX2" y="connsiteY2"/>
              </a:cxn>
              <a:cxn ang="0">
                <a:pos x="connsiteX3" y="connsiteY3"/>
              </a:cxn>
            </a:cxnLst>
            <a:rect l="l" t="t" r="r" b="b"/>
            <a:pathLst>
              <a:path w="3433011" h="3433011">
                <a:moveTo>
                  <a:pt x="1716506" y="0"/>
                </a:moveTo>
                <a:lnTo>
                  <a:pt x="3433011" y="1716506"/>
                </a:lnTo>
                <a:lnTo>
                  <a:pt x="1716506" y="3433011"/>
                </a:lnTo>
                <a:lnTo>
                  <a:pt x="0" y="1716506"/>
                </a:lnTo>
                <a:close/>
              </a:path>
            </a:pathLst>
          </a:custGeom>
        </p:spPr>
        <p:txBody>
          <a:bodyPr wrap="square">
            <a:noAutofit/>
          </a:bodyPr>
          <a:lstStyle/>
          <a:p>
            <a:endParaRPr lang="en-US"/>
          </a:p>
        </p:txBody>
      </p:sp>
    </p:spTree>
    <p:extLst>
      <p:ext uri="{BB962C8B-B14F-4D97-AF65-F5344CB8AC3E}">
        <p14:creationId xmlns:p14="http://schemas.microsoft.com/office/powerpoint/2010/main" val="3203329660"/>
      </p:ext>
    </p:extLst>
  </p:cSld>
  <p:clrMapOvr>
    <a:masterClrMapping/>
  </p:clrMapOvr>
  <p:transition spd="slow">
    <p:wip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9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639793" y="1892372"/>
            <a:ext cx="2839222" cy="3236286"/>
          </a:xfrm>
          <a:custGeom>
            <a:avLst/>
            <a:gdLst>
              <a:gd name="connsiteX0" fmla="*/ 1447363 w 2839222"/>
              <a:gd name="connsiteY0" fmla="*/ 0 h 3236286"/>
              <a:gd name="connsiteX1" fmla="*/ 2362105 w 2839222"/>
              <a:gd name="connsiteY1" fmla="*/ 223081 h 3236286"/>
              <a:gd name="connsiteX2" fmla="*/ 2736754 w 2839222"/>
              <a:gd name="connsiteY2" fmla="*/ 932887 h 3236286"/>
              <a:gd name="connsiteX3" fmla="*/ 1825214 w 2839222"/>
              <a:gd name="connsiteY3" fmla="*/ 986256 h 3236286"/>
              <a:gd name="connsiteX4" fmla="*/ 1672579 w 2839222"/>
              <a:gd name="connsiteY4" fmla="*/ 678851 h 3236286"/>
              <a:gd name="connsiteX5" fmla="*/ 1351299 w 2839222"/>
              <a:gd name="connsiteY5" fmla="*/ 582787 h 3236286"/>
              <a:gd name="connsiteX6" fmla="*/ 1097263 w 2839222"/>
              <a:gd name="connsiteY6" fmla="*/ 654301 h 3236286"/>
              <a:gd name="connsiteX7" fmla="*/ 1011873 w 2839222"/>
              <a:gd name="connsiteY7" fmla="*/ 828284 h 3236286"/>
              <a:gd name="connsiteX8" fmla="*/ 1082320 w 2839222"/>
              <a:gd name="connsiteY8" fmla="*/ 962774 h 3236286"/>
              <a:gd name="connsiteX9" fmla="*/ 1406803 w 2839222"/>
              <a:gd name="connsiteY9" fmla="*/ 1078050 h 3236286"/>
              <a:gd name="connsiteX10" fmla="*/ 2315140 w 2839222"/>
              <a:gd name="connsiteY10" fmla="*/ 1354501 h 3236286"/>
              <a:gd name="connsiteX11" fmla="*/ 2714339 w 2839222"/>
              <a:gd name="connsiteY11" fmla="*/ 1701398 h 3236286"/>
              <a:gd name="connsiteX12" fmla="*/ 2839222 w 2839222"/>
              <a:gd name="connsiteY12" fmla="*/ 2164640 h 3236286"/>
              <a:gd name="connsiteX13" fmla="*/ 2672711 w 2839222"/>
              <a:gd name="connsiteY13" fmla="*/ 2719676 h 3236286"/>
              <a:gd name="connsiteX14" fmla="*/ 2207335 w 2839222"/>
              <a:gd name="connsiteY14" fmla="*/ 3104999 h 3236286"/>
              <a:gd name="connsiteX15" fmla="*/ 1453767 w 2839222"/>
              <a:gd name="connsiteY15" fmla="*/ 3236286 h 3236286"/>
              <a:gd name="connsiteX16" fmla="*/ 347965 w 2839222"/>
              <a:gd name="connsiteY16" fmla="*/ 2928881 h 3236286"/>
              <a:gd name="connsiteX17" fmla="*/ 0 w 2839222"/>
              <a:gd name="connsiteY17" fmla="*/ 2147562 h 3236286"/>
              <a:gd name="connsiteX18" fmla="*/ 920079 w 2839222"/>
              <a:gd name="connsiteY18" fmla="*/ 2089923 h 3236286"/>
              <a:gd name="connsiteX19" fmla="*/ 1041760 w 2839222"/>
              <a:gd name="connsiteY19" fmla="*/ 2431484 h 3236286"/>
              <a:gd name="connsiteX20" fmla="*/ 1468711 w 2839222"/>
              <a:gd name="connsiteY20" fmla="*/ 2621477 h 3236286"/>
              <a:gd name="connsiteX21" fmla="*/ 1787856 w 2839222"/>
              <a:gd name="connsiteY21" fmla="*/ 2524346 h 3236286"/>
              <a:gd name="connsiteX22" fmla="*/ 1899931 w 2839222"/>
              <a:gd name="connsiteY22" fmla="*/ 2299129 h 3236286"/>
              <a:gd name="connsiteX23" fmla="*/ 1793193 w 2839222"/>
              <a:gd name="connsiteY23" fmla="*/ 2081384 h 3236286"/>
              <a:gd name="connsiteX24" fmla="*/ 1297930 w 2839222"/>
              <a:gd name="connsiteY24" fmla="*/ 1899930 h 3236286"/>
              <a:gd name="connsiteX25" fmla="*/ 390660 w 2839222"/>
              <a:gd name="connsiteY25" fmla="*/ 1519944 h 3236286"/>
              <a:gd name="connsiteX26" fmla="*/ 117411 w 2839222"/>
              <a:gd name="connsiteY26" fmla="*/ 915809 h 3236286"/>
              <a:gd name="connsiteX27" fmla="*/ 257238 w 2839222"/>
              <a:gd name="connsiteY27" fmla="*/ 460039 h 3236286"/>
              <a:gd name="connsiteX28" fmla="*/ 677784 w 2839222"/>
              <a:gd name="connsiteY28" fmla="*/ 122748 h 3236286"/>
              <a:gd name="connsiteX29" fmla="*/ 1447363 w 2839222"/>
              <a:gd name="connsiteY29" fmla="*/ 0 h 3236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839222" h="3236286">
                <a:moveTo>
                  <a:pt x="1447363" y="0"/>
                </a:moveTo>
                <a:cubicBezTo>
                  <a:pt x="1847273" y="0"/>
                  <a:pt x="2152187" y="74360"/>
                  <a:pt x="2362105" y="223081"/>
                </a:cubicBezTo>
                <a:cubicBezTo>
                  <a:pt x="2572022" y="371802"/>
                  <a:pt x="2696905" y="608404"/>
                  <a:pt x="2736754" y="932887"/>
                </a:cubicBezTo>
                <a:lnTo>
                  <a:pt x="1825214" y="986256"/>
                </a:lnTo>
                <a:cubicBezTo>
                  <a:pt x="1801020" y="845362"/>
                  <a:pt x="1750142" y="742894"/>
                  <a:pt x="1672579" y="678851"/>
                </a:cubicBezTo>
                <a:cubicBezTo>
                  <a:pt x="1595017" y="614808"/>
                  <a:pt x="1487923" y="582787"/>
                  <a:pt x="1351299" y="582787"/>
                </a:cubicBezTo>
                <a:cubicBezTo>
                  <a:pt x="1238869" y="582787"/>
                  <a:pt x="1154190" y="606625"/>
                  <a:pt x="1097263" y="654301"/>
                </a:cubicBezTo>
                <a:cubicBezTo>
                  <a:pt x="1040337" y="701978"/>
                  <a:pt x="1011873" y="759972"/>
                  <a:pt x="1011873" y="828284"/>
                </a:cubicBezTo>
                <a:cubicBezTo>
                  <a:pt x="1011873" y="878095"/>
                  <a:pt x="1035356" y="922925"/>
                  <a:pt x="1082320" y="962774"/>
                </a:cubicBezTo>
                <a:cubicBezTo>
                  <a:pt x="1127862" y="1004046"/>
                  <a:pt x="1236022" y="1042471"/>
                  <a:pt x="1406803" y="1078050"/>
                </a:cubicBezTo>
                <a:cubicBezTo>
                  <a:pt x="1829484" y="1169133"/>
                  <a:pt x="2132263" y="1261283"/>
                  <a:pt x="2315140" y="1354501"/>
                </a:cubicBezTo>
                <a:cubicBezTo>
                  <a:pt x="2498017" y="1447718"/>
                  <a:pt x="2631084" y="1563351"/>
                  <a:pt x="2714339" y="1701398"/>
                </a:cubicBezTo>
                <a:cubicBezTo>
                  <a:pt x="2797594" y="1839446"/>
                  <a:pt x="2839222" y="1993859"/>
                  <a:pt x="2839222" y="2164640"/>
                </a:cubicBezTo>
                <a:cubicBezTo>
                  <a:pt x="2839222" y="2365306"/>
                  <a:pt x="2783719" y="2550318"/>
                  <a:pt x="2672711" y="2719676"/>
                </a:cubicBezTo>
                <a:cubicBezTo>
                  <a:pt x="2561704" y="2889033"/>
                  <a:pt x="2406579" y="3017474"/>
                  <a:pt x="2207335" y="3104999"/>
                </a:cubicBezTo>
                <a:cubicBezTo>
                  <a:pt x="2008092" y="3192523"/>
                  <a:pt x="1756902" y="3236286"/>
                  <a:pt x="1453767" y="3236286"/>
                </a:cubicBezTo>
                <a:cubicBezTo>
                  <a:pt x="921502" y="3236286"/>
                  <a:pt x="552901" y="3133818"/>
                  <a:pt x="347965" y="2928881"/>
                </a:cubicBezTo>
                <a:cubicBezTo>
                  <a:pt x="143028" y="2723945"/>
                  <a:pt x="27040" y="2463505"/>
                  <a:pt x="0" y="2147562"/>
                </a:cubicBezTo>
                <a:lnTo>
                  <a:pt x="920079" y="2089923"/>
                </a:lnTo>
                <a:cubicBezTo>
                  <a:pt x="940003" y="2239356"/>
                  <a:pt x="980564" y="2353210"/>
                  <a:pt x="1041760" y="2431484"/>
                </a:cubicBezTo>
                <a:cubicBezTo>
                  <a:pt x="1141382" y="2558146"/>
                  <a:pt x="1283699" y="2621477"/>
                  <a:pt x="1468711" y="2621477"/>
                </a:cubicBezTo>
                <a:cubicBezTo>
                  <a:pt x="1606758" y="2621477"/>
                  <a:pt x="1713140" y="2589100"/>
                  <a:pt x="1787856" y="2524346"/>
                </a:cubicBezTo>
                <a:cubicBezTo>
                  <a:pt x="1862572" y="2459591"/>
                  <a:pt x="1899931" y="2384519"/>
                  <a:pt x="1899931" y="2299129"/>
                </a:cubicBezTo>
                <a:cubicBezTo>
                  <a:pt x="1899931" y="2218008"/>
                  <a:pt x="1864351" y="2145427"/>
                  <a:pt x="1793193" y="2081384"/>
                </a:cubicBezTo>
                <a:cubicBezTo>
                  <a:pt x="1722035" y="2017342"/>
                  <a:pt x="1556947" y="1956857"/>
                  <a:pt x="1297930" y="1899930"/>
                </a:cubicBezTo>
                <a:cubicBezTo>
                  <a:pt x="873826" y="1804578"/>
                  <a:pt x="571402" y="1677916"/>
                  <a:pt x="390660" y="1519944"/>
                </a:cubicBezTo>
                <a:cubicBezTo>
                  <a:pt x="208494" y="1361972"/>
                  <a:pt x="117411" y="1160594"/>
                  <a:pt x="117411" y="915809"/>
                </a:cubicBezTo>
                <a:cubicBezTo>
                  <a:pt x="117411" y="754990"/>
                  <a:pt x="164020" y="603067"/>
                  <a:pt x="257238" y="460039"/>
                </a:cubicBezTo>
                <a:cubicBezTo>
                  <a:pt x="350455" y="317010"/>
                  <a:pt x="490637" y="204580"/>
                  <a:pt x="677784" y="122748"/>
                </a:cubicBezTo>
                <a:cubicBezTo>
                  <a:pt x="864931" y="40916"/>
                  <a:pt x="1121457" y="0"/>
                  <a:pt x="1447363"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405575960"/>
      </p:ext>
    </p:extLst>
  </p:cSld>
  <p:clrMapOvr>
    <a:masterClrMapping/>
  </p:clrMapOvr>
  <p:transition spd="slow">
    <p:wip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60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4271782" y="2458452"/>
            <a:ext cx="3653419" cy="2611366"/>
          </a:xfrm>
          <a:custGeom>
            <a:avLst/>
            <a:gdLst>
              <a:gd name="connsiteX0" fmla="*/ 0 w 3653419"/>
              <a:gd name="connsiteY0" fmla="*/ 0 h 2611366"/>
              <a:gd name="connsiteX1" fmla="*/ 766426 w 3653419"/>
              <a:gd name="connsiteY1" fmla="*/ 0 h 2611366"/>
              <a:gd name="connsiteX2" fmla="*/ 1042359 w 3653419"/>
              <a:gd name="connsiteY2" fmla="*/ 1461907 h 2611366"/>
              <a:gd name="connsiteX3" fmla="*/ 1446210 w 3653419"/>
              <a:gd name="connsiteY3" fmla="*/ 0 h 2611366"/>
              <a:gd name="connsiteX4" fmla="*/ 2209881 w 3653419"/>
              <a:gd name="connsiteY4" fmla="*/ 0 h 2611366"/>
              <a:gd name="connsiteX5" fmla="*/ 2614734 w 3653419"/>
              <a:gd name="connsiteY5" fmla="*/ 1459959 h 2611366"/>
              <a:gd name="connsiteX6" fmla="*/ 2890972 w 3653419"/>
              <a:gd name="connsiteY6" fmla="*/ 0 h 2611366"/>
              <a:gd name="connsiteX7" fmla="*/ 3653419 w 3653419"/>
              <a:gd name="connsiteY7" fmla="*/ 0 h 2611366"/>
              <a:gd name="connsiteX8" fmla="*/ 3077785 w 3653419"/>
              <a:gd name="connsiteY8" fmla="*/ 2611366 h 2611366"/>
              <a:gd name="connsiteX9" fmla="*/ 2286504 w 3653419"/>
              <a:gd name="connsiteY9" fmla="*/ 2611366 h 2611366"/>
              <a:gd name="connsiteX10" fmla="*/ 1828491 w 3653419"/>
              <a:gd name="connsiteY10" fmla="*/ 967238 h 2611366"/>
              <a:gd name="connsiteX11" fmla="*/ 1372259 w 3653419"/>
              <a:gd name="connsiteY11" fmla="*/ 2611366 h 2611366"/>
              <a:gd name="connsiteX12" fmla="*/ 580977 w 3653419"/>
              <a:gd name="connsiteY12" fmla="*/ 2611366 h 261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3419" h="2611366">
                <a:moveTo>
                  <a:pt x="0" y="0"/>
                </a:moveTo>
                <a:lnTo>
                  <a:pt x="766426" y="0"/>
                </a:lnTo>
                <a:lnTo>
                  <a:pt x="1042359" y="1461907"/>
                </a:lnTo>
                <a:lnTo>
                  <a:pt x="1446210" y="0"/>
                </a:lnTo>
                <a:lnTo>
                  <a:pt x="2209881" y="0"/>
                </a:lnTo>
                <a:lnTo>
                  <a:pt x="2614734" y="1459959"/>
                </a:lnTo>
                <a:lnTo>
                  <a:pt x="2890972" y="0"/>
                </a:lnTo>
                <a:lnTo>
                  <a:pt x="3653419" y="0"/>
                </a:lnTo>
                <a:lnTo>
                  <a:pt x="3077785" y="2611366"/>
                </a:lnTo>
                <a:lnTo>
                  <a:pt x="2286504" y="2611366"/>
                </a:lnTo>
                <a:lnTo>
                  <a:pt x="1828491" y="967238"/>
                </a:lnTo>
                <a:lnTo>
                  <a:pt x="1372259" y="2611366"/>
                </a:lnTo>
                <a:lnTo>
                  <a:pt x="580977" y="2611366"/>
                </a:lnTo>
                <a:close/>
              </a:path>
            </a:pathLst>
          </a:custGeom>
        </p:spPr>
        <p:txBody>
          <a:bodyPr wrap="square">
            <a:noAutofit/>
          </a:bodyPr>
          <a:lstStyle/>
          <a:p>
            <a:endParaRPr lang="en-US"/>
          </a:p>
        </p:txBody>
      </p:sp>
    </p:spTree>
    <p:extLst>
      <p:ext uri="{BB962C8B-B14F-4D97-AF65-F5344CB8AC3E}">
        <p14:creationId xmlns:p14="http://schemas.microsoft.com/office/powerpoint/2010/main" val="4165185133"/>
      </p:ext>
    </p:extLst>
  </p:cSld>
  <p:clrMapOvr>
    <a:masterClrMapping/>
  </p:clrMapOvr>
  <p:transition spd="slow">
    <p:wip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61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7179153" y="2002017"/>
            <a:ext cx="3242691" cy="3236286"/>
          </a:xfrm>
          <a:custGeom>
            <a:avLst/>
            <a:gdLst>
              <a:gd name="connsiteX0" fmla="*/ 1613874 w 3242691"/>
              <a:gd name="connsiteY0" fmla="*/ 732220 h 3236286"/>
              <a:gd name="connsiteX1" fmla="*/ 1144229 w 3242691"/>
              <a:gd name="connsiteY1" fmla="*/ 939291 h 3236286"/>
              <a:gd name="connsiteX2" fmla="*/ 967044 w 3242691"/>
              <a:gd name="connsiteY2" fmla="*/ 1624547 h 3236286"/>
              <a:gd name="connsiteX3" fmla="*/ 1143161 w 3242691"/>
              <a:gd name="connsiteY3" fmla="*/ 2305533 h 3236286"/>
              <a:gd name="connsiteX4" fmla="*/ 1622413 w 3242691"/>
              <a:gd name="connsiteY4" fmla="*/ 2512604 h 3236286"/>
              <a:gd name="connsiteX5" fmla="*/ 2104867 w 3242691"/>
              <a:gd name="connsiteY5" fmla="*/ 2309803 h 3236286"/>
              <a:gd name="connsiteX6" fmla="*/ 2275648 w 3242691"/>
              <a:gd name="connsiteY6" fmla="*/ 1581852 h 3236286"/>
              <a:gd name="connsiteX7" fmla="*/ 2097396 w 3242691"/>
              <a:gd name="connsiteY7" fmla="*/ 936089 h 3236286"/>
              <a:gd name="connsiteX8" fmla="*/ 1613874 w 3242691"/>
              <a:gd name="connsiteY8" fmla="*/ 732220 h 3236286"/>
              <a:gd name="connsiteX9" fmla="*/ 1616009 w 3242691"/>
              <a:gd name="connsiteY9" fmla="*/ 0 h 3236286"/>
              <a:gd name="connsiteX10" fmla="*/ 2820010 w 3242691"/>
              <a:gd name="connsiteY10" fmla="*/ 419479 h 3236286"/>
              <a:gd name="connsiteX11" fmla="*/ 3242691 w 3242691"/>
              <a:gd name="connsiteY11" fmla="*/ 1594660 h 3236286"/>
              <a:gd name="connsiteX12" fmla="*/ 3058035 w 3242691"/>
              <a:gd name="connsiteY12" fmla="*/ 2494459 h 3236286"/>
              <a:gd name="connsiteX13" fmla="*/ 2524347 w 3242691"/>
              <a:gd name="connsiteY13" fmla="*/ 3040956 h 3236286"/>
              <a:gd name="connsiteX14" fmla="*/ 1654435 w 3242691"/>
              <a:gd name="connsiteY14" fmla="*/ 3236286 h 3236286"/>
              <a:gd name="connsiteX15" fmla="*/ 778118 w 3242691"/>
              <a:gd name="connsiteY15" fmla="*/ 3067640 h 3236286"/>
              <a:gd name="connsiteX16" fmla="*/ 215610 w 3242691"/>
              <a:gd name="connsiteY16" fmla="*/ 2533952 h 3236286"/>
              <a:gd name="connsiteX17" fmla="*/ 0 w 3242691"/>
              <a:gd name="connsiteY17" fmla="*/ 1620278 h 3236286"/>
              <a:gd name="connsiteX18" fmla="*/ 426952 w 3242691"/>
              <a:gd name="connsiteY18" fmla="*/ 426950 h 3236286"/>
              <a:gd name="connsiteX19" fmla="*/ 1616009 w 3242691"/>
              <a:gd name="connsiteY19" fmla="*/ 0 h 3236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42691" h="3236286">
                <a:moveTo>
                  <a:pt x="1613874" y="732220"/>
                </a:moveTo>
                <a:cubicBezTo>
                  <a:pt x="1418900" y="732220"/>
                  <a:pt x="1262351" y="801244"/>
                  <a:pt x="1144229" y="939291"/>
                </a:cubicBezTo>
                <a:cubicBezTo>
                  <a:pt x="1026106" y="1077338"/>
                  <a:pt x="967044" y="1305757"/>
                  <a:pt x="967044" y="1624547"/>
                </a:cubicBezTo>
                <a:cubicBezTo>
                  <a:pt x="967044" y="1940491"/>
                  <a:pt x="1025750" y="2167486"/>
                  <a:pt x="1143161" y="2305533"/>
                </a:cubicBezTo>
                <a:cubicBezTo>
                  <a:pt x="1260573" y="2443581"/>
                  <a:pt x="1420323" y="2512604"/>
                  <a:pt x="1622413" y="2512604"/>
                </a:cubicBezTo>
                <a:cubicBezTo>
                  <a:pt x="1830196" y="2512604"/>
                  <a:pt x="1991014" y="2445004"/>
                  <a:pt x="2104867" y="2309803"/>
                </a:cubicBezTo>
                <a:cubicBezTo>
                  <a:pt x="2218721" y="2174602"/>
                  <a:pt x="2275648" y="1931952"/>
                  <a:pt x="2275648" y="1581852"/>
                </a:cubicBezTo>
                <a:cubicBezTo>
                  <a:pt x="2275648" y="1287256"/>
                  <a:pt x="2216230" y="1072002"/>
                  <a:pt x="2097396" y="936089"/>
                </a:cubicBezTo>
                <a:cubicBezTo>
                  <a:pt x="1978561" y="800176"/>
                  <a:pt x="1817387" y="732220"/>
                  <a:pt x="1613874" y="732220"/>
                </a:cubicBezTo>
                <a:close/>
                <a:moveTo>
                  <a:pt x="1616009" y="0"/>
                </a:moveTo>
                <a:cubicBezTo>
                  <a:pt x="2136889" y="0"/>
                  <a:pt x="2538223" y="139826"/>
                  <a:pt x="2820010" y="419479"/>
                </a:cubicBezTo>
                <a:cubicBezTo>
                  <a:pt x="3101797" y="699131"/>
                  <a:pt x="3242691" y="1090858"/>
                  <a:pt x="3242691" y="1594660"/>
                </a:cubicBezTo>
                <a:cubicBezTo>
                  <a:pt x="3242691" y="1960415"/>
                  <a:pt x="3181139" y="2260348"/>
                  <a:pt x="3058035" y="2494459"/>
                </a:cubicBezTo>
                <a:cubicBezTo>
                  <a:pt x="2934931" y="2728570"/>
                  <a:pt x="2757035" y="2910736"/>
                  <a:pt x="2524347" y="3040956"/>
                </a:cubicBezTo>
                <a:cubicBezTo>
                  <a:pt x="2291659" y="3171176"/>
                  <a:pt x="2001687" y="3236286"/>
                  <a:pt x="1654435" y="3236286"/>
                </a:cubicBezTo>
                <a:cubicBezTo>
                  <a:pt x="1301489" y="3236286"/>
                  <a:pt x="1009383" y="3180071"/>
                  <a:pt x="778118" y="3067640"/>
                </a:cubicBezTo>
                <a:cubicBezTo>
                  <a:pt x="546854" y="2955210"/>
                  <a:pt x="359351" y="2777314"/>
                  <a:pt x="215610" y="2533952"/>
                </a:cubicBezTo>
                <a:cubicBezTo>
                  <a:pt x="71870" y="2290590"/>
                  <a:pt x="0" y="1986032"/>
                  <a:pt x="0" y="1620278"/>
                </a:cubicBezTo>
                <a:cubicBezTo>
                  <a:pt x="0" y="1109360"/>
                  <a:pt x="142317" y="711584"/>
                  <a:pt x="426952" y="426950"/>
                </a:cubicBezTo>
                <a:cubicBezTo>
                  <a:pt x="711585" y="142316"/>
                  <a:pt x="1107938" y="0"/>
                  <a:pt x="1616009"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266553136"/>
      </p:ext>
    </p:extLst>
  </p:cSld>
  <p:clrMapOvr>
    <a:masterClrMapping/>
  </p:clrMapOvr>
  <p:transition spd="slow">
    <p:wip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62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4626222" y="2061061"/>
            <a:ext cx="2939556" cy="3129549"/>
          </a:xfrm>
          <a:custGeom>
            <a:avLst/>
            <a:gdLst>
              <a:gd name="connsiteX0" fmla="*/ 0 w 2939556"/>
              <a:gd name="connsiteY0" fmla="*/ 0 h 3129549"/>
              <a:gd name="connsiteX1" fmla="*/ 2939556 w 2939556"/>
              <a:gd name="connsiteY1" fmla="*/ 0 h 3129549"/>
              <a:gd name="connsiteX2" fmla="*/ 2939556 w 2939556"/>
              <a:gd name="connsiteY2" fmla="*/ 772781 h 3129549"/>
              <a:gd name="connsiteX3" fmla="*/ 1953300 w 2939556"/>
              <a:gd name="connsiteY3" fmla="*/ 772781 h 3129549"/>
              <a:gd name="connsiteX4" fmla="*/ 1953300 w 2939556"/>
              <a:gd name="connsiteY4" fmla="*/ 3129549 h 3129549"/>
              <a:gd name="connsiteX5" fmla="*/ 986256 w 2939556"/>
              <a:gd name="connsiteY5" fmla="*/ 3129549 h 3129549"/>
              <a:gd name="connsiteX6" fmla="*/ 986256 w 2939556"/>
              <a:gd name="connsiteY6" fmla="*/ 772781 h 3129549"/>
              <a:gd name="connsiteX7" fmla="*/ 0 w 2939556"/>
              <a:gd name="connsiteY7" fmla="*/ 772781 h 3129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39556" h="3129549">
                <a:moveTo>
                  <a:pt x="0" y="0"/>
                </a:moveTo>
                <a:lnTo>
                  <a:pt x="2939556" y="0"/>
                </a:lnTo>
                <a:lnTo>
                  <a:pt x="2939556" y="772781"/>
                </a:lnTo>
                <a:lnTo>
                  <a:pt x="1953300" y="772781"/>
                </a:lnTo>
                <a:lnTo>
                  <a:pt x="1953300" y="3129549"/>
                </a:lnTo>
                <a:lnTo>
                  <a:pt x="986256" y="3129549"/>
                </a:lnTo>
                <a:lnTo>
                  <a:pt x="986256" y="772781"/>
                </a:lnTo>
                <a:lnTo>
                  <a:pt x="0" y="772781"/>
                </a:lnTo>
                <a:close/>
              </a:path>
            </a:pathLst>
          </a:custGeom>
        </p:spPr>
        <p:txBody>
          <a:bodyPr wrap="square">
            <a:noAutofit/>
          </a:bodyPr>
          <a:lstStyle/>
          <a:p>
            <a:endParaRPr lang="en-US"/>
          </a:p>
        </p:txBody>
      </p:sp>
    </p:spTree>
    <p:extLst>
      <p:ext uri="{BB962C8B-B14F-4D97-AF65-F5344CB8AC3E}">
        <p14:creationId xmlns:p14="http://schemas.microsoft.com/office/powerpoint/2010/main" val="2334280308"/>
      </p:ext>
    </p:extLst>
  </p:cSld>
  <p:clrMapOvr>
    <a:masterClrMapping/>
  </p:clrMapOvr>
  <p:transition spd="slow">
    <p:wip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3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2" y="2108618"/>
            <a:ext cx="4747152" cy="4749382"/>
          </a:xfrm>
          <a:custGeom>
            <a:avLst/>
            <a:gdLst>
              <a:gd name="connsiteX0" fmla="*/ 0 w 4747152"/>
              <a:gd name="connsiteY0" fmla="*/ 0 h 4749382"/>
              <a:gd name="connsiteX1" fmla="*/ 483265 w 4747152"/>
              <a:gd name="connsiteY1" fmla="*/ 24401 h 4749382"/>
              <a:gd name="connsiteX2" fmla="*/ 4722635 w 4747152"/>
              <a:gd name="connsiteY2" fmla="*/ 4263773 h 4749382"/>
              <a:gd name="connsiteX3" fmla="*/ 4747152 w 4747152"/>
              <a:gd name="connsiteY3" fmla="*/ 4749277 h 4749382"/>
              <a:gd name="connsiteX4" fmla="*/ 4747152 w 4747152"/>
              <a:gd name="connsiteY4" fmla="*/ 4749382 h 4749382"/>
              <a:gd name="connsiteX5" fmla="*/ 0 w 4747152"/>
              <a:gd name="connsiteY5" fmla="*/ 4749382 h 4749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7152" h="4749382">
                <a:moveTo>
                  <a:pt x="0" y="0"/>
                </a:moveTo>
                <a:lnTo>
                  <a:pt x="483265" y="24401"/>
                </a:lnTo>
                <a:cubicBezTo>
                  <a:pt x="2718565" y="251410"/>
                  <a:pt x="4495627" y="2028473"/>
                  <a:pt x="4722635" y="4263773"/>
                </a:cubicBezTo>
                <a:lnTo>
                  <a:pt x="4747152" y="4749277"/>
                </a:lnTo>
                <a:lnTo>
                  <a:pt x="4747152" y="4749382"/>
                </a:lnTo>
                <a:lnTo>
                  <a:pt x="0" y="4749382"/>
                </a:lnTo>
                <a:close/>
              </a:path>
            </a:pathLst>
          </a:custGeom>
        </p:spPr>
        <p:txBody>
          <a:bodyPr wrap="square">
            <a:noAutofit/>
          </a:bodyPr>
          <a:lstStyle/>
          <a:p>
            <a:endParaRPr lang="en-US"/>
          </a:p>
        </p:txBody>
      </p:sp>
    </p:spTree>
    <p:extLst>
      <p:ext uri="{BB962C8B-B14F-4D97-AF65-F5344CB8AC3E}">
        <p14:creationId xmlns:p14="http://schemas.microsoft.com/office/powerpoint/2010/main" val="2911518129"/>
      </p:ext>
    </p:extLst>
  </p:cSld>
  <p:clrMapOvr>
    <a:masterClrMapping/>
  </p:clrMapOvr>
  <p:transition spd="slow">
    <p:wip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4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1117" y="-1"/>
            <a:ext cx="4749382" cy="4747152"/>
          </a:xfrm>
          <a:custGeom>
            <a:avLst/>
            <a:gdLst>
              <a:gd name="connsiteX0" fmla="*/ 0 w 4749382"/>
              <a:gd name="connsiteY0" fmla="*/ 0 h 4747152"/>
              <a:gd name="connsiteX1" fmla="*/ 4749382 w 4749382"/>
              <a:gd name="connsiteY1" fmla="*/ 0 h 4747152"/>
              <a:gd name="connsiteX2" fmla="*/ 4724981 w 4749382"/>
              <a:gd name="connsiteY2" fmla="*/ 483265 h 4747152"/>
              <a:gd name="connsiteX3" fmla="*/ 485609 w 4749382"/>
              <a:gd name="connsiteY3" fmla="*/ 4722635 h 4747152"/>
              <a:gd name="connsiteX4" fmla="*/ 105 w 4749382"/>
              <a:gd name="connsiteY4" fmla="*/ 4747152 h 4747152"/>
              <a:gd name="connsiteX5" fmla="*/ 0 w 4749382"/>
              <a:gd name="connsiteY5" fmla="*/ 4747152 h 4747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382" h="4747152">
                <a:moveTo>
                  <a:pt x="0" y="0"/>
                </a:moveTo>
                <a:lnTo>
                  <a:pt x="4749382" y="0"/>
                </a:lnTo>
                <a:lnTo>
                  <a:pt x="4724981" y="483265"/>
                </a:lnTo>
                <a:cubicBezTo>
                  <a:pt x="4497973" y="2718565"/>
                  <a:pt x="2720910" y="4495627"/>
                  <a:pt x="485609" y="4722635"/>
                </a:cubicBezTo>
                <a:lnTo>
                  <a:pt x="105" y="4747152"/>
                </a:lnTo>
                <a:lnTo>
                  <a:pt x="0" y="4747152"/>
                </a:lnTo>
                <a:close/>
              </a:path>
            </a:pathLst>
          </a:custGeom>
        </p:spPr>
        <p:txBody>
          <a:bodyPr wrap="square">
            <a:noAutofit/>
          </a:bodyPr>
          <a:lstStyle/>
          <a:p>
            <a:endParaRPr lang="en-US"/>
          </a:p>
        </p:txBody>
      </p:sp>
    </p:spTree>
    <p:extLst>
      <p:ext uri="{BB962C8B-B14F-4D97-AF65-F5344CB8AC3E}">
        <p14:creationId xmlns:p14="http://schemas.microsoft.com/office/powerpoint/2010/main" val="2761896078"/>
      </p:ext>
    </p:extLst>
  </p:cSld>
  <p:clrMapOvr>
    <a:masterClrMapping/>
  </p:clrMapOvr>
  <p:transition spd="slow">
    <p:wip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5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7444847" y="2108617"/>
            <a:ext cx="4747152" cy="4749382"/>
          </a:xfrm>
          <a:custGeom>
            <a:avLst/>
            <a:gdLst>
              <a:gd name="connsiteX0" fmla="*/ 4747152 w 4747152"/>
              <a:gd name="connsiteY0" fmla="*/ 0 h 4749382"/>
              <a:gd name="connsiteX1" fmla="*/ 4747152 w 4747152"/>
              <a:gd name="connsiteY1" fmla="*/ 4749382 h 4749382"/>
              <a:gd name="connsiteX2" fmla="*/ 0 w 4747152"/>
              <a:gd name="connsiteY2" fmla="*/ 4749382 h 4749382"/>
              <a:gd name="connsiteX3" fmla="*/ 0 w 4747152"/>
              <a:gd name="connsiteY3" fmla="*/ 4749277 h 4749382"/>
              <a:gd name="connsiteX4" fmla="*/ 24517 w 4747152"/>
              <a:gd name="connsiteY4" fmla="*/ 4263773 h 4749382"/>
              <a:gd name="connsiteX5" fmla="*/ 4263888 w 4747152"/>
              <a:gd name="connsiteY5" fmla="*/ 24401 h 4749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7152" h="4749382">
                <a:moveTo>
                  <a:pt x="4747152" y="0"/>
                </a:moveTo>
                <a:lnTo>
                  <a:pt x="4747152" y="4749382"/>
                </a:lnTo>
                <a:lnTo>
                  <a:pt x="0" y="4749382"/>
                </a:lnTo>
                <a:lnTo>
                  <a:pt x="0" y="4749277"/>
                </a:lnTo>
                <a:lnTo>
                  <a:pt x="24517" y="4263773"/>
                </a:lnTo>
                <a:cubicBezTo>
                  <a:pt x="251525" y="2028472"/>
                  <a:pt x="2028588" y="251410"/>
                  <a:pt x="4263888" y="24401"/>
                </a:cubicBezTo>
                <a:close/>
              </a:path>
            </a:pathLst>
          </a:custGeom>
        </p:spPr>
        <p:txBody>
          <a:bodyPr wrap="square">
            <a:noAutofit/>
          </a:bodyPr>
          <a:lstStyle/>
          <a:p>
            <a:endParaRPr lang="en-US"/>
          </a:p>
        </p:txBody>
      </p:sp>
    </p:spTree>
    <p:extLst>
      <p:ext uri="{BB962C8B-B14F-4D97-AF65-F5344CB8AC3E}">
        <p14:creationId xmlns:p14="http://schemas.microsoft.com/office/powerpoint/2010/main" val="727628137"/>
      </p:ext>
    </p:extLst>
  </p:cSld>
  <p:clrMapOvr>
    <a:masterClrMapping/>
  </p:clrMapOvr>
  <p:transition spd="slow">
    <p:wip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66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7442617" y="0"/>
            <a:ext cx="4749382" cy="4747152"/>
          </a:xfrm>
          <a:custGeom>
            <a:avLst/>
            <a:gdLst>
              <a:gd name="connsiteX0" fmla="*/ 0 w 4749382"/>
              <a:gd name="connsiteY0" fmla="*/ 0 h 4747152"/>
              <a:gd name="connsiteX1" fmla="*/ 4749382 w 4749382"/>
              <a:gd name="connsiteY1" fmla="*/ 0 h 4747152"/>
              <a:gd name="connsiteX2" fmla="*/ 4749382 w 4749382"/>
              <a:gd name="connsiteY2" fmla="*/ 4747152 h 4747152"/>
              <a:gd name="connsiteX3" fmla="*/ 4749277 w 4749382"/>
              <a:gd name="connsiteY3" fmla="*/ 4747152 h 4747152"/>
              <a:gd name="connsiteX4" fmla="*/ 4263773 w 4749382"/>
              <a:gd name="connsiteY4" fmla="*/ 4722635 h 4747152"/>
              <a:gd name="connsiteX5" fmla="*/ 24401 w 4749382"/>
              <a:gd name="connsiteY5" fmla="*/ 483265 h 4747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382" h="4747152">
                <a:moveTo>
                  <a:pt x="0" y="0"/>
                </a:moveTo>
                <a:lnTo>
                  <a:pt x="4749382" y="0"/>
                </a:lnTo>
                <a:lnTo>
                  <a:pt x="4749382" y="4747152"/>
                </a:lnTo>
                <a:lnTo>
                  <a:pt x="4749277" y="4747152"/>
                </a:lnTo>
                <a:lnTo>
                  <a:pt x="4263773" y="4722635"/>
                </a:lnTo>
                <a:cubicBezTo>
                  <a:pt x="2028472" y="4495627"/>
                  <a:pt x="251409" y="2718565"/>
                  <a:pt x="24401" y="483265"/>
                </a:cubicBezTo>
                <a:close/>
              </a:path>
            </a:pathLst>
          </a:custGeom>
        </p:spPr>
        <p:txBody>
          <a:bodyPr wrap="square">
            <a:noAutofit/>
          </a:bodyPr>
          <a:lstStyle/>
          <a:p>
            <a:endParaRPr lang="en-US"/>
          </a:p>
        </p:txBody>
      </p:sp>
    </p:spTree>
    <p:extLst>
      <p:ext uri="{BB962C8B-B14F-4D97-AF65-F5344CB8AC3E}">
        <p14:creationId xmlns:p14="http://schemas.microsoft.com/office/powerpoint/2010/main" val="3834587053"/>
      </p:ext>
    </p:extLst>
  </p:cSld>
  <p:clrMapOvr>
    <a:masterClrMapping/>
  </p:clrMapOvr>
  <p:transition spd="slow">
    <p:wip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67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2" y="1685453"/>
            <a:ext cx="12192000" cy="4137831"/>
          </a:xfrm>
          <a:custGeom>
            <a:avLst/>
            <a:gdLst>
              <a:gd name="connsiteX0" fmla="*/ 0 w 12192000"/>
              <a:gd name="connsiteY0" fmla="*/ 0 h 4137831"/>
              <a:gd name="connsiteX1" fmla="*/ 12192000 w 12192000"/>
              <a:gd name="connsiteY1" fmla="*/ 0 h 4137831"/>
              <a:gd name="connsiteX2" fmla="*/ 12192000 w 12192000"/>
              <a:gd name="connsiteY2" fmla="*/ 4137831 h 4137831"/>
              <a:gd name="connsiteX3" fmla="*/ 0 w 12192000"/>
              <a:gd name="connsiteY3" fmla="*/ 4137831 h 4137831"/>
            </a:gdLst>
            <a:ahLst/>
            <a:cxnLst>
              <a:cxn ang="0">
                <a:pos x="connsiteX0" y="connsiteY0"/>
              </a:cxn>
              <a:cxn ang="0">
                <a:pos x="connsiteX1" y="connsiteY1"/>
              </a:cxn>
              <a:cxn ang="0">
                <a:pos x="connsiteX2" y="connsiteY2"/>
              </a:cxn>
              <a:cxn ang="0">
                <a:pos x="connsiteX3" y="connsiteY3"/>
              </a:cxn>
            </a:cxnLst>
            <a:rect l="l" t="t" r="r" b="b"/>
            <a:pathLst>
              <a:path w="12192000" h="4137831">
                <a:moveTo>
                  <a:pt x="0" y="0"/>
                </a:moveTo>
                <a:lnTo>
                  <a:pt x="12192000" y="0"/>
                </a:lnTo>
                <a:lnTo>
                  <a:pt x="12192000" y="4137831"/>
                </a:lnTo>
                <a:lnTo>
                  <a:pt x="0" y="4137831"/>
                </a:lnTo>
                <a:close/>
              </a:path>
            </a:pathLst>
          </a:custGeom>
        </p:spPr>
        <p:txBody>
          <a:bodyPr wrap="square">
            <a:noAutofit/>
          </a:bodyPr>
          <a:lstStyle>
            <a:lvl1pPr>
              <a:defRPr/>
            </a:lvl1pPr>
          </a:lstStyle>
          <a:p>
            <a:endParaRPr lang="en-US" dirty="0"/>
          </a:p>
        </p:txBody>
      </p:sp>
    </p:spTree>
    <p:extLst>
      <p:ext uri="{BB962C8B-B14F-4D97-AF65-F5344CB8AC3E}">
        <p14:creationId xmlns:p14="http://schemas.microsoft.com/office/powerpoint/2010/main" val="3272288352"/>
      </p:ext>
    </p:extLst>
  </p:cSld>
  <p:clrMapOvr>
    <a:masterClrMapping/>
  </p:clrMapOvr>
  <p:transition spd="slow">
    <p:wip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68_Titl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201501" y="2046533"/>
            <a:ext cx="998681" cy="988927"/>
          </a:xfrm>
          <a:custGeom>
            <a:avLst/>
            <a:gdLst>
              <a:gd name="connsiteX0" fmla="*/ 0 w 998681"/>
              <a:gd name="connsiteY0" fmla="*/ 0 h 988927"/>
              <a:gd name="connsiteX1" fmla="*/ 998681 w 998681"/>
              <a:gd name="connsiteY1" fmla="*/ 0 h 988927"/>
              <a:gd name="connsiteX2" fmla="*/ 998681 w 998681"/>
              <a:gd name="connsiteY2" fmla="*/ 988927 h 988927"/>
              <a:gd name="connsiteX3" fmla="*/ 0 w 998681"/>
              <a:gd name="connsiteY3" fmla="*/ 988927 h 988927"/>
            </a:gdLst>
            <a:ahLst/>
            <a:cxnLst>
              <a:cxn ang="0">
                <a:pos x="connsiteX0" y="connsiteY0"/>
              </a:cxn>
              <a:cxn ang="0">
                <a:pos x="connsiteX1" y="connsiteY1"/>
              </a:cxn>
              <a:cxn ang="0">
                <a:pos x="connsiteX2" y="connsiteY2"/>
              </a:cxn>
              <a:cxn ang="0">
                <a:pos x="connsiteX3" y="connsiteY3"/>
              </a:cxn>
            </a:cxnLst>
            <a:rect l="l" t="t" r="r" b="b"/>
            <a:pathLst>
              <a:path w="998681" h="988927">
                <a:moveTo>
                  <a:pt x="0" y="0"/>
                </a:moveTo>
                <a:lnTo>
                  <a:pt x="998681" y="0"/>
                </a:lnTo>
                <a:lnTo>
                  <a:pt x="998681" y="988927"/>
                </a:lnTo>
                <a:lnTo>
                  <a:pt x="0" y="988927"/>
                </a:lnTo>
                <a:close/>
              </a:path>
            </a:pathLst>
          </a:custGeom>
        </p:spPr>
        <p:txBody>
          <a:bodyPr wrap="square">
            <a:noAutofit/>
          </a:bodyPr>
          <a:lstStyle/>
          <a:p>
            <a:endParaRPr lang="en-US"/>
          </a:p>
        </p:txBody>
      </p:sp>
      <p:sp>
        <p:nvSpPr>
          <p:cNvPr id="12" name="Picture Placeholder 11"/>
          <p:cNvSpPr>
            <a:spLocks noGrp="1"/>
          </p:cNvSpPr>
          <p:nvPr>
            <p:ph type="pic" sz="quarter" idx="11"/>
          </p:nvPr>
        </p:nvSpPr>
        <p:spPr>
          <a:xfrm>
            <a:off x="1201500" y="3035461"/>
            <a:ext cx="998681" cy="964324"/>
          </a:xfrm>
          <a:custGeom>
            <a:avLst/>
            <a:gdLst>
              <a:gd name="connsiteX0" fmla="*/ 0 w 998681"/>
              <a:gd name="connsiteY0" fmla="*/ 0 h 964324"/>
              <a:gd name="connsiteX1" fmla="*/ 998681 w 998681"/>
              <a:gd name="connsiteY1" fmla="*/ 0 h 964324"/>
              <a:gd name="connsiteX2" fmla="*/ 998681 w 998681"/>
              <a:gd name="connsiteY2" fmla="*/ 964324 h 964324"/>
              <a:gd name="connsiteX3" fmla="*/ 0 w 998681"/>
              <a:gd name="connsiteY3" fmla="*/ 964324 h 964324"/>
            </a:gdLst>
            <a:ahLst/>
            <a:cxnLst>
              <a:cxn ang="0">
                <a:pos x="connsiteX0" y="connsiteY0"/>
              </a:cxn>
              <a:cxn ang="0">
                <a:pos x="connsiteX1" y="connsiteY1"/>
              </a:cxn>
              <a:cxn ang="0">
                <a:pos x="connsiteX2" y="connsiteY2"/>
              </a:cxn>
              <a:cxn ang="0">
                <a:pos x="connsiteX3" y="connsiteY3"/>
              </a:cxn>
            </a:cxnLst>
            <a:rect l="l" t="t" r="r" b="b"/>
            <a:pathLst>
              <a:path w="998681" h="964324">
                <a:moveTo>
                  <a:pt x="0" y="0"/>
                </a:moveTo>
                <a:lnTo>
                  <a:pt x="998681" y="0"/>
                </a:lnTo>
                <a:lnTo>
                  <a:pt x="998681" y="964324"/>
                </a:lnTo>
                <a:lnTo>
                  <a:pt x="0" y="964324"/>
                </a:lnTo>
                <a:close/>
              </a:path>
            </a:pathLst>
          </a:custGeom>
        </p:spPr>
        <p:txBody>
          <a:bodyPr wrap="square">
            <a:noAutofit/>
          </a:bodyPr>
          <a:lstStyle/>
          <a:p>
            <a:endParaRPr lang="en-US"/>
          </a:p>
        </p:txBody>
      </p:sp>
      <p:sp>
        <p:nvSpPr>
          <p:cNvPr id="15" name="Picture Placeholder 14"/>
          <p:cNvSpPr>
            <a:spLocks noGrp="1"/>
          </p:cNvSpPr>
          <p:nvPr>
            <p:ph type="pic" sz="quarter" idx="12"/>
          </p:nvPr>
        </p:nvSpPr>
        <p:spPr>
          <a:xfrm>
            <a:off x="1201501" y="3975181"/>
            <a:ext cx="998681" cy="988927"/>
          </a:xfrm>
          <a:custGeom>
            <a:avLst/>
            <a:gdLst>
              <a:gd name="connsiteX0" fmla="*/ 0 w 998681"/>
              <a:gd name="connsiteY0" fmla="*/ 0 h 988927"/>
              <a:gd name="connsiteX1" fmla="*/ 998681 w 998681"/>
              <a:gd name="connsiteY1" fmla="*/ 0 h 988927"/>
              <a:gd name="connsiteX2" fmla="*/ 998681 w 998681"/>
              <a:gd name="connsiteY2" fmla="*/ 988927 h 988927"/>
              <a:gd name="connsiteX3" fmla="*/ 0 w 998681"/>
              <a:gd name="connsiteY3" fmla="*/ 988927 h 988927"/>
            </a:gdLst>
            <a:ahLst/>
            <a:cxnLst>
              <a:cxn ang="0">
                <a:pos x="connsiteX0" y="connsiteY0"/>
              </a:cxn>
              <a:cxn ang="0">
                <a:pos x="connsiteX1" y="connsiteY1"/>
              </a:cxn>
              <a:cxn ang="0">
                <a:pos x="connsiteX2" y="connsiteY2"/>
              </a:cxn>
              <a:cxn ang="0">
                <a:pos x="connsiteX3" y="connsiteY3"/>
              </a:cxn>
            </a:cxnLst>
            <a:rect l="l" t="t" r="r" b="b"/>
            <a:pathLst>
              <a:path w="998681" h="988927">
                <a:moveTo>
                  <a:pt x="0" y="0"/>
                </a:moveTo>
                <a:lnTo>
                  <a:pt x="998681" y="0"/>
                </a:lnTo>
                <a:lnTo>
                  <a:pt x="998681" y="988927"/>
                </a:lnTo>
                <a:lnTo>
                  <a:pt x="0" y="988927"/>
                </a:lnTo>
                <a:close/>
              </a:path>
            </a:pathLst>
          </a:custGeom>
        </p:spPr>
        <p:txBody>
          <a:bodyPr wrap="square">
            <a:noAutofit/>
          </a:bodyPr>
          <a:lstStyle/>
          <a:p>
            <a:endParaRPr lang="en-US"/>
          </a:p>
        </p:txBody>
      </p:sp>
      <p:sp>
        <p:nvSpPr>
          <p:cNvPr id="19" name="Picture Placeholder 18"/>
          <p:cNvSpPr>
            <a:spLocks noGrp="1"/>
          </p:cNvSpPr>
          <p:nvPr>
            <p:ph type="pic" sz="quarter" idx="13"/>
          </p:nvPr>
        </p:nvSpPr>
        <p:spPr>
          <a:xfrm>
            <a:off x="1201500" y="4964109"/>
            <a:ext cx="998681" cy="964324"/>
          </a:xfrm>
          <a:custGeom>
            <a:avLst/>
            <a:gdLst>
              <a:gd name="connsiteX0" fmla="*/ 0 w 998681"/>
              <a:gd name="connsiteY0" fmla="*/ 0 h 964324"/>
              <a:gd name="connsiteX1" fmla="*/ 998681 w 998681"/>
              <a:gd name="connsiteY1" fmla="*/ 0 h 964324"/>
              <a:gd name="connsiteX2" fmla="*/ 998681 w 998681"/>
              <a:gd name="connsiteY2" fmla="*/ 964324 h 964324"/>
              <a:gd name="connsiteX3" fmla="*/ 0 w 998681"/>
              <a:gd name="connsiteY3" fmla="*/ 964324 h 964324"/>
            </a:gdLst>
            <a:ahLst/>
            <a:cxnLst>
              <a:cxn ang="0">
                <a:pos x="connsiteX0" y="connsiteY0"/>
              </a:cxn>
              <a:cxn ang="0">
                <a:pos x="connsiteX1" y="connsiteY1"/>
              </a:cxn>
              <a:cxn ang="0">
                <a:pos x="connsiteX2" y="connsiteY2"/>
              </a:cxn>
              <a:cxn ang="0">
                <a:pos x="connsiteX3" y="connsiteY3"/>
              </a:cxn>
            </a:cxnLst>
            <a:rect l="l" t="t" r="r" b="b"/>
            <a:pathLst>
              <a:path w="998681" h="964324">
                <a:moveTo>
                  <a:pt x="0" y="0"/>
                </a:moveTo>
                <a:lnTo>
                  <a:pt x="998681" y="0"/>
                </a:lnTo>
                <a:lnTo>
                  <a:pt x="998681" y="964324"/>
                </a:lnTo>
                <a:lnTo>
                  <a:pt x="0" y="964324"/>
                </a:lnTo>
                <a:close/>
              </a:path>
            </a:pathLst>
          </a:custGeom>
        </p:spPr>
        <p:txBody>
          <a:bodyPr wrap="square">
            <a:noAutofit/>
          </a:bodyPr>
          <a:lstStyle/>
          <a:p>
            <a:endParaRPr lang="en-US"/>
          </a:p>
        </p:txBody>
      </p:sp>
    </p:spTree>
    <p:extLst>
      <p:ext uri="{BB962C8B-B14F-4D97-AF65-F5344CB8AC3E}">
        <p14:creationId xmlns:p14="http://schemas.microsoft.com/office/powerpoint/2010/main" val="73875857"/>
      </p:ext>
    </p:extLst>
  </p:cSld>
  <p:clrMapOvr>
    <a:masterClrMapping/>
  </p:clrMapOvr>
  <p:transition spd="slow">
    <p:wip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923876" y="1617483"/>
            <a:ext cx="2294385" cy="1609754"/>
          </a:xfrm>
          <a:custGeom>
            <a:avLst/>
            <a:gdLst>
              <a:gd name="connsiteX0" fmla="*/ 0 w 2294385"/>
              <a:gd name="connsiteY0" fmla="*/ 0 h 1609754"/>
              <a:gd name="connsiteX1" fmla="*/ 2294385 w 2294385"/>
              <a:gd name="connsiteY1" fmla="*/ 0 h 1609754"/>
              <a:gd name="connsiteX2" fmla="*/ 2294385 w 2294385"/>
              <a:gd name="connsiteY2" fmla="*/ 1609754 h 1609754"/>
              <a:gd name="connsiteX3" fmla="*/ 0 w 2294385"/>
              <a:gd name="connsiteY3" fmla="*/ 1609754 h 1609754"/>
            </a:gdLst>
            <a:ahLst/>
            <a:cxnLst>
              <a:cxn ang="0">
                <a:pos x="connsiteX0" y="connsiteY0"/>
              </a:cxn>
              <a:cxn ang="0">
                <a:pos x="connsiteX1" y="connsiteY1"/>
              </a:cxn>
              <a:cxn ang="0">
                <a:pos x="connsiteX2" y="connsiteY2"/>
              </a:cxn>
              <a:cxn ang="0">
                <a:pos x="connsiteX3" y="connsiteY3"/>
              </a:cxn>
            </a:cxnLst>
            <a:rect l="l" t="t" r="r" b="b"/>
            <a:pathLst>
              <a:path w="2294385" h="1609754">
                <a:moveTo>
                  <a:pt x="0" y="0"/>
                </a:moveTo>
                <a:lnTo>
                  <a:pt x="2294385" y="0"/>
                </a:lnTo>
                <a:lnTo>
                  <a:pt x="2294385" y="1609754"/>
                </a:lnTo>
                <a:lnTo>
                  <a:pt x="0" y="1609754"/>
                </a:lnTo>
                <a:close/>
              </a:path>
            </a:pathLst>
          </a:custGeom>
        </p:spPr>
        <p:txBody>
          <a:bodyPr wrap="square">
            <a:noAutofit/>
          </a:bodyPr>
          <a:lstStyle/>
          <a:p>
            <a:endParaRPr lang="en-US"/>
          </a:p>
        </p:txBody>
      </p:sp>
      <p:sp>
        <p:nvSpPr>
          <p:cNvPr id="12" name="Picture Placeholder 11"/>
          <p:cNvSpPr>
            <a:spLocks noGrp="1"/>
          </p:cNvSpPr>
          <p:nvPr>
            <p:ph type="pic" sz="quarter" idx="11"/>
          </p:nvPr>
        </p:nvSpPr>
        <p:spPr>
          <a:xfrm>
            <a:off x="3607164" y="1617484"/>
            <a:ext cx="2294385" cy="1609754"/>
          </a:xfrm>
          <a:custGeom>
            <a:avLst/>
            <a:gdLst>
              <a:gd name="connsiteX0" fmla="*/ 0 w 2294385"/>
              <a:gd name="connsiteY0" fmla="*/ 0 h 1609754"/>
              <a:gd name="connsiteX1" fmla="*/ 2294385 w 2294385"/>
              <a:gd name="connsiteY1" fmla="*/ 0 h 1609754"/>
              <a:gd name="connsiteX2" fmla="*/ 2294385 w 2294385"/>
              <a:gd name="connsiteY2" fmla="*/ 1609754 h 1609754"/>
              <a:gd name="connsiteX3" fmla="*/ 0 w 2294385"/>
              <a:gd name="connsiteY3" fmla="*/ 1609754 h 1609754"/>
            </a:gdLst>
            <a:ahLst/>
            <a:cxnLst>
              <a:cxn ang="0">
                <a:pos x="connsiteX0" y="connsiteY0"/>
              </a:cxn>
              <a:cxn ang="0">
                <a:pos x="connsiteX1" y="connsiteY1"/>
              </a:cxn>
              <a:cxn ang="0">
                <a:pos x="connsiteX2" y="connsiteY2"/>
              </a:cxn>
              <a:cxn ang="0">
                <a:pos x="connsiteX3" y="connsiteY3"/>
              </a:cxn>
            </a:cxnLst>
            <a:rect l="l" t="t" r="r" b="b"/>
            <a:pathLst>
              <a:path w="2294385" h="1609754">
                <a:moveTo>
                  <a:pt x="0" y="0"/>
                </a:moveTo>
                <a:lnTo>
                  <a:pt x="2294385" y="0"/>
                </a:lnTo>
                <a:lnTo>
                  <a:pt x="2294385" y="1609754"/>
                </a:lnTo>
                <a:lnTo>
                  <a:pt x="0" y="1609754"/>
                </a:lnTo>
                <a:close/>
              </a:path>
            </a:pathLst>
          </a:custGeom>
        </p:spPr>
        <p:txBody>
          <a:bodyPr wrap="square">
            <a:noAutofit/>
          </a:bodyPr>
          <a:lstStyle/>
          <a:p>
            <a:endParaRPr lang="en-US"/>
          </a:p>
        </p:txBody>
      </p:sp>
      <p:sp>
        <p:nvSpPr>
          <p:cNvPr id="15" name="Picture Placeholder 14"/>
          <p:cNvSpPr>
            <a:spLocks noGrp="1"/>
          </p:cNvSpPr>
          <p:nvPr>
            <p:ph type="pic" sz="quarter" idx="12"/>
          </p:nvPr>
        </p:nvSpPr>
        <p:spPr>
          <a:xfrm>
            <a:off x="6290452" y="1617483"/>
            <a:ext cx="2294385" cy="1609754"/>
          </a:xfrm>
          <a:custGeom>
            <a:avLst/>
            <a:gdLst>
              <a:gd name="connsiteX0" fmla="*/ 0 w 2294385"/>
              <a:gd name="connsiteY0" fmla="*/ 0 h 1609754"/>
              <a:gd name="connsiteX1" fmla="*/ 2294385 w 2294385"/>
              <a:gd name="connsiteY1" fmla="*/ 0 h 1609754"/>
              <a:gd name="connsiteX2" fmla="*/ 2294385 w 2294385"/>
              <a:gd name="connsiteY2" fmla="*/ 1609754 h 1609754"/>
              <a:gd name="connsiteX3" fmla="*/ 0 w 2294385"/>
              <a:gd name="connsiteY3" fmla="*/ 1609754 h 1609754"/>
            </a:gdLst>
            <a:ahLst/>
            <a:cxnLst>
              <a:cxn ang="0">
                <a:pos x="connsiteX0" y="connsiteY0"/>
              </a:cxn>
              <a:cxn ang="0">
                <a:pos x="connsiteX1" y="connsiteY1"/>
              </a:cxn>
              <a:cxn ang="0">
                <a:pos x="connsiteX2" y="connsiteY2"/>
              </a:cxn>
              <a:cxn ang="0">
                <a:pos x="connsiteX3" y="connsiteY3"/>
              </a:cxn>
            </a:cxnLst>
            <a:rect l="l" t="t" r="r" b="b"/>
            <a:pathLst>
              <a:path w="2294385" h="1609754">
                <a:moveTo>
                  <a:pt x="0" y="0"/>
                </a:moveTo>
                <a:lnTo>
                  <a:pt x="2294385" y="0"/>
                </a:lnTo>
                <a:lnTo>
                  <a:pt x="2294385" y="1609754"/>
                </a:lnTo>
                <a:lnTo>
                  <a:pt x="0" y="1609754"/>
                </a:lnTo>
                <a:close/>
              </a:path>
            </a:pathLst>
          </a:custGeom>
        </p:spPr>
        <p:txBody>
          <a:bodyPr wrap="square">
            <a:noAutofit/>
          </a:bodyPr>
          <a:lstStyle/>
          <a:p>
            <a:endParaRPr lang="en-US"/>
          </a:p>
        </p:txBody>
      </p:sp>
      <p:sp>
        <p:nvSpPr>
          <p:cNvPr id="18" name="Picture Placeholder 17"/>
          <p:cNvSpPr>
            <a:spLocks noGrp="1"/>
          </p:cNvSpPr>
          <p:nvPr>
            <p:ph type="pic" sz="quarter" idx="13"/>
          </p:nvPr>
        </p:nvSpPr>
        <p:spPr>
          <a:xfrm>
            <a:off x="8973739" y="1617484"/>
            <a:ext cx="2294385" cy="1609754"/>
          </a:xfrm>
          <a:custGeom>
            <a:avLst/>
            <a:gdLst>
              <a:gd name="connsiteX0" fmla="*/ 0 w 2294385"/>
              <a:gd name="connsiteY0" fmla="*/ 0 h 1609754"/>
              <a:gd name="connsiteX1" fmla="*/ 2294385 w 2294385"/>
              <a:gd name="connsiteY1" fmla="*/ 0 h 1609754"/>
              <a:gd name="connsiteX2" fmla="*/ 2294385 w 2294385"/>
              <a:gd name="connsiteY2" fmla="*/ 1609754 h 1609754"/>
              <a:gd name="connsiteX3" fmla="*/ 0 w 2294385"/>
              <a:gd name="connsiteY3" fmla="*/ 1609754 h 1609754"/>
            </a:gdLst>
            <a:ahLst/>
            <a:cxnLst>
              <a:cxn ang="0">
                <a:pos x="connsiteX0" y="connsiteY0"/>
              </a:cxn>
              <a:cxn ang="0">
                <a:pos x="connsiteX1" y="connsiteY1"/>
              </a:cxn>
              <a:cxn ang="0">
                <a:pos x="connsiteX2" y="connsiteY2"/>
              </a:cxn>
              <a:cxn ang="0">
                <a:pos x="connsiteX3" y="connsiteY3"/>
              </a:cxn>
            </a:cxnLst>
            <a:rect l="l" t="t" r="r" b="b"/>
            <a:pathLst>
              <a:path w="2294385" h="1609754">
                <a:moveTo>
                  <a:pt x="0" y="0"/>
                </a:moveTo>
                <a:lnTo>
                  <a:pt x="2294385" y="0"/>
                </a:lnTo>
                <a:lnTo>
                  <a:pt x="2294385" y="1609754"/>
                </a:lnTo>
                <a:lnTo>
                  <a:pt x="0" y="1609754"/>
                </a:lnTo>
                <a:close/>
              </a:path>
            </a:pathLst>
          </a:custGeom>
        </p:spPr>
        <p:txBody>
          <a:bodyPr wrap="square">
            <a:noAutofit/>
          </a:bodyPr>
          <a:lstStyle/>
          <a:p>
            <a:endParaRPr lang="en-US"/>
          </a:p>
        </p:txBody>
      </p:sp>
    </p:spTree>
    <p:extLst>
      <p:ext uri="{BB962C8B-B14F-4D97-AF65-F5344CB8AC3E}">
        <p14:creationId xmlns:p14="http://schemas.microsoft.com/office/powerpoint/2010/main" val="906663561"/>
      </p:ext>
    </p:extLst>
  </p:cSld>
  <p:clrMapOvr>
    <a:masterClrMapping/>
  </p:clrMapOvr>
  <p:transition spd="slow">
    <p:wip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6" name="Picture Placeholder 6"/>
          <p:cNvSpPr>
            <a:spLocks noGrp="1"/>
          </p:cNvSpPr>
          <p:nvPr>
            <p:ph type="pic" sz="quarter" idx="10"/>
          </p:nvPr>
        </p:nvSpPr>
        <p:spPr>
          <a:xfrm>
            <a:off x="-1" y="-1"/>
            <a:ext cx="12192000" cy="3358663"/>
          </a:xfrm>
          <a:custGeom>
            <a:avLst/>
            <a:gdLst>
              <a:gd name="connsiteX0" fmla="*/ 0 w 12192000"/>
              <a:gd name="connsiteY0" fmla="*/ 0 h 4197927"/>
              <a:gd name="connsiteX1" fmla="*/ 12192000 w 12192000"/>
              <a:gd name="connsiteY1" fmla="*/ 0 h 4197927"/>
              <a:gd name="connsiteX2" fmla="*/ 12192000 w 12192000"/>
              <a:gd name="connsiteY2" fmla="*/ 4197927 h 4197927"/>
              <a:gd name="connsiteX3" fmla="*/ 0 w 12192000"/>
              <a:gd name="connsiteY3" fmla="*/ 4197927 h 4197927"/>
            </a:gdLst>
            <a:ahLst/>
            <a:cxnLst>
              <a:cxn ang="0">
                <a:pos x="connsiteX0" y="connsiteY0"/>
              </a:cxn>
              <a:cxn ang="0">
                <a:pos x="connsiteX1" y="connsiteY1"/>
              </a:cxn>
              <a:cxn ang="0">
                <a:pos x="connsiteX2" y="connsiteY2"/>
              </a:cxn>
              <a:cxn ang="0">
                <a:pos x="connsiteX3" y="connsiteY3"/>
              </a:cxn>
            </a:cxnLst>
            <a:rect l="l" t="t" r="r" b="b"/>
            <a:pathLst>
              <a:path w="12192000" h="4197927">
                <a:moveTo>
                  <a:pt x="0" y="0"/>
                </a:moveTo>
                <a:lnTo>
                  <a:pt x="12192000" y="0"/>
                </a:lnTo>
                <a:lnTo>
                  <a:pt x="12192000" y="4197927"/>
                </a:lnTo>
                <a:lnTo>
                  <a:pt x="0" y="4197927"/>
                </a:lnTo>
                <a:close/>
              </a:path>
            </a:pathLst>
          </a:custGeom>
        </p:spPr>
        <p:txBody>
          <a:bodyPr wrap="square">
            <a:noAutofit/>
          </a:bodyPr>
          <a:lstStyle/>
          <a:p>
            <a:endParaRPr lang="en-US"/>
          </a:p>
        </p:txBody>
      </p:sp>
    </p:spTree>
    <p:extLst>
      <p:ext uri="{BB962C8B-B14F-4D97-AF65-F5344CB8AC3E}">
        <p14:creationId xmlns:p14="http://schemas.microsoft.com/office/powerpoint/2010/main" val="2688810590"/>
      </p:ext>
    </p:extLst>
  </p:cSld>
  <p:clrMapOvr>
    <a:masterClrMapping/>
  </p:clrMapOvr>
  <p:transition spd="slow">
    <p:wip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573523" y="1509485"/>
            <a:ext cx="5696647" cy="1923291"/>
          </a:xfrm>
          <a:custGeom>
            <a:avLst/>
            <a:gdLst>
              <a:gd name="connsiteX0" fmla="*/ 0 w 5696647"/>
              <a:gd name="connsiteY0" fmla="*/ 0 h 1923291"/>
              <a:gd name="connsiteX1" fmla="*/ 5696647 w 5696647"/>
              <a:gd name="connsiteY1" fmla="*/ 0 h 1923291"/>
              <a:gd name="connsiteX2" fmla="*/ 5696647 w 5696647"/>
              <a:gd name="connsiteY2" fmla="*/ 1923291 h 1923291"/>
              <a:gd name="connsiteX3" fmla="*/ 0 w 5696647"/>
              <a:gd name="connsiteY3" fmla="*/ 1923291 h 1923291"/>
            </a:gdLst>
            <a:ahLst/>
            <a:cxnLst>
              <a:cxn ang="0">
                <a:pos x="connsiteX0" y="connsiteY0"/>
              </a:cxn>
              <a:cxn ang="0">
                <a:pos x="connsiteX1" y="connsiteY1"/>
              </a:cxn>
              <a:cxn ang="0">
                <a:pos x="connsiteX2" y="connsiteY2"/>
              </a:cxn>
              <a:cxn ang="0">
                <a:pos x="connsiteX3" y="connsiteY3"/>
              </a:cxn>
            </a:cxnLst>
            <a:rect l="l" t="t" r="r" b="b"/>
            <a:pathLst>
              <a:path w="5696647" h="1923291">
                <a:moveTo>
                  <a:pt x="0" y="0"/>
                </a:moveTo>
                <a:lnTo>
                  <a:pt x="5696647" y="0"/>
                </a:lnTo>
                <a:lnTo>
                  <a:pt x="5696647" y="1923291"/>
                </a:lnTo>
                <a:lnTo>
                  <a:pt x="0" y="1923291"/>
                </a:lnTo>
                <a:close/>
              </a:path>
            </a:pathLst>
          </a:custGeom>
        </p:spPr>
        <p:txBody>
          <a:bodyPr wrap="square">
            <a:noAutofit/>
          </a:bodyPr>
          <a:lstStyle/>
          <a:p>
            <a:endParaRPr lang="en-US"/>
          </a:p>
        </p:txBody>
      </p:sp>
    </p:spTree>
    <p:extLst>
      <p:ext uri="{BB962C8B-B14F-4D97-AF65-F5344CB8AC3E}">
        <p14:creationId xmlns:p14="http://schemas.microsoft.com/office/powerpoint/2010/main" val="3056154277"/>
      </p:ext>
    </p:extLst>
  </p:cSld>
  <p:clrMapOvr>
    <a:masterClrMapping/>
  </p:clrMapOvr>
  <p:transition spd="slow">
    <p:wip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Slide with Image">
    <p:spTree>
      <p:nvGrpSpPr>
        <p:cNvPr id="1" name=""/>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AB166B35-06E3-4F7A-AF60-926DC59672EC}" type="datetime1">
              <a:rPr lang="en-US" smtClean="0"/>
              <a:pPr/>
              <a:t>5/28/2020</a:t>
            </a:fld>
            <a:endParaRPr lang="en-US" dirty="0"/>
          </a:p>
        </p:txBody>
      </p:sp>
      <p:sp>
        <p:nvSpPr>
          <p:cNvPr id="5" name="Footer Placeholder 4">
            <a:extLst>
              <a:ext uri="{FF2B5EF4-FFF2-40B4-BE49-F238E27FC236}">
                <a16:creationId xmlns=""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4">
            <a:extLst>
              <a:ext uri="{FF2B5EF4-FFF2-40B4-BE49-F238E27FC236}">
                <a16:creationId xmlns=""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Tree>
    <p:extLst>
      <p:ext uri="{BB962C8B-B14F-4D97-AF65-F5344CB8AC3E}">
        <p14:creationId xmlns:p14="http://schemas.microsoft.com/office/powerpoint/2010/main" val="28917846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7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2039352" y="304286"/>
            <a:ext cx="8113295" cy="6249427"/>
          </a:xfrm>
          <a:custGeom>
            <a:avLst/>
            <a:gdLst>
              <a:gd name="connsiteX0" fmla="*/ 2000942 w 8113295"/>
              <a:gd name="connsiteY0" fmla="*/ 0 h 6249427"/>
              <a:gd name="connsiteX1" fmla="*/ 6112353 w 8113295"/>
              <a:gd name="connsiteY1" fmla="*/ 0 h 6249427"/>
              <a:gd name="connsiteX2" fmla="*/ 8113295 w 8113295"/>
              <a:gd name="connsiteY2" fmla="*/ 3124714 h 6249427"/>
              <a:gd name="connsiteX3" fmla="*/ 6112353 w 8113295"/>
              <a:gd name="connsiteY3" fmla="*/ 6249427 h 6249427"/>
              <a:gd name="connsiteX4" fmla="*/ 2000942 w 8113295"/>
              <a:gd name="connsiteY4" fmla="*/ 6249427 h 6249427"/>
              <a:gd name="connsiteX5" fmla="*/ 0 w 8113295"/>
              <a:gd name="connsiteY5" fmla="*/ 3124714 h 6249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3295" h="6249427">
                <a:moveTo>
                  <a:pt x="2000942" y="0"/>
                </a:moveTo>
                <a:lnTo>
                  <a:pt x="6112353" y="0"/>
                </a:lnTo>
                <a:lnTo>
                  <a:pt x="8113295" y="3124714"/>
                </a:lnTo>
                <a:lnTo>
                  <a:pt x="6112353" y="6249427"/>
                </a:lnTo>
                <a:lnTo>
                  <a:pt x="2000942" y="6249427"/>
                </a:lnTo>
                <a:lnTo>
                  <a:pt x="0" y="3124714"/>
                </a:lnTo>
                <a:close/>
              </a:path>
            </a:pathLst>
          </a:custGeom>
        </p:spPr>
        <p:txBody>
          <a:bodyPr wrap="square">
            <a:noAutofit/>
          </a:bodyPr>
          <a:lstStyle/>
          <a:p>
            <a:endParaRPr lang="en-US"/>
          </a:p>
        </p:txBody>
      </p:sp>
    </p:spTree>
    <p:extLst>
      <p:ext uri="{BB962C8B-B14F-4D97-AF65-F5344CB8AC3E}">
        <p14:creationId xmlns:p14="http://schemas.microsoft.com/office/powerpoint/2010/main" val="3896094454"/>
      </p:ext>
    </p:extLst>
  </p:cSld>
  <p:clrMapOvr>
    <a:masterClrMapping/>
  </p:clrMapOvr>
  <p:transition spd="slow">
    <p:wip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697907338"/>
      </p:ext>
    </p:extLst>
  </p:cSld>
  <p:clrMapOvr>
    <a:masterClrMapping/>
  </p:clrMapOvr>
  <p:transition spd="slow">
    <p:wip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B8A9F7A-7317-49C8-9759-471C634CC08A}" type="datetime1">
              <a:rPr kumimoji="0" lang="en-US" altLang="id-ID"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5/28/2020</a:t>
            </a:fld>
            <a:endParaRPr kumimoji="0" lang="id-ID" altLang="id-ID"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altLang="id-ID"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5"/>
          <p:cNvSpPr>
            <a:spLocks noGrp="1"/>
          </p:cNvSpPr>
          <p:nvPr>
            <p:ph type="sldNum" sz="quarter" idx="12"/>
          </p:nvPr>
        </p:nvSpPr>
        <p:spPr>
          <a:xfrm>
            <a:off x="9332913" y="6356350"/>
            <a:ext cx="2743200" cy="365125"/>
          </a:xfrm>
        </p:spPr>
        <p:txBody>
          <a:bodyPr/>
          <a:lstStyle>
            <a:lvl1pPr>
              <a:defRPr sz="1600" b="1">
                <a:solidFill>
                  <a:srgbClr val="C55A11"/>
                </a:solidFill>
                <a:latin typeface="Bookman Old Style" panose="020506040505050202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E22E38F-BA74-4722-A3F3-6B165398FF69}" type="slidenum">
              <a:rPr kumimoji="0" lang="id-ID" altLang="id-ID" sz="1600" b="1" i="0" u="none" strike="noStrike" kern="1200" cap="none" spc="0" normalizeH="0" baseline="0" noProof="0">
                <a:ln>
                  <a:noFill/>
                </a:ln>
                <a:solidFill>
                  <a:srgbClr val="C55A11"/>
                </a:solidFill>
                <a:effectLst/>
                <a:uLnTx/>
                <a:uFillTx/>
                <a:latin typeface="Bookman Old Style" panose="020506040505050202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id-ID" altLang="id-ID" sz="1600" b="1" i="0" u="none" strike="noStrike" kern="1200" cap="none" spc="0" normalizeH="0" baseline="0" noProof="0">
              <a:ln>
                <a:noFill/>
              </a:ln>
              <a:solidFill>
                <a:srgbClr val="C55A11"/>
              </a:solidFill>
              <a:effectLst/>
              <a:uLnTx/>
              <a:uFillTx/>
              <a:latin typeface="Bookman Old Style" panose="02050604050505020204" pitchFamily="18" charset="0"/>
              <a:ea typeface="+mn-ea"/>
              <a:cs typeface="+mn-cs"/>
            </a:endParaRPr>
          </a:p>
        </p:txBody>
      </p:sp>
    </p:spTree>
    <p:extLst>
      <p:ext uri="{BB962C8B-B14F-4D97-AF65-F5344CB8AC3E}">
        <p14:creationId xmlns:p14="http://schemas.microsoft.com/office/powerpoint/2010/main" val="1151507041"/>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6" name="Slide Title"/>
          <p:cNvSpPr txBox="1">
            <a:spLocks noGrp="1"/>
          </p:cNvSpPr>
          <p:nvPr>
            <p:ph type="title"/>
          </p:nvPr>
        </p:nvSpPr>
        <p:spPr>
          <a:prstGeom prst="rect">
            <a:avLst/>
          </a:prstGeom>
        </p:spPr>
        <p:txBody>
          <a:bodyPr/>
          <a:lstStyle/>
          <a:p>
            <a:r>
              <a:rPr lang="en-US" smtClean="0"/>
              <a:t>Click to edit Master title style</a:t>
            </a:r>
            <a:endParaRPr/>
          </a:p>
        </p:txBody>
      </p:sp>
      <p:sp>
        <p:nvSpPr>
          <p:cNvPr id="47" name="Slide Subtitle"/>
          <p:cNvSpPr txBox="1">
            <a:spLocks noGrp="1"/>
          </p:cNvSpPr>
          <p:nvPr>
            <p:ph type="body" sz="quarter" idx="13"/>
          </p:nvPr>
        </p:nvSpPr>
        <p:spPr>
          <a:xfrm>
            <a:off x="603250" y="1186481"/>
            <a:ext cx="10985500" cy="467390"/>
          </a:xfrm>
          <a:prstGeom prst="rect">
            <a:avLst/>
          </a:prstGeom>
        </p:spPr>
        <p:txBody>
          <a:bodyPr lIns="22860" tIns="22860" rIns="22860" bIns="22860"/>
          <a:lstStyle>
            <a:lvl1pPr marL="0" indent="0" defTabSz="412750">
              <a:lnSpc>
                <a:spcPct val="100000"/>
              </a:lnSpc>
              <a:spcBef>
                <a:spcPts val="0"/>
              </a:spcBef>
              <a:buSzTx/>
              <a:buNone/>
              <a:defRPr sz="2800" b="1"/>
            </a:lvl1pPr>
          </a:lstStyle>
          <a:p>
            <a:pPr lvl="0"/>
            <a:r>
              <a:rPr lang="en-US" smtClean="0"/>
              <a:t>Click to edit Master text styles</a:t>
            </a:r>
          </a:p>
        </p:txBody>
      </p:sp>
      <p:sp>
        <p:nvSpPr>
          <p:cNvPr id="48" name="Body Level One…"/>
          <p:cNvSpPr txBox="1">
            <a:spLocks noGrp="1"/>
          </p:cNvSpPr>
          <p:nvPr>
            <p:ph type="body" idx="1"/>
          </p:nvPr>
        </p:nvSpPr>
        <p:spPr>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Slide Number"/>
          <p:cNvSpPr txBox="1">
            <a:spLocks noGrp="1"/>
          </p:cNvSpPr>
          <p:nvPr>
            <p:ph type="sldNum" sz="quarter" idx="14"/>
          </p:nvPr>
        </p:nvSpPr>
        <p:spPr/>
        <p:txBody>
          <a:bodyPr/>
          <a:lstStyle>
            <a:lvl1pPr>
              <a:defRPr/>
            </a:lvl1pPr>
          </a:lstStyle>
          <a:p>
            <a:pPr>
              <a:defRPr/>
            </a:pPr>
            <a:fld id="{2A768760-0D85-448A-AE91-1C2BA2A951C5}" type="slidenum">
              <a:rPr lang="id-ID" altLang="id-ID"/>
              <a:pPr>
                <a:defRPr/>
              </a:pPr>
              <a:t>‹#›</a:t>
            </a:fld>
            <a:endParaRPr lang="id-ID" altLang="id-ID"/>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81">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08BCA35-F7EC-496D-97F6-A6F7289C153B}" type="datetime1">
              <a:rPr lang="en-US" smtClean="0"/>
              <a:pPr/>
              <a:t>5/28/2020</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1A70D8A-E604-428A-904A-3CA59F0BAB36}" type="slidenum">
              <a:rPr lang="en-US" smtClean="0"/>
              <a:pPr/>
              <a:t>‹#›</a:t>
            </a:fld>
            <a:endParaRPr lang="en-US"/>
          </a:p>
        </p:txBody>
      </p:sp>
    </p:spTree>
    <p:extLst>
      <p:ext uri="{BB962C8B-B14F-4D97-AF65-F5344CB8AC3E}">
        <p14:creationId xmlns:p14="http://schemas.microsoft.com/office/powerpoint/2010/main" val="1678796190"/>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 id="2147483965" r:id="rId12"/>
    <p:sldLayoutId id="2147483966" r:id="rId13"/>
    <p:sldLayoutId id="2147483967" r:id="rId14"/>
    <p:sldLayoutId id="2147483968" r:id="rId15"/>
    <p:sldLayoutId id="2147483969" r:id="rId16"/>
    <p:sldLayoutId id="2147483970" r:id="rId17"/>
    <p:sldLayoutId id="2147483973" r:id="rId18"/>
    <p:sldLayoutId id="2147483972" r:id="rId19"/>
    <p:sldLayoutId id="2147483713" r:id="rId20"/>
    <p:sldLayoutId id="2147483785" r:id="rId21"/>
    <p:sldLayoutId id="2147483709" r:id="rId22"/>
    <p:sldLayoutId id="2147483651" r:id="rId23"/>
    <p:sldLayoutId id="2147483698" r:id="rId24"/>
    <p:sldLayoutId id="2147483715" r:id="rId25"/>
    <p:sldLayoutId id="2147483699" r:id="rId26"/>
    <p:sldLayoutId id="2147483759" r:id="rId27"/>
    <p:sldLayoutId id="2147483717" r:id="rId28"/>
    <p:sldLayoutId id="2147483740" r:id="rId29"/>
    <p:sldLayoutId id="2147483739" r:id="rId30"/>
    <p:sldLayoutId id="2147483738" r:id="rId31"/>
    <p:sldLayoutId id="2147483737" r:id="rId32"/>
    <p:sldLayoutId id="2147483736" r:id="rId33"/>
    <p:sldLayoutId id="2147483734" r:id="rId34"/>
    <p:sldLayoutId id="2147483732" r:id="rId35"/>
    <p:sldLayoutId id="2147483733" r:id="rId36"/>
    <p:sldLayoutId id="2147483735" r:id="rId37"/>
    <p:sldLayoutId id="2147483731" r:id="rId38"/>
    <p:sldLayoutId id="2147483652" r:id="rId39"/>
    <p:sldLayoutId id="2147483653" r:id="rId40"/>
    <p:sldLayoutId id="2147483687" r:id="rId41"/>
    <p:sldLayoutId id="2147483656" r:id="rId42"/>
    <p:sldLayoutId id="2147483657" r:id="rId43"/>
    <p:sldLayoutId id="2147483658" r:id="rId44"/>
    <p:sldLayoutId id="2147483660" r:id="rId45"/>
    <p:sldLayoutId id="2147483775" r:id="rId46"/>
    <p:sldLayoutId id="2147483786" r:id="rId47"/>
    <p:sldLayoutId id="2147483784" r:id="rId48"/>
    <p:sldLayoutId id="2147483781" r:id="rId49"/>
    <p:sldLayoutId id="2147483684" r:id="rId50"/>
    <p:sldLayoutId id="2147483728" r:id="rId51"/>
    <p:sldLayoutId id="2147483727" r:id="rId52"/>
    <p:sldLayoutId id="2147483729" r:id="rId53"/>
    <p:sldLayoutId id="2147483683" r:id="rId54"/>
    <p:sldLayoutId id="2147483689" r:id="rId55"/>
    <p:sldLayoutId id="2147483714" r:id="rId56"/>
    <p:sldLayoutId id="2147483708" r:id="rId57"/>
    <p:sldLayoutId id="2147483730" r:id="rId58"/>
    <p:sldLayoutId id="2147483762" r:id="rId59"/>
    <p:sldLayoutId id="2147483780" r:id="rId60"/>
    <p:sldLayoutId id="2147483741" r:id="rId61"/>
    <p:sldLayoutId id="2147483742" r:id="rId62"/>
    <p:sldLayoutId id="2147483743" r:id="rId63"/>
    <p:sldLayoutId id="2147483744" r:id="rId64"/>
    <p:sldLayoutId id="2147483745" r:id="rId65"/>
    <p:sldLayoutId id="2147483746" r:id="rId66"/>
    <p:sldLayoutId id="2147483747" r:id="rId67"/>
    <p:sldLayoutId id="2147483748" r:id="rId68"/>
    <p:sldLayoutId id="2147483749" r:id="rId69"/>
    <p:sldLayoutId id="2147483750" r:id="rId70"/>
    <p:sldLayoutId id="2147483751" r:id="rId71"/>
    <p:sldLayoutId id="2147483760" r:id="rId72"/>
    <p:sldLayoutId id="2147483782" r:id="rId73"/>
    <p:sldLayoutId id="2147483783" r:id="rId74"/>
    <p:sldLayoutId id="2147483787" r:id="rId75"/>
    <p:sldLayoutId id="2147483788" r:id="rId76"/>
    <p:sldLayoutId id="2147483790" r:id="rId77"/>
    <p:sldLayoutId id="2147483987" r:id="rId78"/>
    <p:sldLayoutId id="2147483988" r:id="rId79"/>
  </p:sldLayoutIdLst>
  <p:transition spd="slow">
    <p:wipe/>
  </p:transition>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1587500"/>
            <a:ext cx="12192000" cy="4127500"/>
          </a:xfrm>
          <a:prstGeom prst="rect">
            <a:avLst/>
          </a:prstGeom>
          <a:solidFill>
            <a:schemeClr val="accent4">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pic>
        <p:nvPicPr>
          <p:cNvPr id="13314" name="Picture 2" descr="https://tse3.mm.bing.net/th?id=OIP.45Axkce_dREyaoOZnQB46AHaD2&amp;pid=Api&amp;P=0&amp;w=293&amp;h=153"/>
          <p:cNvPicPr>
            <a:picLocks noChangeAspect="1" noChangeArrowheads="1"/>
          </p:cNvPicPr>
          <p:nvPr/>
        </p:nvPicPr>
        <p:blipFill>
          <a:blip r:embed="rId2"/>
          <a:srcRect/>
          <a:stretch>
            <a:fillRect/>
          </a:stretch>
        </p:blipFill>
        <p:spPr bwMode="auto">
          <a:xfrm>
            <a:off x="41275" y="1643062"/>
            <a:ext cx="7700605" cy="4021138"/>
          </a:xfrm>
          <a:prstGeom prst="rect">
            <a:avLst/>
          </a:prstGeom>
          <a:noFill/>
        </p:spPr>
      </p:pic>
      <p:sp>
        <p:nvSpPr>
          <p:cNvPr id="17" name="Right Triangle 16"/>
          <p:cNvSpPr/>
          <p:nvPr/>
        </p:nvSpPr>
        <p:spPr>
          <a:xfrm rot="5400000">
            <a:off x="0" y="0"/>
            <a:ext cx="914400" cy="9144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p:cNvSpPr/>
          <p:nvPr/>
        </p:nvSpPr>
        <p:spPr>
          <a:xfrm rot="10800000" flipV="1">
            <a:off x="11749842" y="6400800"/>
            <a:ext cx="457200" cy="4572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629400"/>
            <a:ext cx="8623300" cy="139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0" name="Picture 19" descr="Hasil gambar untuk kementerian keuangan"/>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5654338" y="25895"/>
            <a:ext cx="888996" cy="87354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3"/>
          <p:cNvSpPr txBox="1"/>
          <p:nvPr/>
        </p:nvSpPr>
        <p:spPr>
          <a:xfrm>
            <a:off x="3426038" y="819075"/>
            <a:ext cx="5339923"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smtClean="0">
                <a:latin typeface="+mj-lt"/>
              </a:rPr>
              <a:t>KEMENTERIAN KEUANGAN</a:t>
            </a:r>
          </a:p>
          <a:p>
            <a:pPr algn="ctr"/>
            <a:r>
              <a:rPr lang="en-US" sz="2000" b="1" dirty="0" smtClean="0">
                <a:solidFill>
                  <a:schemeClr val="tx1">
                    <a:lumMod val="65000"/>
                    <a:lumOff val="35000"/>
                  </a:schemeClr>
                </a:solidFill>
                <a:latin typeface="+mj-lt"/>
              </a:rPr>
              <a:t>REPUBLIK INDONESIA</a:t>
            </a:r>
            <a:endParaRPr lang="en-US" sz="2000" b="1" dirty="0">
              <a:solidFill>
                <a:schemeClr val="tx1">
                  <a:lumMod val="65000"/>
                  <a:lumOff val="35000"/>
                </a:schemeClr>
              </a:solidFill>
              <a:latin typeface="+mj-lt"/>
            </a:endParaRPr>
          </a:p>
        </p:txBody>
      </p:sp>
      <p:sp>
        <p:nvSpPr>
          <p:cNvPr id="27" name="TextBox 39"/>
          <p:cNvSpPr txBox="1"/>
          <p:nvPr/>
        </p:nvSpPr>
        <p:spPr>
          <a:xfrm>
            <a:off x="7670800" y="1951317"/>
            <a:ext cx="4546600" cy="1938992"/>
          </a:xfrm>
          <a:prstGeom prst="rect">
            <a:avLst/>
          </a:prstGeom>
          <a:noFill/>
          <a:ln w="28575">
            <a:noFill/>
            <a:prstDash val="dash"/>
          </a:ln>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46592"/>
            <a:r>
              <a:rPr lang="id-ID" sz="2400" b="1" dirty="0" smtClean="0">
                <a:solidFill>
                  <a:srgbClr val="002060"/>
                </a:solidFill>
                <a:latin typeface="Segoe UI" pitchFamily="34" charset="0"/>
                <a:cs typeface="Segoe UI" pitchFamily="34" charset="0"/>
              </a:rPr>
              <a:t>Kebijakan Transfer Ke Daerah dan Dana Desa Tahun 2020 dan Rancangan Kebijakan Tahun 2021 Dalam Kondisi Pandemi Covid-19</a:t>
            </a:r>
            <a:endParaRPr lang="id-ID" sz="2400" b="1" dirty="0">
              <a:solidFill>
                <a:srgbClr val="002060"/>
              </a:solidFill>
              <a:latin typeface="Segoe UI" pitchFamily="34" charset="0"/>
              <a:cs typeface="Segoe UI" pitchFamily="34" charset="0"/>
            </a:endParaRPr>
          </a:p>
        </p:txBody>
      </p:sp>
      <p:sp>
        <p:nvSpPr>
          <p:cNvPr id="13" name="TextBox 12"/>
          <p:cNvSpPr txBox="1"/>
          <p:nvPr/>
        </p:nvSpPr>
        <p:spPr>
          <a:xfrm>
            <a:off x="152400" y="5803900"/>
            <a:ext cx="5809604" cy="369332"/>
          </a:xfrm>
          <a:prstGeom prst="rect">
            <a:avLst/>
          </a:prstGeom>
          <a:noFill/>
        </p:spPr>
        <p:txBody>
          <a:bodyPr wrap="none" rtlCol="0">
            <a:spAutoFit/>
          </a:bodyPr>
          <a:lstStyle/>
          <a:p>
            <a:r>
              <a:rPr lang="en-US" b="1" dirty="0" smtClean="0">
                <a:solidFill>
                  <a:schemeClr val="tx1">
                    <a:lumMod val="65000"/>
                    <a:lumOff val="35000"/>
                  </a:schemeClr>
                </a:solidFill>
              </a:rPr>
              <a:t>DIREKTORAT JENDERAL PERIMBANGAN KEUANGAN</a:t>
            </a:r>
            <a:endParaRPr lang="en-US" b="1" dirty="0">
              <a:solidFill>
                <a:schemeClr val="tx1">
                  <a:lumMod val="65000"/>
                  <a:lumOff val="35000"/>
                </a:schemeClr>
              </a:solidFill>
            </a:endParaRPr>
          </a:p>
        </p:txBody>
      </p:sp>
      <p:sp>
        <p:nvSpPr>
          <p:cNvPr id="14" name="TextBox 13"/>
          <p:cNvSpPr txBox="1"/>
          <p:nvPr/>
        </p:nvSpPr>
        <p:spPr>
          <a:xfrm>
            <a:off x="165100" y="5207000"/>
            <a:ext cx="2476960" cy="369332"/>
          </a:xfrm>
          <a:prstGeom prst="rect">
            <a:avLst/>
          </a:prstGeom>
          <a:noFill/>
        </p:spPr>
        <p:txBody>
          <a:bodyPr wrap="none" rtlCol="0">
            <a:spAutoFit/>
          </a:bodyPr>
          <a:lstStyle/>
          <a:p>
            <a:r>
              <a:rPr lang="id-ID" b="1" dirty="0" smtClean="0">
                <a:solidFill>
                  <a:schemeClr val="bg1"/>
                </a:solidFill>
              </a:rPr>
              <a:t>Jakarta, </a:t>
            </a:r>
            <a:r>
              <a:rPr lang="en-US" b="1" dirty="0" smtClean="0">
                <a:solidFill>
                  <a:schemeClr val="bg1"/>
                </a:solidFill>
              </a:rPr>
              <a:t>29 </a:t>
            </a:r>
            <a:r>
              <a:rPr lang="en-US" b="1" dirty="0" smtClean="0">
                <a:solidFill>
                  <a:schemeClr val="bg1"/>
                </a:solidFill>
              </a:rPr>
              <a:t>Mei 2020</a:t>
            </a:r>
            <a:endParaRPr lang="en-US" b="1" dirty="0">
              <a:solidFill>
                <a:schemeClr val="bg1"/>
              </a:solidFill>
            </a:endParaRPr>
          </a:p>
        </p:txBody>
      </p:sp>
      <p:sp>
        <p:nvSpPr>
          <p:cNvPr id="15" name="Rectangle 14"/>
          <p:cNvSpPr/>
          <p:nvPr/>
        </p:nvSpPr>
        <p:spPr>
          <a:xfrm>
            <a:off x="7924800" y="4114800"/>
            <a:ext cx="4089400" cy="508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280400" y="4457700"/>
            <a:ext cx="3430747" cy="646331"/>
          </a:xfrm>
          <a:prstGeom prst="rect">
            <a:avLst/>
          </a:prstGeom>
          <a:noFill/>
        </p:spPr>
        <p:txBody>
          <a:bodyPr wrap="none" rtlCol="0">
            <a:spAutoFit/>
          </a:bodyPr>
          <a:lstStyle/>
          <a:p>
            <a:pPr algn="ctr"/>
            <a:r>
              <a:rPr lang="id-ID" b="1" dirty="0" smtClean="0">
                <a:solidFill>
                  <a:schemeClr val="bg2">
                    <a:lumMod val="25000"/>
                  </a:schemeClr>
                </a:solidFill>
              </a:rPr>
              <a:t>Direktur Dana Transfer Khusus</a:t>
            </a:r>
          </a:p>
          <a:p>
            <a:pPr algn="ctr"/>
            <a:r>
              <a:rPr lang="id-ID" b="1" i="1" dirty="0" smtClean="0">
                <a:solidFill>
                  <a:schemeClr val="bg2">
                    <a:lumMod val="25000"/>
                  </a:schemeClr>
                </a:solidFill>
              </a:rPr>
              <a:t>Putut Hari Satyaka</a:t>
            </a:r>
            <a:endParaRPr lang="id-ID" b="1" i="1" dirty="0">
              <a:solidFill>
                <a:schemeClr val="bg2">
                  <a:lumMod val="25000"/>
                </a:schemeClr>
              </a:solidFill>
            </a:endParaRPr>
          </a:p>
        </p:txBody>
      </p:sp>
    </p:spTree>
    <p:extLst>
      <p:ext uri="{BB962C8B-B14F-4D97-AF65-F5344CB8AC3E}">
        <p14:creationId xmlns:p14="http://schemas.microsoft.com/office/powerpoint/2010/main" val="19475253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753600" y="0"/>
            <a:ext cx="2438400" cy="6858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1314" name="Picture 2" descr="https://loker.bnpb.go.id/apps/files_sharing/publicpreview/G4jBmNCqTsCLyp8?fileId=96707&amp;file=/2020-05-27_Infografis%20Covid19%20-%2027%20Mei%202020.png&amp;x=1280&amp;y=800&amp;a=true"/>
          <p:cNvPicPr>
            <a:picLocks noChangeAspect="1" noChangeArrowheads="1"/>
          </p:cNvPicPr>
          <p:nvPr/>
        </p:nvPicPr>
        <p:blipFill>
          <a:blip r:embed="rId2"/>
          <a:srcRect/>
          <a:stretch>
            <a:fillRect/>
          </a:stretch>
        </p:blipFill>
        <p:spPr bwMode="auto">
          <a:xfrm>
            <a:off x="0" y="0"/>
            <a:ext cx="9753600" cy="6896101"/>
          </a:xfrm>
          <a:prstGeom prst="rect">
            <a:avLst/>
          </a:prstGeom>
          <a:noFill/>
        </p:spPr>
      </p:pic>
      <p:sp>
        <p:nvSpPr>
          <p:cNvPr id="4" name="TextBox 3"/>
          <p:cNvSpPr txBox="1"/>
          <p:nvPr/>
        </p:nvSpPr>
        <p:spPr>
          <a:xfrm>
            <a:off x="9944100" y="552450"/>
            <a:ext cx="2000250" cy="2970044"/>
          </a:xfrm>
          <a:prstGeom prst="rect">
            <a:avLst/>
          </a:prstGeom>
          <a:noFill/>
        </p:spPr>
        <p:txBody>
          <a:bodyPr wrap="square" rtlCol="0">
            <a:spAutoFit/>
          </a:bodyPr>
          <a:lstStyle/>
          <a:p>
            <a:pPr>
              <a:spcBef>
                <a:spcPct val="0"/>
              </a:spcBef>
              <a:spcAft>
                <a:spcPts val="1200"/>
              </a:spcAft>
              <a:defRPr/>
            </a:pPr>
            <a:r>
              <a:rPr lang="id-ID" sz="1700" b="1" dirty="0" smtClean="0">
                <a:solidFill>
                  <a:schemeClr val="bg1"/>
                </a:solidFill>
                <a:cs typeface="Segoe UI" pitchFamily="34" charset="0"/>
              </a:rPr>
              <a:t>Wabah Covid-19 telah menyebar dengan cepat ke seluruh Indonesia mengakibatkan jumlah penderita positif Covid-19 dan kematian yang terus meningkat.</a:t>
            </a:r>
            <a:endParaRPr lang="id-ID" sz="1700" b="1" dirty="0" smtClean="0">
              <a:solidFill>
                <a:schemeClr val="bg1"/>
              </a:solidFill>
              <a:cs typeface="Segoe UI" pitchFamily="34" charset="0"/>
            </a:endParaRPr>
          </a:p>
        </p:txBody>
      </p:sp>
      <p:sp>
        <p:nvSpPr>
          <p:cNvPr id="6" name="Rectangle 5"/>
          <p:cNvSpPr/>
          <p:nvPr/>
        </p:nvSpPr>
        <p:spPr>
          <a:xfrm>
            <a:off x="10610850" y="6115050"/>
            <a:ext cx="209550" cy="4762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1563350" y="4533900"/>
            <a:ext cx="171450" cy="20764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068050" y="5695950"/>
            <a:ext cx="190500" cy="895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1316" name="Picture 4" descr="https://tse4.mm.bing.net/th?id=OIP.HGGebApxL3JTV4U1RC79fwHaHa&amp;pid=Api&amp;P=0&amp;w=300&amp;h=300"/>
          <p:cNvPicPr>
            <a:picLocks noChangeAspect="1" noChangeArrowheads="1"/>
          </p:cNvPicPr>
          <p:nvPr/>
        </p:nvPicPr>
        <p:blipFill>
          <a:blip r:embed="rId3" cstate="print">
            <a:clrChange>
              <a:clrFrom>
                <a:srgbClr val="FDFDFD"/>
              </a:clrFrom>
              <a:clrTo>
                <a:srgbClr val="FDFDFD">
                  <a:alpha val="0"/>
                </a:srgbClr>
              </a:clrTo>
            </a:clrChange>
          </a:blip>
          <a:srcRect/>
          <a:stretch>
            <a:fillRect/>
          </a:stretch>
        </p:blipFill>
        <p:spPr bwMode="auto">
          <a:xfrm>
            <a:off x="10861675" y="4838700"/>
            <a:ext cx="590549" cy="590549"/>
          </a:xfrm>
          <a:prstGeom prst="rect">
            <a:avLst/>
          </a:prstGeom>
          <a:noFill/>
        </p:spPr>
      </p:pic>
      <p:sp>
        <p:nvSpPr>
          <p:cNvPr id="10" name="Rectangle 9"/>
          <p:cNvSpPr/>
          <p:nvPr/>
        </p:nvSpPr>
        <p:spPr>
          <a:xfrm>
            <a:off x="10172700" y="6419850"/>
            <a:ext cx="209550" cy="190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p:cNvSpPr/>
          <p:nvPr/>
        </p:nvSpPr>
        <p:spPr>
          <a:xfrm rot="6471395">
            <a:off x="9772650" y="4686300"/>
            <a:ext cx="1200150" cy="895350"/>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p:cNvSpPr/>
          <p:nvPr/>
        </p:nvSpPr>
        <p:spPr>
          <a:xfrm rot="6471395">
            <a:off x="9925050" y="4895850"/>
            <a:ext cx="1200150" cy="895350"/>
          </a:xfrm>
          <a:prstGeom prst="arc">
            <a:avLst>
              <a:gd name="adj1" fmla="val 16200000"/>
              <a:gd name="adj2" fmla="val 4598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ectangle 12"/>
          <p:cNvSpPr/>
          <p:nvPr/>
        </p:nvSpPr>
        <p:spPr>
          <a:xfrm>
            <a:off x="6972300" y="781050"/>
            <a:ext cx="2190750" cy="2095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Update Per 27 Mei 2020</a:t>
            </a:r>
            <a:endParaRPr lang="en-US" sz="1200" b="1" dirty="0"/>
          </a:p>
        </p:txBody>
      </p:sp>
      <p:sp>
        <p:nvSpPr>
          <p:cNvPr id="14" name="Slide Number Placeholder 1"/>
          <p:cNvSpPr>
            <a:spLocks noGrp="1"/>
          </p:cNvSpPr>
          <p:nvPr>
            <p:ph type="sldNum" sz="quarter" idx="12"/>
          </p:nvPr>
        </p:nvSpPr>
        <p:spPr bwMode="auto">
          <a:xfrm>
            <a:off x="11502885" y="6065144"/>
            <a:ext cx="838199" cy="767687"/>
          </a:xfrm>
          <a:noFill/>
          <a:ln>
            <a:miter lim="800000"/>
            <a:headEnd/>
            <a:tailEnd/>
          </a:ln>
        </p:spPr>
        <p:txBody>
          <a:bodyPr/>
          <a:lstStyle/>
          <a:p>
            <a:fld id="{51422F87-07E7-4CF7-82F7-1A6C0CF4CF70}" type="slidenum">
              <a:rPr lang="en-US" altLang="en-US" sz="1600" smtClean="0">
                <a:latin typeface="Segoe UI" pitchFamily="34" charset="0"/>
                <a:cs typeface="Segoe UI" pitchFamily="34" charset="0"/>
              </a:rPr>
              <a:pPr/>
              <a:t>2</a:t>
            </a:fld>
            <a:endParaRPr lang="en-US" altLang="en-US" sz="1600" dirty="0" smtClean="0">
              <a:latin typeface="Segoe UI" pitchFamily="34" charset="0"/>
              <a:cs typeface="Segoe UI"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393895" y="4229100"/>
            <a:ext cx="11183816" cy="25908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0"/>
          <p:cNvGrpSpPr>
            <a:grpSpLocks/>
          </p:cNvGrpSpPr>
          <p:nvPr/>
        </p:nvGrpSpPr>
        <p:grpSpPr bwMode="auto">
          <a:xfrm>
            <a:off x="0" y="0"/>
            <a:ext cx="12339638" cy="852488"/>
            <a:chOff x="23209" y="21294"/>
            <a:chExt cx="12339360" cy="852989"/>
          </a:xfrm>
          <a:noFill/>
        </p:grpSpPr>
        <p:sp>
          <p:nvSpPr>
            <p:cNvPr id="12" name="Rectangle 11"/>
            <p:cNvSpPr/>
            <p:nvPr/>
          </p:nvSpPr>
          <p:spPr>
            <a:xfrm>
              <a:off x="23209" y="21294"/>
              <a:ext cx="12191725" cy="8529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258888" eaLnBrk="1" fontAlgn="auto" hangingPunct="1">
                <a:spcBef>
                  <a:spcPts val="0"/>
                </a:spcBef>
                <a:spcAft>
                  <a:spcPts val="0"/>
                </a:spcAft>
                <a:defRPr/>
              </a:pPr>
              <a:endParaRPr lang="id-ID" sz="3200" b="1" dirty="0">
                <a:solidFill>
                  <a:schemeClr val="tx1"/>
                </a:solidFill>
                <a:latin typeface="Segoe UI" pitchFamily="34" charset="0"/>
                <a:cs typeface="Segoe UI" pitchFamily="34" charset="0"/>
              </a:endParaRPr>
            </a:p>
          </p:txBody>
        </p:sp>
        <p:sp>
          <p:nvSpPr>
            <p:cNvPr id="15" name="Title 1"/>
            <p:cNvSpPr txBox="1">
              <a:spLocks/>
            </p:cNvSpPr>
            <p:nvPr/>
          </p:nvSpPr>
          <p:spPr>
            <a:xfrm>
              <a:off x="797892" y="42271"/>
              <a:ext cx="11564677" cy="598839"/>
            </a:xfrm>
            <a:prstGeom prst="rect">
              <a:avLst/>
            </a:prstGeom>
            <a:grpFill/>
          </p:spPr>
          <p:txBody>
            <a:bodyPr lIns="68562" tIns="34281" rIns="68562" bIns="34281" anchor="ctr"/>
            <a:lstStyle>
              <a:lvl1pPr algn="ctr">
                <a:spcBef>
                  <a:spcPct val="0"/>
                </a:spcBef>
                <a:buNone/>
                <a:tabLst>
                  <a:tab pos="5380038" algn="l"/>
                </a:tabLst>
                <a:defRPr sz="2800" b="1">
                  <a:solidFill>
                    <a:schemeClr val="bg1"/>
                  </a:solidFill>
                  <a:latin typeface="Cambria" panose="02040503050406030204" pitchFamily="18" charset="0"/>
                  <a:ea typeface="Cambria" panose="02040503050406030204" pitchFamily="18" charset="0"/>
                  <a:cs typeface="+mj-cs"/>
                </a:defRPr>
              </a:lvl1pPr>
            </a:lstStyle>
            <a:p>
              <a:pPr algn="l" eaLnBrk="1" fontAlgn="auto" hangingPunct="1">
                <a:lnSpc>
                  <a:spcPct val="90000"/>
                </a:lnSpc>
                <a:spcAft>
                  <a:spcPts val="0"/>
                </a:spcAft>
                <a:tabLst>
                  <a:tab pos="4035029" algn="l"/>
                </a:tabLst>
                <a:defRPr/>
              </a:pPr>
              <a:r>
                <a:rPr lang="sv-SE" sz="2500" dirty="0">
                  <a:solidFill>
                    <a:schemeClr val="tx1"/>
                  </a:solidFill>
                  <a:latin typeface="Segoe UI" pitchFamily="34" charset="0"/>
                  <a:ea typeface="+mj-ea"/>
                  <a:cs typeface="Segoe UI" pitchFamily="34" charset="0"/>
                </a:rPr>
                <a:t>COVID-19 BERIMBAS BESAR BAGI EKONOMI NASIONAL</a:t>
              </a:r>
              <a:endParaRPr lang="fi-FI" sz="2500" dirty="0">
                <a:solidFill>
                  <a:schemeClr val="tx1"/>
                </a:solidFill>
                <a:latin typeface="Segoe UI" pitchFamily="34" charset="0"/>
                <a:ea typeface="+mj-ea"/>
                <a:cs typeface="Segoe UI" pitchFamily="34" charset="0"/>
              </a:endParaRPr>
            </a:p>
          </p:txBody>
        </p:sp>
      </p:grpSp>
      <p:sp>
        <p:nvSpPr>
          <p:cNvPr id="8" name="object 2"/>
          <p:cNvSpPr/>
          <p:nvPr/>
        </p:nvSpPr>
        <p:spPr>
          <a:xfrm>
            <a:off x="267286" y="956603"/>
            <a:ext cx="11591778" cy="5901397"/>
          </a:xfrm>
          <a:prstGeom prst="rect">
            <a:avLst/>
          </a:prstGeom>
          <a:blipFill>
            <a:blip r:embed="rId3" cstate="print"/>
            <a:stretch>
              <a:fillRect/>
            </a:stretch>
          </a:blipFill>
        </p:spPr>
        <p:txBody>
          <a:bodyPr lIns="0" tIns="0" rIns="0" bIns="0"/>
          <a:lstStyle/>
          <a:p>
            <a:pPr eaLnBrk="1" fontAlgn="auto" hangingPunct="1">
              <a:spcBef>
                <a:spcPts val="0"/>
              </a:spcBef>
              <a:spcAft>
                <a:spcPts val="0"/>
              </a:spcAft>
              <a:defRPr/>
            </a:pPr>
            <a:endParaRPr sz="2397">
              <a:latin typeface="Segoe UI" pitchFamily="34" charset="0"/>
              <a:cs typeface="Segoe UI" pitchFamily="34" charset="0"/>
            </a:endParaRPr>
          </a:p>
        </p:txBody>
      </p:sp>
      <p:sp>
        <p:nvSpPr>
          <p:cNvPr id="10" name="object 5"/>
          <p:cNvSpPr txBox="1"/>
          <p:nvPr/>
        </p:nvSpPr>
        <p:spPr>
          <a:xfrm>
            <a:off x="835025" y="450850"/>
            <a:ext cx="10983913" cy="263525"/>
          </a:xfrm>
          <a:prstGeom prst="rect">
            <a:avLst/>
          </a:prstGeom>
        </p:spPr>
        <p:txBody>
          <a:bodyPr lIns="0" tIns="16912" rIns="0" bIns="0">
            <a:spAutoFit/>
          </a:bodyPr>
          <a:lstStyle/>
          <a:p>
            <a:pPr marL="16913" eaLnBrk="1" fontAlgn="auto" hangingPunct="1">
              <a:spcBef>
                <a:spcPts val="133"/>
              </a:spcBef>
              <a:spcAft>
                <a:spcPts val="0"/>
              </a:spcAft>
              <a:defRPr/>
            </a:pPr>
            <a:r>
              <a:rPr sz="1598" dirty="0">
                <a:solidFill>
                  <a:schemeClr val="bg2">
                    <a:lumMod val="25000"/>
                  </a:schemeClr>
                </a:solidFill>
                <a:latin typeface="Segoe UI" pitchFamily="34" charset="0"/>
                <a:cs typeface="Segoe UI" pitchFamily="34" charset="0"/>
              </a:rPr>
              <a:t>Harus</a:t>
            </a:r>
            <a:r>
              <a:rPr sz="1598" spc="-13"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direspon</a:t>
            </a:r>
            <a:r>
              <a:rPr sz="1598" spc="-67"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dengan</a:t>
            </a:r>
            <a:r>
              <a:rPr sz="1598" spc="-73" dirty="0">
                <a:solidFill>
                  <a:schemeClr val="bg2">
                    <a:lumMod val="25000"/>
                  </a:schemeClr>
                </a:solidFill>
                <a:latin typeface="Segoe UI" pitchFamily="34" charset="0"/>
                <a:cs typeface="Segoe UI" pitchFamily="34" charset="0"/>
              </a:rPr>
              <a:t> </a:t>
            </a:r>
            <a:r>
              <a:rPr sz="1598" spc="-7" dirty="0">
                <a:solidFill>
                  <a:schemeClr val="bg2">
                    <a:lumMod val="25000"/>
                  </a:schemeClr>
                </a:solidFill>
                <a:latin typeface="Segoe UI" pitchFamily="34" charset="0"/>
                <a:cs typeface="Segoe UI" pitchFamily="34" charset="0"/>
              </a:rPr>
              <a:t>kebijakan</a:t>
            </a:r>
            <a:r>
              <a:rPr sz="1598" spc="-40"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extraordinary</a:t>
            </a:r>
            <a:r>
              <a:rPr sz="1598" spc="-73"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untuk</a:t>
            </a:r>
            <a:r>
              <a:rPr sz="1598" spc="-13"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melindungi</a:t>
            </a:r>
            <a:r>
              <a:rPr sz="1598" spc="-73" dirty="0">
                <a:solidFill>
                  <a:schemeClr val="bg2">
                    <a:lumMod val="25000"/>
                  </a:schemeClr>
                </a:solidFill>
                <a:latin typeface="Segoe UI" pitchFamily="34" charset="0"/>
                <a:cs typeface="Segoe UI" pitchFamily="34" charset="0"/>
              </a:rPr>
              <a:t> </a:t>
            </a:r>
            <a:r>
              <a:rPr sz="1598" spc="-7" dirty="0">
                <a:solidFill>
                  <a:schemeClr val="bg2">
                    <a:lumMod val="25000"/>
                  </a:schemeClr>
                </a:solidFill>
                <a:latin typeface="Segoe UI" pitchFamily="34" charset="0"/>
                <a:cs typeface="Segoe UI" pitchFamily="34" charset="0"/>
              </a:rPr>
              <a:t>masyarakat,</a:t>
            </a:r>
            <a:r>
              <a:rPr sz="1598" spc="13" dirty="0">
                <a:solidFill>
                  <a:schemeClr val="bg2">
                    <a:lumMod val="25000"/>
                  </a:schemeClr>
                </a:solidFill>
                <a:latin typeface="Segoe UI" pitchFamily="34" charset="0"/>
                <a:cs typeface="Segoe UI" pitchFamily="34" charset="0"/>
              </a:rPr>
              <a:t> </a:t>
            </a:r>
            <a:r>
              <a:rPr sz="1598" spc="7" dirty="0">
                <a:solidFill>
                  <a:schemeClr val="bg2">
                    <a:lumMod val="25000"/>
                  </a:schemeClr>
                </a:solidFill>
                <a:latin typeface="Segoe UI" pitchFamily="34" charset="0"/>
                <a:cs typeface="Segoe UI" pitchFamily="34" charset="0"/>
              </a:rPr>
              <a:t>dunia</a:t>
            </a:r>
            <a:r>
              <a:rPr sz="1598" spc="-73"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usaha</a:t>
            </a:r>
            <a:r>
              <a:rPr sz="1598" spc="-20"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dan</a:t>
            </a:r>
            <a:r>
              <a:rPr sz="1598" spc="-7"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stabilitas</a:t>
            </a:r>
            <a:r>
              <a:rPr sz="1598" spc="-47" dirty="0">
                <a:solidFill>
                  <a:schemeClr val="bg2">
                    <a:lumMod val="25000"/>
                  </a:schemeClr>
                </a:solidFill>
                <a:latin typeface="Segoe UI" pitchFamily="34" charset="0"/>
                <a:cs typeface="Segoe UI" pitchFamily="34" charset="0"/>
              </a:rPr>
              <a:t> </a:t>
            </a:r>
            <a:r>
              <a:rPr sz="1598" dirty="0">
                <a:solidFill>
                  <a:schemeClr val="bg2">
                    <a:lumMod val="25000"/>
                  </a:schemeClr>
                </a:solidFill>
                <a:latin typeface="Segoe UI" pitchFamily="34" charset="0"/>
                <a:cs typeface="Segoe UI" pitchFamily="34" charset="0"/>
              </a:rPr>
              <a:t>sektor keuangan</a:t>
            </a:r>
          </a:p>
        </p:txBody>
      </p:sp>
      <p:pic>
        <p:nvPicPr>
          <p:cNvPr id="27653" name="Picture 10" descr="https://upload.wikimedia.org/wikipedia/commons/5/5b/Logo_of_the_Ministry_of_Finance_of_the_Republic_of_Indonesia.png"/>
          <p:cNvPicPr>
            <a:picLocks noChangeAspect="1" noChangeArrowheads="1"/>
          </p:cNvPicPr>
          <p:nvPr/>
        </p:nvPicPr>
        <p:blipFill>
          <a:blip r:embed="rId4"/>
          <a:srcRect/>
          <a:stretch>
            <a:fillRect/>
          </a:stretch>
        </p:blipFill>
        <p:spPr bwMode="auto">
          <a:xfrm>
            <a:off x="95250" y="79375"/>
            <a:ext cx="679450" cy="647700"/>
          </a:xfrm>
          <a:prstGeom prst="rect">
            <a:avLst/>
          </a:prstGeom>
          <a:noFill/>
          <a:ln w="9525">
            <a:noFill/>
            <a:miter lim="800000"/>
            <a:headEnd/>
            <a:tailEnd/>
          </a:ln>
        </p:spPr>
      </p:pic>
      <p:sp>
        <p:nvSpPr>
          <p:cNvPr id="27654" name="Slide Number Placeholder 1"/>
          <p:cNvSpPr>
            <a:spLocks noGrp="1"/>
          </p:cNvSpPr>
          <p:nvPr>
            <p:ph type="sldNum" sz="quarter" idx="12"/>
          </p:nvPr>
        </p:nvSpPr>
        <p:spPr bwMode="auto">
          <a:noFill/>
          <a:ln>
            <a:miter lim="800000"/>
            <a:headEnd/>
            <a:tailEnd/>
          </a:ln>
        </p:spPr>
        <p:txBody>
          <a:bodyPr/>
          <a:lstStyle/>
          <a:p>
            <a:fld id="{0713F3FC-E143-4EE4-B0CC-FF3BAFF6A332}" type="slidenum">
              <a:rPr lang="en-US" altLang="en-US" sz="1600" smtClean="0">
                <a:latin typeface="Segoe UI" pitchFamily="34" charset="0"/>
                <a:cs typeface="Segoe UI" pitchFamily="34" charset="0"/>
              </a:rPr>
              <a:pPr/>
              <a:t>3</a:t>
            </a:fld>
            <a:endParaRPr lang="en-US" altLang="en-US" sz="1600" dirty="0" smtClean="0">
              <a:latin typeface="Segoe UI" pitchFamily="34" charset="0"/>
              <a:cs typeface="Segoe UI"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a:grpSpLocks/>
          </p:cNvGrpSpPr>
          <p:nvPr/>
        </p:nvGrpSpPr>
        <p:grpSpPr bwMode="auto">
          <a:xfrm>
            <a:off x="-31532" y="-78830"/>
            <a:ext cx="12414250" cy="852488"/>
            <a:chOff x="23209" y="21294"/>
            <a:chExt cx="12414310" cy="852989"/>
          </a:xfrm>
          <a:noFill/>
        </p:grpSpPr>
        <p:sp>
          <p:nvSpPr>
            <p:cNvPr id="12" name="Rectangle 11"/>
            <p:cNvSpPr/>
            <p:nvPr/>
          </p:nvSpPr>
          <p:spPr>
            <a:xfrm>
              <a:off x="23209" y="21294"/>
              <a:ext cx="12192059" cy="8529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258888" eaLnBrk="1" fontAlgn="auto" hangingPunct="1">
                <a:spcBef>
                  <a:spcPts val="0"/>
                </a:spcBef>
                <a:spcAft>
                  <a:spcPts val="0"/>
                </a:spcAft>
                <a:defRPr/>
              </a:pPr>
              <a:endParaRPr lang="id-ID" sz="2500" b="1" dirty="0">
                <a:solidFill>
                  <a:schemeClr val="tx1"/>
                </a:solidFill>
                <a:latin typeface="Segoe UI" pitchFamily="34" charset="0"/>
                <a:cs typeface="Segoe UI" pitchFamily="34" charset="0"/>
              </a:endParaRPr>
            </a:p>
          </p:txBody>
        </p:sp>
        <p:sp>
          <p:nvSpPr>
            <p:cNvPr id="15" name="Title 1"/>
            <p:cNvSpPr txBox="1">
              <a:spLocks/>
            </p:cNvSpPr>
            <p:nvPr/>
          </p:nvSpPr>
          <p:spPr>
            <a:xfrm>
              <a:off x="874113" y="89597"/>
              <a:ext cx="11563406" cy="598839"/>
            </a:xfrm>
            <a:prstGeom prst="rect">
              <a:avLst/>
            </a:prstGeom>
            <a:grpFill/>
          </p:spPr>
          <p:txBody>
            <a:bodyPr lIns="68562" tIns="34281" rIns="68562" bIns="34281" anchor="ctr"/>
            <a:lstStyle>
              <a:lvl1pPr algn="ctr">
                <a:spcBef>
                  <a:spcPct val="0"/>
                </a:spcBef>
                <a:buNone/>
                <a:tabLst>
                  <a:tab pos="5380038" algn="l"/>
                </a:tabLst>
                <a:defRPr sz="2800" b="1">
                  <a:solidFill>
                    <a:schemeClr val="bg1"/>
                  </a:solidFill>
                  <a:latin typeface="Cambria" panose="02040503050406030204" pitchFamily="18" charset="0"/>
                  <a:ea typeface="Cambria" panose="02040503050406030204" pitchFamily="18" charset="0"/>
                  <a:cs typeface="+mj-cs"/>
                </a:defRPr>
              </a:lvl1pPr>
            </a:lstStyle>
            <a:p>
              <a:pPr algn="l" eaLnBrk="1" fontAlgn="auto" hangingPunct="1">
                <a:lnSpc>
                  <a:spcPct val="90000"/>
                </a:lnSpc>
                <a:spcAft>
                  <a:spcPts val="0"/>
                </a:spcAft>
                <a:tabLst>
                  <a:tab pos="4035029" algn="l"/>
                </a:tabLst>
                <a:defRPr/>
              </a:pPr>
              <a:r>
                <a:rPr lang="sv-SE" sz="2200" dirty="0">
                  <a:solidFill>
                    <a:schemeClr val="tx1"/>
                  </a:solidFill>
                  <a:latin typeface="Segoe UI" pitchFamily="34" charset="0"/>
                  <a:ea typeface="+mj-ea"/>
                  <a:cs typeface="Segoe UI" pitchFamily="34" charset="0"/>
                </a:rPr>
                <a:t>BANYAK MASYARAKAT BERPOTENSI KEHILANGAN PEKERJAAN DAN PENGHASILAN </a:t>
              </a:r>
              <a:endParaRPr lang="fi-FI" sz="2200" dirty="0">
                <a:solidFill>
                  <a:schemeClr val="tx1"/>
                </a:solidFill>
                <a:latin typeface="Segoe UI" pitchFamily="34" charset="0"/>
                <a:ea typeface="+mj-ea"/>
                <a:cs typeface="Segoe UI" pitchFamily="34" charset="0"/>
              </a:endParaRPr>
            </a:p>
          </p:txBody>
        </p:sp>
      </p:grpSp>
      <p:sp>
        <p:nvSpPr>
          <p:cNvPr id="9" name="object 3"/>
          <p:cNvSpPr/>
          <p:nvPr/>
        </p:nvSpPr>
        <p:spPr>
          <a:xfrm>
            <a:off x="7938" y="947738"/>
            <a:ext cx="12176125" cy="5613400"/>
          </a:xfrm>
          <a:prstGeom prst="rect">
            <a:avLst/>
          </a:prstGeom>
          <a:blipFill>
            <a:blip r:embed="rId3" cstate="print">
              <a:duotone>
                <a:prstClr val="black"/>
                <a:schemeClr val="accent2">
                  <a:tint val="45000"/>
                  <a:satMod val="400000"/>
                </a:schemeClr>
              </a:duotone>
            </a:blip>
            <a:stretch>
              <a:fillRect/>
            </a:stretch>
          </a:blipFill>
        </p:spPr>
        <p:txBody>
          <a:bodyPr lIns="0" tIns="0" rIns="0" bIns="0"/>
          <a:lstStyle/>
          <a:p>
            <a:pPr eaLnBrk="1" fontAlgn="auto" hangingPunct="1">
              <a:spcBef>
                <a:spcPts val="0"/>
              </a:spcBef>
              <a:spcAft>
                <a:spcPts val="0"/>
              </a:spcAft>
              <a:defRPr/>
            </a:pPr>
            <a:endParaRPr sz="2397">
              <a:latin typeface="+mn-lt"/>
              <a:cs typeface="+mn-cs"/>
            </a:endParaRPr>
          </a:p>
        </p:txBody>
      </p:sp>
      <p:sp>
        <p:nvSpPr>
          <p:cNvPr id="13" name="object 6"/>
          <p:cNvSpPr txBox="1"/>
          <p:nvPr/>
        </p:nvSpPr>
        <p:spPr>
          <a:xfrm>
            <a:off x="879475" y="404813"/>
            <a:ext cx="9820275" cy="263525"/>
          </a:xfrm>
          <a:prstGeom prst="rect">
            <a:avLst/>
          </a:prstGeom>
        </p:spPr>
        <p:txBody>
          <a:bodyPr lIns="0" tIns="17758" rIns="0" bIns="0">
            <a:spAutoFit/>
          </a:bodyPr>
          <a:lstStyle/>
          <a:p>
            <a:pPr marL="16913" eaLnBrk="1" fontAlgn="auto" hangingPunct="1">
              <a:spcBef>
                <a:spcPts val="140"/>
              </a:spcBef>
              <a:spcAft>
                <a:spcPts val="0"/>
              </a:spcAft>
              <a:defRPr/>
            </a:pPr>
            <a:r>
              <a:rPr sz="1600" dirty="0">
                <a:solidFill>
                  <a:schemeClr val="bg2">
                    <a:lumMod val="25000"/>
                  </a:schemeClr>
                </a:solidFill>
                <a:latin typeface="Segoe UI" pitchFamily="34" charset="0"/>
                <a:cs typeface="Segoe UI" pitchFamily="34" charset="0"/>
              </a:rPr>
              <a:t>Dukungan</a:t>
            </a:r>
            <a:r>
              <a:rPr sz="1600" spc="-67" dirty="0">
                <a:solidFill>
                  <a:schemeClr val="bg2">
                    <a:lumMod val="25000"/>
                  </a:schemeClr>
                </a:solidFill>
                <a:latin typeface="Segoe UI" pitchFamily="34" charset="0"/>
                <a:cs typeface="Segoe UI" pitchFamily="34" charset="0"/>
              </a:rPr>
              <a:t> </a:t>
            </a:r>
            <a:r>
              <a:rPr sz="1600" dirty="0">
                <a:solidFill>
                  <a:schemeClr val="bg2">
                    <a:lumMod val="25000"/>
                  </a:schemeClr>
                </a:solidFill>
                <a:latin typeface="Segoe UI" pitchFamily="34" charset="0"/>
                <a:cs typeface="Segoe UI" pitchFamily="34" charset="0"/>
              </a:rPr>
              <a:t>pemerintah</a:t>
            </a:r>
            <a:r>
              <a:rPr sz="1600" spc="-53" dirty="0">
                <a:solidFill>
                  <a:schemeClr val="bg2">
                    <a:lumMod val="25000"/>
                  </a:schemeClr>
                </a:solidFill>
                <a:latin typeface="Segoe UI" pitchFamily="34" charset="0"/>
                <a:cs typeface="Segoe UI" pitchFamily="34" charset="0"/>
              </a:rPr>
              <a:t> </a:t>
            </a:r>
            <a:r>
              <a:rPr sz="1600" dirty="0">
                <a:solidFill>
                  <a:schemeClr val="bg2">
                    <a:lumMod val="25000"/>
                  </a:schemeClr>
                </a:solidFill>
                <a:latin typeface="Segoe UI" pitchFamily="34" charset="0"/>
                <a:cs typeface="Segoe UI" pitchFamily="34" charset="0"/>
              </a:rPr>
              <a:t>mutlak</a:t>
            </a:r>
            <a:r>
              <a:rPr sz="1600" spc="-53" dirty="0">
                <a:solidFill>
                  <a:schemeClr val="bg2">
                    <a:lumMod val="25000"/>
                  </a:schemeClr>
                </a:solidFill>
                <a:latin typeface="Segoe UI" pitchFamily="34" charset="0"/>
                <a:cs typeface="Segoe UI" pitchFamily="34" charset="0"/>
              </a:rPr>
              <a:t> </a:t>
            </a:r>
            <a:r>
              <a:rPr sz="1600" dirty="0">
                <a:solidFill>
                  <a:schemeClr val="bg2">
                    <a:lumMod val="25000"/>
                  </a:schemeClr>
                </a:solidFill>
                <a:latin typeface="Segoe UI" pitchFamily="34" charset="0"/>
                <a:cs typeface="Segoe UI" pitchFamily="34" charset="0"/>
              </a:rPr>
              <a:t>diperlukan</a:t>
            </a:r>
            <a:r>
              <a:rPr sz="1600" spc="-60" dirty="0">
                <a:solidFill>
                  <a:schemeClr val="bg2">
                    <a:lumMod val="25000"/>
                  </a:schemeClr>
                </a:solidFill>
                <a:latin typeface="Segoe UI" pitchFamily="34" charset="0"/>
                <a:cs typeface="Segoe UI" pitchFamily="34" charset="0"/>
              </a:rPr>
              <a:t> </a:t>
            </a:r>
            <a:r>
              <a:rPr sz="1600" dirty="0">
                <a:solidFill>
                  <a:schemeClr val="bg2">
                    <a:lumMod val="25000"/>
                  </a:schemeClr>
                </a:solidFill>
                <a:latin typeface="Segoe UI" pitchFamily="34" charset="0"/>
                <a:cs typeface="Segoe UI" pitchFamily="34" charset="0"/>
              </a:rPr>
              <a:t>untuk</a:t>
            </a:r>
            <a:r>
              <a:rPr sz="1600" spc="-53" dirty="0">
                <a:solidFill>
                  <a:schemeClr val="bg2">
                    <a:lumMod val="25000"/>
                  </a:schemeClr>
                </a:solidFill>
                <a:latin typeface="Segoe UI" pitchFamily="34" charset="0"/>
                <a:cs typeface="Segoe UI" pitchFamily="34" charset="0"/>
              </a:rPr>
              <a:t> </a:t>
            </a:r>
            <a:r>
              <a:rPr sz="1600" dirty="0">
                <a:solidFill>
                  <a:schemeClr val="bg2">
                    <a:lumMod val="25000"/>
                  </a:schemeClr>
                </a:solidFill>
                <a:latin typeface="Segoe UI" pitchFamily="34" charset="0"/>
                <a:cs typeface="Segoe UI" pitchFamily="34" charset="0"/>
              </a:rPr>
              <a:t>menghindari</a:t>
            </a:r>
            <a:r>
              <a:rPr sz="1600" spc="-73" dirty="0">
                <a:solidFill>
                  <a:schemeClr val="bg2">
                    <a:lumMod val="25000"/>
                  </a:schemeClr>
                </a:solidFill>
                <a:latin typeface="Segoe UI" pitchFamily="34" charset="0"/>
                <a:cs typeface="Segoe UI" pitchFamily="34" charset="0"/>
              </a:rPr>
              <a:t> </a:t>
            </a:r>
            <a:r>
              <a:rPr sz="1600" dirty="0">
                <a:solidFill>
                  <a:schemeClr val="bg2">
                    <a:lumMod val="25000"/>
                  </a:schemeClr>
                </a:solidFill>
                <a:latin typeface="Segoe UI" pitchFamily="34" charset="0"/>
                <a:cs typeface="Segoe UI" pitchFamily="34" charset="0"/>
              </a:rPr>
              <a:t>lonjakan</a:t>
            </a:r>
            <a:r>
              <a:rPr sz="1600" spc="-27" dirty="0">
                <a:solidFill>
                  <a:schemeClr val="bg2">
                    <a:lumMod val="25000"/>
                  </a:schemeClr>
                </a:solidFill>
                <a:latin typeface="Segoe UI" pitchFamily="34" charset="0"/>
                <a:cs typeface="Segoe UI" pitchFamily="34" charset="0"/>
              </a:rPr>
              <a:t> </a:t>
            </a:r>
            <a:r>
              <a:rPr sz="1600" spc="7" dirty="0">
                <a:solidFill>
                  <a:schemeClr val="bg2">
                    <a:lumMod val="25000"/>
                  </a:schemeClr>
                </a:solidFill>
                <a:latin typeface="Segoe UI" pitchFamily="34" charset="0"/>
                <a:cs typeface="Segoe UI" pitchFamily="34" charset="0"/>
              </a:rPr>
              <a:t>pengangguran</a:t>
            </a:r>
            <a:r>
              <a:rPr sz="1600" spc="-107" dirty="0">
                <a:solidFill>
                  <a:schemeClr val="bg2">
                    <a:lumMod val="25000"/>
                  </a:schemeClr>
                </a:solidFill>
                <a:latin typeface="Segoe UI" pitchFamily="34" charset="0"/>
                <a:cs typeface="Segoe UI" pitchFamily="34" charset="0"/>
              </a:rPr>
              <a:t> </a:t>
            </a:r>
            <a:r>
              <a:rPr sz="1600" dirty="0">
                <a:solidFill>
                  <a:schemeClr val="bg2">
                    <a:lumMod val="25000"/>
                  </a:schemeClr>
                </a:solidFill>
                <a:latin typeface="Segoe UI" pitchFamily="34" charset="0"/>
                <a:cs typeface="Segoe UI" pitchFamily="34" charset="0"/>
              </a:rPr>
              <a:t>&amp;</a:t>
            </a:r>
            <a:r>
              <a:rPr sz="1600" spc="-7" dirty="0">
                <a:solidFill>
                  <a:schemeClr val="bg2">
                    <a:lumMod val="25000"/>
                  </a:schemeClr>
                </a:solidFill>
                <a:latin typeface="Segoe UI" pitchFamily="34" charset="0"/>
                <a:cs typeface="Segoe UI" pitchFamily="34" charset="0"/>
              </a:rPr>
              <a:t> </a:t>
            </a:r>
            <a:r>
              <a:rPr sz="1600" spc="7" dirty="0">
                <a:solidFill>
                  <a:schemeClr val="bg2">
                    <a:lumMod val="25000"/>
                  </a:schemeClr>
                </a:solidFill>
                <a:latin typeface="Segoe UI" pitchFamily="34" charset="0"/>
                <a:cs typeface="Segoe UI" pitchFamily="34" charset="0"/>
              </a:rPr>
              <a:t>angka</a:t>
            </a:r>
            <a:r>
              <a:rPr sz="1600" spc="-33" dirty="0">
                <a:solidFill>
                  <a:schemeClr val="bg2">
                    <a:lumMod val="25000"/>
                  </a:schemeClr>
                </a:solidFill>
                <a:latin typeface="Segoe UI" pitchFamily="34" charset="0"/>
                <a:cs typeface="Segoe UI" pitchFamily="34" charset="0"/>
              </a:rPr>
              <a:t> </a:t>
            </a:r>
            <a:r>
              <a:rPr sz="1600" dirty="0">
                <a:solidFill>
                  <a:schemeClr val="bg2">
                    <a:lumMod val="25000"/>
                  </a:schemeClr>
                </a:solidFill>
                <a:latin typeface="Segoe UI" pitchFamily="34" charset="0"/>
                <a:cs typeface="Segoe UI" pitchFamily="34" charset="0"/>
              </a:rPr>
              <a:t>kemiskinan</a:t>
            </a:r>
          </a:p>
        </p:txBody>
      </p:sp>
      <p:pic>
        <p:nvPicPr>
          <p:cNvPr id="28677" name="Picture 10" descr="https://upload.wikimedia.org/wikipedia/commons/5/5b/Logo_of_the_Ministry_of_Finance_of_the_Republic_of_Indonesia.png"/>
          <p:cNvPicPr>
            <a:picLocks noChangeAspect="1" noChangeArrowheads="1"/>
          </p:cNvPicPr>
          <p:nvPr/>
        </p:nvPicPr>
        <p:blipFill>
          <a:blip r:embed="rId4"/>
          <a:srcRect/>
          <a:stretch>
            <a:fillRect/>
          </a:stretch>
        </p:blipFill>
        <p:spPr bwMode="auto">
          <a:xfrm>
            <a:off x="95250" y="79375"/>
            <a:ext cx="679450" cy="647700"/>
          </a:xfrm>
          <a:prstGeom prst="rect">
            <a:avLst/>
          </a:prstGeom>
          <a:noFill/>
          <a:ln w="9525">
            <a:noFill/>
            <a:miter lim="800000"/>
            <a:headEnd/>
            <a:tailEnd/>
          </a:ln>
        </p:spPr>
      </p:pic>
      <p:sp>
        <p:nvSpPr>
          <p:cNvPr id="28678" name="Slide Number Placeholder 1"/>
          <p:cNvSpPr>
            <a:spLocks noGrp="1"/>
          </p:cNvSpPr>
          <p:nvPr>
            <p:ph type="sldNum" sz="quarter" idx="12"/>
          </p:nvPr>
        </p:nvSpPr>
        <p:spPr bwMode="auto">
          <a:xfrm>
            <a:off x="11502885" y="6065144"/>
            <a:ext cx="838199" cy="767687"/>
          </a:xfrm>
          <a:noFill/>
          <a:ln>
            <a:miter lim="800000"/>
            <a:headEnd/>
            <a:tailEnd/>
          </a:ln>
        </p:spPr>
        <p:txBody>
          <a:bodyPr/>
          <a:lstStyle/>
          <a:p>
            <a:fld id="{51422F87-07E7-4CF7-82F7-1A6C0CF4CF70}" type="slidenum">
              <a:rPr lang="en-US" altLang="en-US" sz="1600" smtClean="0">
                <a:latin typeface="Segoe UI" pitchFamily="34" charset="0"/>
                <a:cs typeface="Segoe UI" pitchFamily="34" charset="0"/>
              </a:rPr>
              <a:pPr/>
              <a:t>4</a:t>
            </a:fld>
            <a:endParaRPr lang="en-US" altLang="en-US" sz="1600" dirty="0" smtClean="0">
              <a:latin typeface="Segoe UI" pitchFamily="34" charset="0"/>
              <a:cs typeface="Segoe UI"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6184995" y="812987"/>
            <a:ext cx="5675312" cy="5502275"/>
          </a:xfrm>
          <a:prstGeom prst="rect">
            <a:avLst/>
          </a:prstGeom>
          <a:solidFill>
            <a:srgbClr val="FBE5D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700" dirty="0"/>
          </a:p>
        </p:txBody>
      </p:sp>
      <p:grpSp>
        <p:nvGrpSpPr>
          <p:cNvPr id="2" name="Group 10"/>
          <p:cNvGrpSpPr>
            <a:grpSpLocks/>
          </p:cNvGrpSpPr>
          <p:nvPr/>
        </p:nvGrpSpPr>
        <p:grpSpPr bwMode="auto">
          <a:xfrm>
            <a:off x="0" y="-47298"/>
            <a:ext cx="12192000" cy="852488"/>
            <a:chOff x="23209" y="21294"/>
            <a:chExt cx="12192000" cy="852989"/>
          </a:xfrm>
          <a:noFill/>
        </p:grpSpPr>
        <p:sp>
          <p:nvSpPr>
            <p:cNvPr id="12" name="Rectangle 11"/>
            <p:cNvSpPr/>
            <p:nvPr/>
          </p:nvSpPr>
          <p:spPr>
            <a:xfrm>
              <a:off x="23209" y="21294"/>
              <a:ext cx="12192000" cy="8529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258888" eaLnBrk="1" fontAlgn="auto" hangingPunct="1">
                <a:spcBef>
                  <a:spcPts val="0"/>
                </a:spcBef>
                <a:spcAft>
                  <a:spcPts val="0"/>
                </a:spcAft>
                <a:defRPr/>
              </a:pPr>
              <a:endParaRPr lang="id-ID" sz="2400" b="1" dirty="0">
                <a:solidFill>
                  <a:schemeClr val="tx1"/>
                </a:solidFill>
                <a:latin typeface="Segoe UI" pitchFamily="34" charset="0"/>
                <a:cs typeface="Segoe UI" pitchFamily="34" charset="0"/>
              </a:endParaRPr>
            </a:p>
          </p:txBody>
        </p:sp>
        <p:sp>
          <p:nvSpPr>
            <p:cNvPr id="15" name="Title 1"/>
            <p:cNvSpPr txBox="1">
              <a:spLocks/>
            </p:cNvSpPr>
            <p:nvPr/>
          </p:nvSpPr>
          <p:spPr>
            <a:xfrm>
              <a:off x="890038" y="115946"/>
              <a:ext cx="10991850" cy="598839"/>
            </a:xfrm>
            <a:prstGeom prst="rect">
              <a:avLst/>
            </a:prstGeom>
            <a:grpFill/>
          </p:spPr>
          <p:txBody>
            <a:bodyPr lIns="68562" tIns="34281" rIns="68562" bIns="34281" anchor="ctr"/>
            <a:lstStyle>
              <a:lvl1pPr algn="ctr">
                <a:spcBef>
                  <a:spcPct val="0"/>
                </a:spcBef>
                <a:buNone/>
                <a:tabLst>
                  <a:tab pos="5380038" algn="l"/>
                </a:tabLst>
                <a:defRPr sz="2800" b="1">
                  <a:solidFill>
                    <a:schemeClr val="bg1"/>
                  </a:solidFill>
                  <a:latin typeface="Cambria" panose="02040503050406030204" pitchFamily="18" charset="0"/>
                  <a:ea typeface="Cambria" panose="02040503050406030204" pitchFamily="18" charset="0"/>
                  <a:cs typeface="+mj-cs"/>
                </a:defRPr>
              </a:lvl1pPr>
            </a:lstStyle>
            <a:p>
              <a:pPr algn="l" eaLnBrk="1" fontAlgn="auto" hangingPunct="1">
                <a:lnSpc>
                  <a:spcPct val="90000"/>
                </a:lnSpc>
                <a:spcAft>
                  <a:spcPts val="0"/>
                </a:spcAft>
                <a:tabLst>
                  <a:tab pos="4035029" algn="l"/>
                </a:tabLst>
                <a:defRPr/>
              </a:pPr>
              <a:r>
                <a:rPr lang="sv-SE" dirty="0">
                  <a:solidFill>
                    <a:schemeClr val="tx1"/>
                  </a:solidFill>
                  <a:latin typeface="Segoe UI" pitchFamily="34" charset="0"/>
                  <a:ea typeface="+mj-ea"/>
                  <a:cs typeface="Segoe UI" pitchFamily="34" charset="0"/>
                </a:rPr>
                <a:t>DAMPAK PANDEMI COVID-19</a:t>
              </a:r>
              <a:endParaRPr lang="fi-FI" dirty="0">
                <a:solidFill>
                  <a:schemeClr val="tx1"/>
                </a:solidFill>
                <a:latin typeface="Segoe UI" pitchFamily="34" charset="0"/>
                <a:ea typeface="+mj-ea"/>
                <a:cs typeface="Segoe UI" pitchFamily="34" charset="0"/>
              </a:endParaRPr>
            </a:p>
          </p:txBody>
        </p:sp>
      </p:grpSp>
      <p:sp>
        <p:nvSpPr>
          <p:cNvPr id="31749" name="Slide Number Placeholder 1"/>
          <p:cNvSpPr>
            <a:spLocks noGrp="1"/>
          </p:cNvSpPr>
          <p:nvPr>
            <p:ph type="sldNum" sz="quarter" idx="12"/>
          </p:nvPr>
        </p:nvSpPr>
        <p:spPr bwMode="auto">
          <a:noFill/>
          <a:ln>
            <a:miter lim="800000"/>
            <a:headEnd/>
            <a:tailEnd/>
          </a:ln>
        </p:spPr>
        <p:txBody>
          <a:bodyPr/>
          <a:lstStyle/>
          <a:p>
            <a:fld id="{14F3AD5F-6FCD-4359-B590-72B8C6A83382}" type="slidenum">
              <a:rPr lang="en-US" altLang="en-US" sz="1600" smtClean="0">
                <a:latin typeface="Segoe UI" pitchFamily="34" charset="0"/>
                <a:cs typeface="Segoe UI" pitchFamily="34" charset="0"/>
              </a:rPr>
              <a:pPr/>
              <a:t>5</a:t>
            </a:fld>
            <a:endParaRPr lang="en-US" altLang="en-US" sz="1600" dirty="0" smtClean="0">
              <a:latin typeface="Segoe UI" pitchFamily="34" charset="0"/>
              <a:cs typeface="Segoe UI" pitchFamily="34" charset="0"/>
            </a:endParaRPr>
          </a:p>
        </p:txBody>
      </p:sp>
      <p:sp>
        <p:nvSpPr>
          <p:cNvPr id="16" name="Content Placeholder 2"/>
          <p:cNvSpPr>
            <a:spLocks noGrp="1"/>
          </p:cNvSpPr>
          <p:nvPr>
            <p:ph idx="4294967295"/>
          </p:nvPr>
        </p:nvSpPr>
        <p:spPr>
          <a:xfrm>
            <a:off x="952500" y="1066800"/>
            <a:ext cx="4217988" cy="5308600"/>
          </a:xfrm>
        </p:spPr>
        <p:txBody>
          <a:bodyPr rtlCol="0">
            <a:normAutofit fontScale="92500" lnSpcReduction="20000"/>
          </a:bodyPr>
          <a:lstStyle/>
          <a:p>
            <a:pPr marL="285750" indent="-285750" eaLnBrk="1" fontAlgn="auto" hangingPunct="1">
              <a:spcBef>
                <a:spcPct val="0"/>
              </a:spcBef>
              <a:spcAft>
                <a:spcPts val="1200"/>
              </a:spcAft>
              <a:defRPr/>
            </a:pPr>
            <a:r>
              <a:rPr lang="id-ID" sz="2000" b="1" dirty="0" smtClean="0">
                <a:solidFill>
                  <a:schemeClr val="bg2">
                    <a:lumMod val="10000"/>
                  </a:schemeClr>
                </a:solidFill>
                <a:cs typeface="Segoe UI" pitchFamily="34" charset="0"/>
              </a:rPr>
              <a:t>Wabah Covid-19 telah menyebar dengan cepat ke seluruh Indonesia mengakibatkan jumlah penderita positif Covid-19 dan kematian yang terus meningkat.</a:t>
            </a:r>
          </a:p>
          <a:p>
            <a:pPr marL="285750" indent="-285750" eaLnBrk="1" fontAlgn="auto" hangingPunct="1">
              <a:spcBef>
                <a:spcPct val="0"/>
              </a:spcBef>
              <a:spcAft>
                <a:spcPts val="1200"/>
              </a:spcAft>
              <a:defRPr/>
            </a:pPr>
            <a:endParaRPr lang="id-ID" sz="2000" dirty="0" smtClean="0">
              <a:solidFill>
                <a:schemeClr val="bg2">
                  <a:lumMod val="10000"/>
                </a:schemeClr>
              </a:solidFill>
              <a:cs typeface="Segoe UI" pitchFamily="34" charset="0"/>
            </a:endParaRPr>
          </a:p>
          <a:p>
            <a:pPr marL="285750" indent="-285750" eaLnBrk="1" fontAlgn="auto" hangingPunct="1">
              <a:spcBef>
                <a:spcPct val="0"/>
              </a:spcBef>
              <a:spcAft>
                <a:spcPts val="1200"/>
              </a:spcAft>
              <a:defRPr/>
            </a:pPr>
            <a:r>
              <a:rPr lang="id-ID" sz="2000" b="1" dirty="0" smtClean="0">
                <a:solidFill>
                  <a:schemeClr val="bg2">
                    <a:lumMod val="10000"/>
                  </a:schemeClr>
                </a:solidFill>
                <a:cs typeface="Segoe UI" pitchFamily="34" charset="0"/>
              </a:rPr>
              <a:t>Berbagai sektor seperti sektor pariwisata terpukul karena pandemic Covid-19 dan menyebabkan banyak karyawan yang dirumahkan atau mengalami pemutusan hubungan kerja</a:t>
            </a:r>
          </a:p>
          <a:p>
            <a:pPr marL="285750" indent="-285750" eaLnBrk="1" fontAlgn="auto" hangingPunct="1">
              <a:spcBef>
                <a:spcPct val="0"/>
              </a:spcBef>
              <a:spcAft>
                <a:spcPts val="1200"/>
              </a:spcAft>
              <a:defRPr/>
            </a:pPr>
            <a:endParaRPr lang="id-ID" sz="2000" dirty="0" smtClean="0">
              <a:solidFill>
                <a:schemeClr val="bg2">
                  <a:lumMod val="10000"/>
                </a:schemeClr>
              </a:solidFill>
              <a:cs typeface="Segoe UI" pitchFamily="34" charset="0"/>
            </a:endParaRPr>
          </a:p>
          <a:p>
            <a:pPr marL="285750" indent="-285750" eaLnBrk="1" fontAlgn="auto" hangingPunct="1">
              <a:spcBef>
                <a:spcPct val="0"/>
              </a:spcBef>
              <a:spcAft>
                <a:spcPts val="1200"/>
              </a:spcAft>
              <a:defRPr/>
            </a:pPr>
            <a:r>
              <a:rPr lang="id-ID" sz="2000" b="1" dirty="0" smtClean="0">
                <a:solidFill>
                  <a:schemeClr val="bg2">
                    <a:lumMod val="10000"/>
                  </a:schemeClr>
                </a:solidFill>
                <a:cs typeface="Segoe UI" pitchFamily="34" charset="0"/>
              </a:rPr>
              <a:t>Terjadi pelemahan ekonomi dan penurunan daya beli masyarkat</a:t>
            </a:r>
            <a:endParaRPr lang="id-ID" sz="2000" b="1" dirty="0">
              <a:solidFill>
                <a:schemeClr val="bg2">
                  <a:lumMod val="10000"/>
                </a:schemeClr>
              </a:solidFill>
              <a:cs typeface="Segoe UI" pitchFamily="34" charset="0"/>
            </a:endParaRPr>
          </a:p>
        </p:txBody>
      </p:sp>
      <p:pic>
        <p:nvPicPr>
          <p:cNvPr id="31750" name="Picture 10" descr="https://upload.wikimedia.org/wikipedia/commons/5/5b/Logo_of_the_Ministry_of_Finance_of_the_Republic_of_Indonesia.png"/>
          <p:cNvPicPr>
            <a:picLocks noChangeAspect="1" noChangeArrowheads="1"/>
          </p:cNvPicPr>
          <p:nvPr/>
        </p:nvPicPr>
        <p:blipFill>
          <a:blip r:embed="rId3"/>
          <a:srcRect/>
          <a:stretch>
            <a:fillRect/>
          </a:stretch>
        </p:blipFill>
        <p:spPr bwMode="auto">
          <a:xfrm>
            <a:off x="95250" y="79375"/>
            <a:ext cx="679450" cy="647700"/>
          </a:xfrm>
          <a:prstGeom prst="rect">
            <a:avLst/>
          </a:prstGeom>
          <a:noFill/>
          <a:ln w="9525">
            <a:noFill/>
            <a:miter lim="800000"/>
            <a:headEnd/>
            <a:tailEnd/>
          </a:ln>
        </p:spPr>
      </p:pic>
      <p:sp>
        <p:nvSpPr>
          <p:cNvPr id="10" name="Rectangle 9"/>
          <p:cNvSpPr/>
          <p:nvPr/>
        </p:nvSpPr>
        <p:spPr>
          <a:xfrm>
            <a:off x="6544329" y="1496079"/>
            <a:ext cx="4870450" cy="4246562"/>
          </a:xfrm>
          <a:prstGeom prst="rect">
            <a:avLst/>
          </a:prstGeom>
        </p:spPr>
        <p:txBody>
          <a:bodyPr>
            <a:spAutoFit/>
          </a:bodyPr>
          <a:lstStyle/>
          <a:p>
            <a:pPr>
              <a:spcAft>
                <a:spcPts val="1200"/>
              </a:spcAft>
              <a:defRPr/>
            </a:pPr>
            <a:r>
              <a:rPr lang="id-ID" sz="2000" b="1" dirty="0" smtClean="0">
                <a:solidFill>
                  <a:prstClr val="black"/>
                </a:solidFill>
                <a:latin typeface="Segoe UI" pitchFamily="34" charset="0"/>
                <a:cs typeface="Segoe UI" pitchFamily="34" charset="0"/>
              </a:rPr>
              <a:t>Perlu terobosan kebijakan, salah satunya kebijakan TKDD untuk penanganan covid19:</a:t>
            </a:r>
          </a:p>
          <a:p>
            <a:pPr marL="568325" lvl="1" indent="-457200">
              <a:spcAft>
                <a:spcPts val="1200"/>
              </a:spcAft>
              <a:buFont typeface="+mj-lt"/>
              <a:buAutoNum type="arabicPeriod"/>
              <a:defRPr/>
            </a:pPr>
            <a:r>
              <a:rPr lang="id-ID" sz="2000" b="1" dirty="0" smtClean="0">
                <a:solidFill>
                  <a:srgbClr val="C00000"/>
                </a:solidFill>
                <a:latin typeface="Segoe UI" pitchFamily="34" charset="0"/>
                <a:cs typeface="Segoe UI" pitchFamily="34" charset="0"/>
              </a:rPr>
              <a:t>Penyesuaian alokasi TKDD melalui Perpres 54/2020 untuk dialihkan pada penanganan covid19 secara terpusat</a:t>
            </a:r>
          </a:p>
          <a:p>
            <a:pPr marL="568325" lvl="1" indent="-457200">
              <a:spcAft>
                <a:spcPts val="1200"/>
              </a:spcAft>
              <a:buFont typeface="+mj-lt"/>
              <a:buAutoNum type="arabicPeriod"/>
              <a:defRPr/>
            </a:pPr>
            <a:r>
              <a:rPr lang="id-ID" sz="2000" b="1" dirty="0" smtClean="0">
                <a:solidFill>
                  <a:schemeClr val="accent4">
                    <a:lumMod val="75000"/>
                  </a:schemeClr>
                </a:solidFill>
                <a:latin typeface="Segoe UI" pitchFamily="34" charset="0"/>
                <a:cs typeface="Segoe UI" pitchFamily="34" charset="0"/>
              </a:rPr>
              <a:t>Refokusing TKDD agar digunakan untuk penanganan covid19</a:t>
            </a:r>
          </a:p>
          <a:p>
            <a:pPr marL="568325" lvl="1" indent="-457200">
              <a:spcAft>
                <a:spcPts val="1200"/>
              </a:spcAft>
              <a:buFont typeface="+mj-lt"/>
              <a:buAutoNum type="arabicPeriod"/>
              <a:defRPr/>
            </a:pPr>
            <a:r>
              <a:rPr lang="id-ID" sz="2000" b="1" dirty="0" smtClean="0">
                <a:solidFill>
                  <a:srgbClr val="592C5D"/>
                </a:solidFill>
                <a:latin typeface="Segoe UI" pitchFamily="34" charset="0"/>
                <a:cs typeface="Segoe UI" pitchFamily="34" charset="0"/>
              </a:rPr>
              <a:t>Rasionalisasi Belanja APBD 2020 agar focus pada penanganan covid19</a:t>
            </a:r>
            <a:endParaRPr lang="id-ID" sz="2000" b="1" dirty="0">
              <a:solidFill>
                <a:srgbClr val="592C5D"/>
              </a:solidFill>
              <a:latin typeface="Segoe UI" pitchFamily="34" charset="0"/>
              <a:cs typeface="Segoe UI" pitchFamily="34" charset="0"/>
            </a:endParaRPr>
          </a:p>
        </p:txBody>
      </p:sp>
      <p:pic>
        <p:nvPicPr>
          <p:cNvPr id="31752" name="Picture 9" descr="https://tse2.mm.bing.net/th?id=OIP.x3PJolvpZC3jEU4qJw_ciQHaFj&amp;pid=Api&amp;P=0&amp;w=209&amp;h=157"/>
          <p:cNvPicPr>
            <a:picLocks noChangeAspect="1" noChangeArrowheads="1"/>
          </p:cNvPicPr>
          <p:nvPr/>
        </p:nvPicPr>
        <p:blipFill>
          <a:blip r:embed="rId4"/>
          <a:srcRect l="16267" r="11884"/>
          <a:stretch>
            <a:fillRect/>
          </a:stretch>
        </p:blipFill>
        <p:spPr bwMode="auto">
          <a:xfrm>
            <a:off x="409575" y="1128713"/>
            <a:ext cx="836613" cy="873125"/>
          </a:xfrm>
          <a:prstGeom prst="rect">
            <a:avLst/>
          </a:prstGeom>
          <a:noFill/>
          <a:ln w="9525">
            <a:noFill/>
            <a:miter lim="800000"/>
            <a:headEnd/>
            <a:tailEnd/>
          </a:ln>
        </p:spPr>
      </p:pic>
      <p:pic>
        <p:nvPicPr>
          <p:cNvPr id="31753" name="Picture 9" descr="https://tse2.mm.bing.net/th?id=OIP.x3PJolvpZC3jEU4qJw_ciQHaFj&amp;pid=Api&amp;P=0&amp;w=209&amp;h=157"/>
          <p:cNvPicPr>
            <a:picLocks noChangeAspect="1" noChangeArrowheads="1"/>
          </p:cNvPicPr>
          <p:nvPr/>
        </p:nvPicPr>
        <p:blipFill>
          <a:blip r:embed="rId4"/>
          <a:srcRect l="16267" r="11884"/>
          <a:stretch>
            <a:fillRect/>
          </a:stretch>
        </p:blipFill>
        <p:spPr bwMode="auto">
          <a:xfrm>
            <a:off x="404813" y="3189288"/>
            <a:ext cx="835025" cy="873125"/>
          </a:xfrm>
          <a:prstGeom prst="rect">
            <a:avLst/>
          </a:prstGeom>
          <a:noFill/>
          <a:ln w="9525">
            <a:noFill/>
            <a:miter lim="800000"/>
            <a:headEnd/>
            <a:tailEnd/>
          </a:ln>
        </p:spPr>
      </p:pic>
      <p:pic>
        <p:nvPicPr>
          <p:cNvPr id="31754" name="Picture 9" descr="https://tse2.mm.bing.net/th?id=OIP.x3PJolvpZC3jEU4qJw_ciQHaFj&amp;pid=Api&amp;P=0&amp;w=209&amp;h=157"/>
          <p:cNvPicPr>
            <a:picLocks noChangeAspect="1" noChangeArrowheads="1"/>
          </p:cNvPicPr>
          <p:nvPr/>
        </p:nvPicPr>
        <p:blipFill>
          <a:blip r:embed="rId4"/>
          <a:srcRect l="16267" r="11884"/>
          <a:stretch>
            <a:fillRect/>
          </a:stretch>
        </p:blipFill>
        <p:spPr bwMode="auto">
          <a:xfrm>
            <a:off x="376238" y="5260975"/>
            <a:ext cx="835025" cy="874713"/>
          </a:xfrm>
          <a:prstGeom prst="rect">
            <a:avLst/>
          </a:prstGeom>
          <a:noFill/>
          <a:ln w="9525">
            <a:noFill/>
            <a:miter lim="800000"/>
            <a:headEnd/>
            <a:tailEnd/>
          </a:ln>
        </p:spPr>
      </p:pic>
      <p:pic>
        <p:nvPicPr>
          <p:cNvPr id="31755" name="Picture 9" descr="https://tse2.mm.bing.net/th?id=OIP.x3PJolvpZC3jEU4qJw_ciQHaFj&amp;pid=Api&amp;P=0&amp;w=209&amp;h=157"/>
          <p:cNvPicPr>
            <a:picLocks noChangeAspect="1" noChangeArrowheads="1"/>
          </p:cNvPicPr>
          <p:nvPr/>
        </p:nvPicPr>
        <p:blipFill>
          <a:blip r:embed="rId4"/>
          <a:srcRect l="16267" r="11884"/>
          <a:stretch>
            <a:fillRect/>
          </a:stretch>
        </p:blipFill>
        <p:spPr bwMode="auto">
          <a:xfrm>
            <a:off x="409575" y="1096963"/>
            <a:ext cx="836613" cy="873125"/>
          </a:xfrm>
          <a:prstGeom prst="rect">
            <a:avLst/>
          </a:prstGeom>
          <a:noFill/>
          <a:ln w="9525">
            <a:noFill/>
            <a:miter lim="800000"/>
            <a:headEnd/>
            <a:tailEnd/>
          </a:ln>
        </p:spPr>
      </p:pic>
      <p:sp>
        <p:nvSpPr>
          <p:cNvPr id="24" name="object 5"/>
          <p:cNvSpPr txBox="1"/>
          <p:nvPr/>
        </p:nvSpPr>
        <p:spPr>
          <a:xfrm>
            <a:off x="946150" y="466725"/>
            <a:ext cx="10983913" cy="263525"/>
          </a:xfrm>
          <a:prstGeom prst="rect">
            <a:avLst/>
          </a:prstGeom>
        </p:spPr>
        <p:txBody>
          <a:bodyPr lIns="0" tIns="16912" rIns="0" bIns="0">
            <a:spAutoFit/>
          </a:bodyPr>
          <a:lstStyle/>
          <a:p>
            <a:pPr marL="16913" eaLnBrk="1" fontAlgn="auto" hangingPunct="1">
              <a:spcBef>
                <a:spcPts val="133"/>
              </a:spcBef>
              <a:spcAft>
                <a:spcPts val="0"/>
              </a:spcAft>
              <a:defRPr/>
            </a:pPr>
            <a:r>
              <a:rPr lang="id-ID" sz="1600" spc="-7" dirty="0" smtClean="0">
                <a:solidFill>
                  <a:schemeClr val="bg2">
                    <a:lumMod val="25000"/>
                  </a:schemeClr>
                </a:solidFill>
                <a:latin typeface="Segoe UI" pitchFamily="34" charset="0"/>
                <a:cs typeface="Segoe UI" pitchFamily="34" charset="0"/>
              </a:rPr>
              <a:t>Terhadap kesehatan,</a:t>
            </a:r>
            <a:r>
              <a:rPr lang="id-ID" sz="1600" spc="-107" dirty="0" smtClean="0">
                <a:solidFill>
                  <a:schemeClr val="bg2">
                    <a:lumMod val="25000"/>
                  </a:schemeClr>
                </a:solidFill>
                <a:latin typeface="Segoe UI" pitchFamily="34" charset="0"/>
                <a:cs typeface="Segoe UI" pitchFamily="34" charset="0"/>
              </a:rPr>
              <a:t> </a:t>
            </a:r>
            <a:r>
              <a:rPr lang="id-ID" sz="1600" spc="-13" dirty="0" smtClean="0">
                <a:solidFill>
                  <a:schemeClr val="bg2">
                    <a:lumMod val="25000"/>
                  </a:schemeClr>
                </a:solidFill>
                <a:latin typeface="Segoe UI" pitchFamily="34" charset="0"/>
                <a:cs typeface="Segoe UI" pitchFamily="34" charset="0"/>
              </a:rPr>
              <a:t>sektor unggulan penerimaan</a:t>
            </a:r>
            <a:r>
              <a:rPr lang="id-ID" sz="1600" spc="-7" dirty="0" smtClean="0">
                <a:solidFill>
                  <a:schemeClr val="bg2">
                    <a:lumMod val="25000"/>
                  </a:schemeClr>
                </a:solidFill>
                <a:latin typeface="Segoe UI" pitchFamily="34" charset="0"/>
                <a:cs typeface="Segoe UI" pitchFamily="34" charset="0"/>
              </a:rPr>
              <a:t>,</a:t>
            </a:r>
            <a:r>
              <a:rPr lang="id-ID" sz="1600" spc="-73" dirty="0" smtClean="0">
                <a:solidFill>
                  <a:schemeClr val="bg2">
                    <a:lumMod val="25000"/>
                  </a:schemeClr>
                </a:solidFill>
                <a:latin typeface="Segoe UI" pitchFamily="34" charset="0"/>
                <a:cs typeface="Segoe UI" pitchFamily="34" charset="0"/>
              </a:rPr>
              <a:t> </a:t>
            </a:r>
            <a:r>
              <a:rPr lang="id-ID" sz="1600" spc="-7" dirty="0" smtClean="0">
                <a:solidFill>
                  <a:schemeClr val="bg2">
                    <a:lumMod val="25000"/>
                  </a:schemeClr>
                </a:solidFill>
                <a:latin typeface="Segoe UI" pitchFamily="34" charset="0"/>
                <a:cs typeface="Segoe UI" pitchFamily="34" charset="0"/>
              </a:rPr>
              <a:t>dan</a:t>
            </a:r>
            <a:r>
              <a:rPr lang="id-ID" sz="1600" spc="-27" dirty="0" smtClean="0">
                <a:solidFill>
                  <a:schemeClr val="bg2">
                    <a:lumMod val="25000"/>
                  </a:schemeClr>
                </a:solidFill>
                <a:latin typeface="Segoe UI" pitchFamily="34" charset="0"/>
                <a:cs typeface="Segoe UI" pitchFamily="34" charset="0"/>
              </a:rPr>
              <a:t> </a:t>
            </a:r>
            <a:r>
              <a:rPr lang="id-ID" sz="1600" spc="-7" dirty="0" smtClean="0">
                <a:solidFill>
                  <a:schemeClr val="bg2">
                    <a:lumMod val="25000"/>
                  </a:schemeClr>
                </a:solidFill>
                <a:latin typeface="Segoe UI" pitchFamily="34" charset="0"/>
                <a:cs typeface="Segoe UI" pitchFamily="34" charset="0"/>
              </a:rPr>
              <a:t>ekonomi</a:t>
            </a:r>
            <a:endParaRPr lang="id-ID" sz="1598" dirty="0">
              <a:solidFill>
                <a:schemeClr val="bg2">
                  <a:lumMod val="25000"/>
                </a:schemeClr>
              </a:solidFill>
              <a:latin typeface="Segoe UI" pitchFamily="34" charset="0"/>
              <a:cs typeface="Segoe UI" pitchFamily="34" charset="0"/>
            </a:endParaRPr>
          </a:p>
        </p:txBody>
      </p:sp>
      <p:sp>
        <p:nvSpPr>
          <p:cNvPr id="31757" name="object 31"/>
          <p:cNvSpPr>
            <a:spLocks noChangeArrowheads="1"/>
          </p:cNvSpPr>
          <p:nvPr/>
        </p:nvSpPr>
        <p:spPr bwMode="auto">
          <a:xfrm flipH="1">
            <a:off x="5500688" y="2219325"/>
            <a:ext cx="442912" cy="299561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1600" y="0"/>
                </a:moveTo>
                <a:lnTo>
                  <a:pt x="0" y="10800"/>
                </a:lnTo>
                <a:lnTo>
                  <a:pt x="21600" y="21600"/>
                </a:lnTo>
                <a:lnTo>
                  <a:pt x="21600" y="0"/>
                </a:lnTo>
                <a:close/>
              </a:path>
            </a:pathLst>
          </a:custGeom>
          <a:solidFill>
            <a:srgbClr val="DEEBF7"/>
          </a:solidFill>
          <a:ln w="12700">
            <a:solidFill>
              <a:srgbClr val="CCECFF"/>
            </a:solidFill>
            <a:miter lim="400000"/>
            <a:headEnd/>
            <a:tailEnd/>
          </a:ln>
        </p:spPr>
        <p:txBody>
          <a:bodyPr lIns="22860" tIns="22860" rIns="22860" bIns="22860"/>
          <a:lstStyle/>
          <a:p>
            <a:endParaRPr lang="id-ID"/>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bwMode="auto">
          <a:xfrm>
            <a:off x="0" y="0"/>
            <a:ext cx="12192000" cy="852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258888" eaLnBrk="1" fontAlgn="auto" hangingPunct="1">
              <a:spcBef>
                <a:spcPts val="0"/>
              </a:spcBef>
              <a:spcAft>
                <a:spcPts val="0"/>
              </a:spcAft>
              <a:defRPr/>
            </a:pPr>
            <a:endParaRPr lang="id-ID" sz="3200" b="1" dirty="0">
              <a:solidFill>
                <a:schemeClr val="tx1"/>
              </a:solidFill>
              <a:latin typeface="Segoe UI" pitchFamily="34" charset="0"/>
              <a:cs typeface="Segoe UI" pitchFamily="34" charset="0"/>
            </a:endParaRPr>
          </a:p>
        </p:txBody>
      </p:sp>
      <p:sp>
        <p:nvSpPr>
          <p:cNvPr id="16" name="Title 1"/>
          <p:cNvSpPr txBox="1">
            <a:spLocks/>
          </p:cNvSpPr>
          <p:nvPr/>
        </p:nvSpPr>
        <p:spPr>
          <a:xfrm>
            <a:off x="850900" y="79375"/>
            <a:ext cx="9882188" cy="466725"/>
          </a:xfrm>
          <a:prstGeom prst="rect">
            <a:avLst/>
          </a:prstGeom>
        </p:spPr>
        <p:txBody>
          <a:bodyPr lIns="68562" tIns="34281" rIns="68562" bIns="34281" anchor="ctr"/>
          <a:lstStyle>
            <a:lvl1pPr algn="ctr">
              <a:spcBef>
                <a:spcPct val="0"/>
              </a:spcBef>
              <a:buNone/>
              <a:tabLst>
                <a:tab pos="5380038" algn="l"/>
              </a:tabLst>
              <a:defRPr sz="2800" b="1">
                <a:solidFill>
                  <a:schemeClr val="bg1"/>
                </a:solidFill>
                <a:latin typeface="Cambria" panose="02040503050406030204" pitchFamily="18" charset="0"/>
                <a:ea typeface="Cambria" panose="02040503050406030204" pitchFamily="18" charset="0"/>
                <a:cs typeface="+mj-cs"/>
              </a:defRPr>
            </a:lvl1pPr>
          </a:lstStyle>
          <a:p>
            <a:pPr algn="l" eaLnBrk="1" fontAlgn="auto" hangingPunct="1">
              <a:lnSpc>
                <a:spcPct val="90000"/>
              </a:lnSpc>
              <a:spcAft>
                <a:spcPts val="0"/>
              </a:spcAft>
              <a:tabLst>
                <a:tab pos="4035029" algn="l"/>
              </a:tabLst>
              <a:defRPr/>
            </a:pPr>
            <a:r>
              <a:rPr lang="en-US" sz="2500" dirty="0">
                <a:solidFill>
                  <a:schemeClr val="tx1"/>
                </a:solidFill>
                <a:latin typeface="Segoe UI" pitchFamily="34" charset="0"/>
                <a:ea typeface="+mj-ea"/>
                <a:cs typeface="Segoe UI" pitchFamily="34" charset="0"/>
              </a:rPr>
              <a:t>1. PENYESUAIAN ALOKASI TKDD MELALUI PERPRES 54/2020</a:t>
            </a:r>
            <a:endParaRPr lang="fi-FI" sz="2500" dirty="0">
              <a:solidFill>
                <a:schemeClr val="tx1"/>
              </a:solidFill>
              <a:latin typeface="Segoe UI" pitchFamily="34" charset="0"/>
              <a:ea typeface="+mj-ea"/>
              <a:cs typeface="Segoe UI" pitchFamily="34" charset="0"/>
            </a:endParaRPr>
          </a:p>
        </p:txBody>
      </p:sp>
      <p:graphicFrame>
        <p:nvGraphicFramePr>
          <p:cNvPr id="17" name="object 2"/>
          <p:cNvGraphicFramePr>
            <a:graphicFrameLocks noGrp="1"/>
          </p:cNvGraphicFramePr>
          <p:nvPr>
            <p:extLst>
              <p:ext uri="{D42A27DB-BD31-4B8C-83A1-F6EECF244321}">
                <p14:modId xmlns:p14="http://schemas.microsoft.com/office/powerpoint/2010/main" val="1710410876"/>
              </p:ext>
            </p:extLst>
          </p:nvPr>
        </p:nvGraphicFramePr>
        <p:xfrm>
          <a:off x="463550" y="1381125"/>
          <a:ext cx="11099800" cy="5314954"/>
        </p:xfrm>
        <a:graphic>
          <a:graphicData uri="http://schemas.openxmlformats.org/drawingml/2006/table">
            <a:tbl>
              <a:tblPr firstRow="1" bandRow="1">
                <a:tableStyleId>{0E3FDE45-AF77-4B5C-9715-49D594BDF05E}</a:tableStyleId>
              </a:tblPr>
              <a:tblGrid>
                <a:gridCol w="455613">
                  <a:extLst>
                    <a:ext uri="{9D8B030D-6E8A-4147-A177-3AD203B41FA5}"/>
                  </a:extLst>
                </a:gridCol>
                <a:gridCol w="2806700">
                  <a:extLst>
                    <a:ext uri="{9D8B030D-6E8A-4147-A177-3AD203B41FA5}"/>
                  </a:extLst>
                </a:gridCol>
                <a:gridCol w="1049337">
                  <a:extLst>
                    <a:ext uri="{9D8B030D-6E8A-4147-A177-3AD203B41FA5}"/>
                  </a:extLst>
                </a:gridCol>
                <a:gridCol w="1105338">
                  <a:extLst>
                    <a:ext uri="{9D8B030D-6E8A-4147-A177-3AD203B41FA5}"/>
                  </a:extLst>
                </a:gridCol>
                <a:gridCol w="1015562">
                  <a:extLst>
                    <a:ext uri="{9D8B030D-6E8A-4147-A177-3AD203B41FA5}"/>
                  </a:extLst>
                </a:gridCol>
                <a:gridCol w="4667250">
                  <a:extLst>
                    <a:ext uri="{9D8B030D-6E8A-4147-A177-3AD203B41FA5}"/>
                  </a:extLst>
                </a:gridCol>
              </a:tblGrid>
              <a:tr h="344488">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No</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Jenis TKDD</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APBN</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Perpres 54</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Selisih</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Penjelasan</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82575">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DBH</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117,58</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89,81</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(27,76)</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Mengikuti penurunan penerimaan Negara (21,1%)</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82575">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2</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DAU</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427,09</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384,38</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(42,71)</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Pemotongan 10%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82575">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3</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DID</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15,00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13,50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(1,50)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Pemotongan Rp1,5 T</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82575">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4</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DAK Fisik</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72,25</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54,19</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(18,06)</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Dipotong 25% dari pagu awal</a:t>
                      </a:r>
                    </a:p>
                    <a:p>
                      <a:pPr marL="268288" marR="0" lvl="0" indent="-176213"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id-ID" altLang="en-US" sz="1400" u="none" strike="noStrike" cap="none" normalizeH="0" baseline="0" noProof="0" dirty="0" smtClean="0">
                          <a:ln>
                            <a:noFill/>
                          </a:ln>
                          <a:effectLst/>
                        </a:rPr>
                        <a:t>Pemotongan dilakukan pada bidang selain Pendidikan (non  GOR dan Perpusda) dan Kesehatan</a:t>
                      </a:r>
                    </a:p>
                    <a:p>
                      <a:pPr marL="268288" marR="0" lvl="0" indent="-176213" algn="l" defTabSz="914400" rtl="0" eaLnBrk="1" fontAlgn="base" latinLnBrk="0" hangingPunct="1">
                        <a:lnSpc>
                          <a:spcPct val="100000"/>
                        </a:lnSpc>
                        <a:spcBef>
                          <a:spcPts val="600"/>
                        </a:spcBef>
                        <a:spcAft>
                          <a:spcPct val="0"/>
                        </a:spcAft>
                        <a:buClrTx/>
                        <a:buSzTx/>
                        <a:buFont typeface="Arial" panose="020B0604020202020204" pitchFamily="34" charset="0"/>
                        <a:buChar char="•"/>
                        <a:tabLst/>
                      </a:pPr>
                      <a:r>
                        <a:rPr kumimoji="0" lang="id-ID" altLang="en-US" sz="1400" u="none" strike="noStrike" cap="none" normalizeH="0" baseline="0" noProof="0" dirty="0" smtClean="0">
                          <a:ln>
                            <a:noFill/>
                          </a:ln>
                          <a:effectLst/>
                        </a:rPr>
                        <a:t>Alokasi DAK Fisik Bidang lainnya termasuk dana cadangan DAK Fisik sebesar Rp9,1 T</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481013">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id-ID" altLang="en-US" sz="1400" b="0" i="0" u="none" strike="noStrike" cap="none" normalizeH="0" baseline="0" noProof="0" dirty="0">
                        <a:ln>
                          <a:noFill/>
                        </a:ln>
                        <a:solidFill>
                          <a:schemeClr val="tx1"/>
                        </a:solidFill>
                        <a:effectLst/>
                        <a:latin typeface="Calibri" panose="020F0502020204030204" pitchFamily="34" charset="0"/>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377825" indent="-285750" eaLnBrk="0" hangingPunct="0">
                        <a:lnSpc>
                          <a:spcPct val="90000"/>
                        </a:lnSpc>
                        <a:spcBef>
                          <a:spcPts val="1000"/>
                        </a:spcBef>
                        <a:buFont typeface="Arial" panose="020B0604020202020204" pitchFamily="34" charset="0"/>
                        <a:tabLst>
                          <a:tab pos="377825" algn="l"/>
                        </a:tabLst>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tabLst>
                          <a:tab pos="377825" algn="l"/>
                        </a:tabLst>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tabLst>
                          <a:tab pos="377825" algn="l"/>
                        </a:tabLst>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9pPr>
                    </a:lstStyle>
                    <a:p>
                      <a:pPr marL="377825" marR="0" lvl="0" indent="-285750" algn="l" defTabSz="914400" rtl="0" eaLnBrk="1" fontAlgn="base" latinLnBrk="0" hangingPunct="1">
                        <a:lnSpc>
                          <a:spcPct val="100000"/>
                        </a:lnSpc>
                        <a:spcBef>
                          <a:spcPts val="275"/>
                        </a:spcBef>
                        <a:spcAft>
                          <a:spcPct val="0"/>
                        </a:spcAft>
                        <a:buClrTx/>
                        <a:buSzTx/>
                        <a:buFont typeface="Arial" panose="020B0604020202020204" pitchFamily="34" charset="0"/>
                        <a:buChar char="•"/>
                        <a:tabLst>
                          <a:tab pos="377825" algn="l"/>
                        </a:tabLst>
                      </a:pPr>
                      <a:r>
                        <a:rPr kumimoji="0" lang="id-ID" altLang="en-US" sz="1400" u="none" strike="noStrike" cap="none" normalizeH="0" baseline="0" noProof="0" dirty="0" smtClean="0">
                          <a:ln>
                            <a:noFill/>
                          </a:ln>
                          <a:effectLst/>
                        </a:rPr>
                        <a:t>Bidang Pendidikan (Non GOR dan  Perpustakaan)</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18,33</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18,33</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extLst>
              </a:tr>
              <a:tr h="282575">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id-ID" altLang="en-US" sz="1400" b="0" i="0" u="none" strike="noStrike" cap="none" normalizeH="0" baseline="0" noProof="0" dirty="0">
                        <a:ln>
                          <a:noFill/>
                        </a:ln>
                        <a:solidFill>
                          <a:schemeClr val="tx1"/>
                        </a:solidFill>
                        <a:effectLst/>
                        <a:latin typeface="Calibri" panose="020F0502020204030204" pitchFamily="34" charset="0"/>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377825" indent="-285750" eaLnBrk="0" hangingPunct="0">
                        <a:lnSpc>
                          <a:spcPct val="90000"/>
                        </a:lnSpc>
                        <a:spcBef>
                          <a:spcPts val="1000"/>
                        </a:spcBef>
                        <a:buFont typeface="Arial" panose="020B0604020202020204" pitchFamily="34" charset="0"/>
                        <a:tabLst>
                          <a:tab pos="377825" algn="l"/>
                        </a:tabLst>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tabLst>
                          <a:tab pos="377825" algn="l"/>
                        </a:tabLst>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tabLst>
                          <a:tab pos="377825" algn="l"/>
                        </a:tabLst>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9pPr>
                    </a:lstStyle>
                    <a:p>
                      <a:pPr marL="377825" marR="0" lvl="0" indent="-285750" algn="l" defTabSz="914400" rtl="0" eaLnBrk="1" fontAlgn="base" latinLnBrk="0" hangingPunct="1">
                        <a:lnSpc>
                          <a:spcPct val="100000"/>
                        </a:lnSpc>
                        <a:spcBef>
                          <a:spcPts val="275"/>
                        </a:spcBef>
                        <a:spcAft>
                          <a:spcPct val="0"/>
                        </a:spcAft>
                        <a:buClrTx/>
                        <a:buSzTx/>
                        <a:buFont typeface="Arial" panose="020B0604020202020204" pitchFamily="34" charset="0"/>
                        <a:buChar char="•"/>
                        <a:tabLst>
                          <a:tab pos="377825" algn="l"/>
                        </a:tabLst>
                      </a:pPr>
                      <a:r>
                        <a:rPr kumimoji="0" lang="id-ID" altLang="en-US" sz="1400" u="none" strike="noStrike" cap="none" normalizeH="0" baseline="0" noProof="0" dirty="0" smtClean="0">
                          <a:ln>
                            <a:noFill/>
                          </a:ln>
                          <a:effectLst/>
                        </a:rPr>
                        <a:t>Bidang Kesehatan</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20,78</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20,78</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29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extLst>
              </a:tr>
              <a:tr h="481013">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id-ID" altLang="en-US" sz="1400" b="0" i="0" u="none" strike="noStrike" cap="none" normalizeH="0" baseline="0" noProof="0" dirty="0">
                        <a:ln>
                          <a:noFill/>
                        </a:ln>
                        <a:solidFill>
                          <a:schemeClr val="tx1"/>
                        </a:solidFill>
                        <a:effectLst/>
                        <a:latin typeface="Calibri" panose="020F0502020204030204" pitchFamily="34" charset="0"/>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377825" indent="-285750" eaLnBrk="0" hangingPunct="0">
                        <a:lnSpc>
                          <a:spcPct val="90000"/>
                        </a:lnSpc>
                        <a:spcBef>
                          <a:spcPts val="1000"/>
                        </a:spcBef>
                        <a:buFont typeface="Arial" panose="020B0604020202020204" pitchFamily="34" charset="0"/>
                        <a:tabLst>
                          <a:tab pos="377825" algn="l"/>
                        </a:tabLst>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tabLst>
                          <a:tab pos="377825" algn="l"/>
                        </a:tabLst>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tabLst>
                          <a:tab pos="377825" algn="l"/>
                        </a:tabLst>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9pPr>
                    </a:lstStyle>
                    <a:p>
                      <a:pPr marL="377825" marR="0" lvl="0" indent="-285750" algn="l" defTabSz="914400" rtl="0" eaLnBrk="1" fontAlgn="base" latinLnBrk="0" hangingPunct="1">
                        <a:lnSpc>
                          <a:spcPct val="100000"/>
                        </a:lnSpc>
                        <a:spcBef>
                          <a:spcPts val="275"/>
                        </a:spcBef>
                        <a:spcAft>
                          <a:spcPct val="0"/>
                        </a:spcAft>
                        <a:buClrTx/>
                        <a:buSzTx/>
                        <a:buFont typeface="Arial" panose="020B0604020202020204" pitchFamily="34" charset="0"/>
                        <a:buChar char="•"/>
                        <a:tabLst>
                          <a:tab pos="377825" algn="l"/>
                        </a:tabLst>
                      </a:pPr>
                      <a:r>
                        <a:rPr kumimoji="0" lang="id-ID" altLang="en-US" sz="1400" u="none" strike="noStrike" cap="none" normalizeH="0" baseline="0" noProof="0" dirty="0" smtClean="0">
                          <a:ln>
                            <a:noFill/>
                          </a:ln>
                          <a:effectLst/>
                        </a:rPr>
                        <a:t>Bidang lain (GOR, Perpus, Ke-  Puan, LHK, dll)</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33,13</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15,07</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(18,06)</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extLst>
              </a:tr>
              <a:tr h="282575">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5</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DAK Non Fisik</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130,27</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128,77</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(1,50)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lvl1pPr marL="377825" indent="-285750" eaLnBrk="0" hangingPunct="0">
                        <a:lnSpc>
                          <a:spcPct val="90000"/>
                        </a:lnSpc>
                        <a:spcBef>
                          <a:spcPts val="1000"/>
                        </a:spcBef>
                        <a:buFont typeface="Arial" panose="020B0604020202020204" pitchFamily="34" charset="0"/>
                        <a:tabLst>
                          <a:tab pos="377825" algn="l"/>
                        </a:tabLst>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tabLst>
                          <a:tab pos="377825" algn="l"/>
                        </a:tabLst>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tabLst>
                          <a:tab pos="377825" algn="l"/>
                        </a:tabLst>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9pPr>
                    </a:lstStyle>
                    <a:p>
                      <a:pPr marL="268288" marR="0" lvl="0" indent="-176213" algn="l" defTabSz="914400" rtl="0" eaLnBrk="1" fontAlgn="base" latinLnBrk="0" hangingPunct="1">
                        <a:lnSpc>
                          <a:spcPct val="100000"/>
                        </a:lnSpc>
                        <a:spcBef>
                          <a:spcPts val="275"/>
                        </a:spcBef>
                        <a:spcAft>
                          <a:spcPct val="0"/>
                        </a:spcAft>
                        <a:buClrTx/>
                        <a:buSzTx/>
                        <a:buFont typeface="Arial" panose="020B0604020202020204" pitchFamily="34" charset="0"/>
                        <a:buChar char="•"/>
                        <a:tabLst/>
                      </a:pPr>
                      <a:r>
                        <a:rPr kumimoji="0" lang="id-ID" altLang="en-US" sz="1400" u="none" strike="noStrike" cap="none" normalizeH="0" baseline="0" noProof="0" dirty="0" smtClean="0">
                          <a:ln>
                            <a:noFill/>
                          </a:ln>
                          <a:effectLst/>
                        </a:rPr>
                        <a:t>Semua jenis diperkirakan dengan tingkat penyerapan dan  sisa dana yang ada di Kasda</a:t>
                      </a:r>
                    </a:p>
                    <a:p>
                      <a:pPr marL="268288" marR="0" lvl="0" indent="-176213" algn="l" defTabSz="914400" rtl="0" eaLnBrk="1" fontAlgn="base" latinLnBrk="0" hangingPunct="1">
                        <a:lnSpc>
                          <a:spcPct val="100000"/>
                        </a:lnSpc>
                        <a:spcBef>
                          <a:spcPts val="600"/>
                        </a:spcBef>
                        <a:spcAft>
                          <a:spcPct val="0"/>
                        </a:spcAft>
                        <a:buClrTx/>
                        <a:buSzTx/>
                        <a:buFont typeface="Arial" panose="020B0604020202020204" pitchFamily="34" charset="0"/>
                        <a:buChar char="•"/>
                        <a:tabLst/>
                      </a:pPr>
                      <a:r>
                        <a:rPr kumimoji="0" lang="id-ID" altLang="en-US" sz="1400" u="none" strike="noStrike" cap="none" normalizeH="0" baseline="0" noProof="0" dirty="0" smtClean="0">
                          <a:ln>
                            <a:noFill/>
                          </a:ln>
                          <a:effectLst/>
                        </a:rPr>
                        <a:t>Penambahan BOK </a:t>
                      </a:r>
                      <a:r>
                        <a:rPr kumimoji="0" lang="id-ID" altLang="en-US" sz="1400" u="none" strike="noStrike" cap="none" normalizeH="0" baseline="0" noProof="0" dirty="0" smtClean="0">
                          <a:ln>
                            <a:noFill/>
                          </a:ln>
                          <a:effectLst/>
                        </a:rPr>
                        <a:t>Rp3,7T </a:t>
                      </a:r>
                      <a:r>
                        <a:rPr kumimoji="0" lang="id-ID" altLang="en-US" sz="1400" u="none" strike="noStrike" cap="none" normalizeH="0" baseline="0" noProof="0" dirty="0" smtClean="0">
                          <a:ln>
                            <a:noFill/>
                          </a:ln>
                          <a:effectLst/>
                        </a:rPr>
                        <a:t>utk insentif tenaga medis</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344488">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id-ID" altLang="en-US" sz="1400" b="0" i="0" u="none" strike="noStrike" cap="none" normalizeH="0" baseline="0" noProof="0" dirty="0">
                        <a:ln>
                          <a:noFill/>
                        </a:ln>
                        <a:solidFill>
                          <a:schemeClr val="tx1"/>
                        </a:solidFill>
                        <a:effectLst/>
                        <a:latin typeface="Calibri" panose="020F0502020204030204" pitchFamily="34" charset="0"/>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377825" indent="-285750" eaLnBrk="0" hangingPunct="0">
                        <a:lnSpc>
                          <a:spcPct val="90000"/>
                        </a:lnSpc>
                        <a:spcBef>
                          <a:spcPts val="1000"/>
                        </a:spcBef>
                        <a:buFont typeface="Arial" panose="020B0604020202020204" pitchFamily="34" charset="0"/>
                        <a:tabLst>
                          <a:tab pos="377825" algn="l"/>
                        </a:tabLst>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tabLst>
                          <a:tab pos="377825" algn="l"/>
                        </a:tabLst>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tabLst>
                          <a:tab pos="377825" algn="l"/>
                        </a:tabLst>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9pPr>
                    </a:lstStyle>
                    <a:p>
                      <a:pPr marL="377825" marR="0" lvl="0" indent="-285750" algn="l" defTabSz="914400" rtl="0" eaLnBrk="1" fontAlgn="base" latinLnBrk="0" hangingPunct="1">
                        <a:lnSpc>
                          <a:spcPct val="100000"/>
                        </a:lnSpc>
                        <a:spcBef>
                          <a:spcPts val="275"/>
                        </a:spcBef>
                        <a:spcAft>
                          <a:spcPct val="0"/>
                        </a:spcAft>
                        <a:buClrTx/>
                        <a:buSzTx/>
                        <a:buFont typeface="Arial" panose="020B0604020202020204" pitchFamily="34" charset="0"/>
                        <a:buChar char="•"/>
                        <a:tabLst>
                          <a:tab pos="377825" algn="l"/>
                        </a:tabLst>
                      </a:pPr>
                      <a:r>
                        <a:rPr kumimoji="0" lang="id-ID" altLang="en-US" sz="1400" u="none" strike="noStrike" cap="none" normalizeH="0" baseline="0" noProof="0" dirty="0" smtClean="0">
                          <a:ln>
                            <a:noFill/>
                          </a:ln>
                          <a:effectLst/>
                        </a:rPr>
                        <a:t>Pendidikan (BOS, TPG, dll)</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117,07</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112,18</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(4,88)</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extLst>
              </a:tr>
              <a:tr h="344488">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id-ID" altLang="en-US" sz="1400" b="0" i="0" u="none" strike="noStrike" cap="none" normalizeH="0" baseline="0" noProof="0" dirty="0">
                        <a:ln>
                          <a:noFill/>
                        </a:ln>
                        <a:solidFill>
                          <a:schemeClr val="tx1"/>
                        </a:solidFill>
                        <a:effectLst/>
                        <a:latin typeface="Calibri" panose="020F0502020204030204" pitchFamily="34" charset="0"/>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377825" indent="-285750" eaLnBrk="0" hangingPunct="0">
                        <a:lnSpc>
                          <a:spcPct val="90000"/>
                        </a:lnSpc>
                        <a:spcBef>
                          <a:spcPts val="1000"/>
                        </a:spcBef>
                        <a:buFont typeface="Arial" panose="020B0604020202020204" pitchFamily="34" charset="0"/>
                        <a:tabLst>
                          <a:tab pos="377825" algn="l"/>
                        </a:tabLst>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tabLst>
                          <a:tab pos="377825" algn="l"/>
                        </a:tabLst>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tabLst>
                          <a:tab pos="377825" algn="l"/>
                        </a:tabLst>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9pPr>
                    </a:lstStyle>
                    <a:p>
                      <a:pPr marL="377825" marR="0" lvl="0" indent="-285750" algn="l" defTabSz="914400" rtl="0" eaLnBrk="1" fontAlgn="base" latinLnBrk="0" hangingPunct="1">
                        <a:lnSpc>
                          <a:spcPct val="100000"/>
                        </a:lnSpc>
                        <a:spcBef>
                          <a:spcPts val="275"/>
                        </a:spcBef>
                        <a:spcAft>
                          <a:spcPct val="0"/>
                        </a:spcAft>
                        <a:buClrTx/>
                        <a:buSzTx/>
                        <a:buFont typeface="Arial" panose="020B0604020202020204" pitchFamily="34" charset="0"/>
                        <a:buChar char="•"/>
                        <a:tabLst>
                          <a:tab pos="377825" algn="l"/>
                        </a:tabLst>
                      </a:pPr>
                      <a:r>
                        <a:rPr kumimoji="0" lang="id-ID" altLang="en-US" sz="1400" u="none" strike="noStrike" cap="none" normalizeH="0" baseline="0" noProof="0" dirty="0" smtClean="0">
                          <a:ln>
                            <a:noFill/>
                          </a:ln>
                          <a:effectLst/>
                        </a:rPr>
                        <a:t>Kesehatan (BOK)</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9,70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13,40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3,70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extLst>
              </a:tr>
              <a:tr h="481013">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id-ID" altLang="en-US" sz="1400" b="0" i="0" u="none" strike="noStrike" cap="none" normalizeH="0" baseline="0" noProof="0" dirty="0">
                        <a:ln>
                          <a:noFill/>
                        </a:ln>
                        <a:solidFill>
                          <a:schemeClr val="tx1"/>
                        </a:solidFill>
                        <a:effectLst/>
                        <a:latin typeface="Calibri" panose="020F0502020204030204" pitchFamily="34" charset="0"/>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377825" indent="-285750" eaLnBrk="0" hangingPunct="0">
                        <a:lnSpc>
                          <a:spcPct val="90000"/>
                        </a:lnSpc>
                        <a:spcBef>
                          <a:spcPts val="1000"/>
                        </a:spcBef>
                        <a:buFont typeface="Arial" panose="020B0604020202020204" pitchFamily="34" charset="0"/>
                        <a:tabLst>
                          <a:tab pos="377825" algn="l"/>
                        </a:tabLst>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tabLst>
                          <a:tab pos="377825" algn="l"/>
                        </a:tabLst>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tabLst>
                          <a:tab pos="377825" algn="l"/>
                        </a:tabLst>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tabLst>
                          <a:tab pos="377825" algn="l"/>
                        </a:tabLst>
                        <a:defRPr sz="1600">
                          <a:solidFill>
                            <a:srgbClr val="262626"/>
                          </a:solidFill>
                          <a:latin typeface="Arial" panose="020B0604020202020204" pitchFamily="34" charset="0"/>
                          <a:cs typeface="Arial" panose="020B0604020202020204" pitchFamily="34" charset="0"/>
                        </a:defRPr>
                      </a:lvl9pPr>
                    </a:lstStyle>
                    <a:p>
                      <a:pPr marL="377825" marR="0" lvl="0" indent="-285750" algn="l" defTabSz="914400" rtl="0" eaLnBrk="1" fontAlgn="base" latinLnBrk="0" hangingPunct="1">
                        <a:lnSpc>
                          <a:spcPct val="100000"/>
                        </a:lnSpc>
                        <a:spcBef>
                          <a:spcPts val="275"/>
                        </a:spcBef>
                        <a:spcAft>
                          <a:spcPct val="0"/>
                        </a:spcAft>
                        <a:buClrTx/>
                        <a:buSzTx/>
                        <a:buFont typeface="Arial" panose="020B0604020202020204" pitchFamily="34" charset="0"/>
                        <a:buChar char="•"/>
                        <a:tabLst>
                          <a:tab pos="377825" algn="l"/>
                        </a:tabLst>
                      </a:pPr>
                      <a:r>
                        <a:rPr kumimoji="0" lang="id-ID" altLang="en-US" sz="1400" u="none" strike="noStrike" cap="none" normalizeH="0" baseline="0" noProof="0" dirty="0" smtClean="0">
                          <a:ln>
                            <a:noFill/>
                          </a:ln>
                          <a:effectLst/>
                        </a:rPr>
                        <a:t>Non Pendidikan &amp; Kesehatan (KB,  Adminduk, dll)</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3,50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3,18</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(0,32)</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extLst>
              </a:tr>
              <a:tr h="481013">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6</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Otsus dan DIY</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22,75</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20,88</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(1,87)</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Menyesuaikan dengan pagu DAU, Otsus terdapat penghematan  9,8% dan penghematan DTI 5%</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344488">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7</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Dana Desa</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72,00</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71,19</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(0,81)</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2075"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2075" marR="0" lvl="0" indent="0" algn="l"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Penghematan karena kapasitas penyerapan</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49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317500">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id-ID" altLang="en-US" sz="1400" b="0" i="0" u="none" strike="noStrike" cap="none" normalizeH="0" baseline="0" noProof="0" dirty="0">
                        <a:ln>
                          <a:noFill/>
                        </a:ln>
                        <a:solidFill>
                          <a:schemeClr val="tx1"/>
                        </a:solidFill>
                        <a:effectLst/>
                        <a:latin typeface="Calibri" panose="020F0502020204030204" pitchFamily="34" charset="0"/>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90488"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90488" marR="0" lvl="0" indent="0" algn="ct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TOTAL</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556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856,94</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556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762,72</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556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ts val="275"/>
                        </a:spcBef>
                        <a:spcAft>
                          <a:spcPct val="0"/>
                        </a:spcAft>
                        <a:buClrTx/>
                        <a:buSzTx/>
                        <a:buFontTx/>
                        <a:buNone/>
                        <a:tabLst/>
                      </a:pPr>
                      <a:r>
                        <a:rPr kumimoji="0" lang="id-ID" altLang="en-US" sz="1400" u="none" strike="noStrike" cap="none" normalizeH="0" baseline="0" noProof="0" dirty="0" smtClean="0">
                          <a:ln>
                            <a:noFill/>
                          </a:ln>
                          <a:effectLst/>
                        </a:rPr>
                        <a:t>(94,22)</a:t>
                      </a:r>
                      <a:endParaRPr kumimoji="0" lang="id-ID" altLang="en-US" sz="1400" b="0" i="0" u="none" strike="noStrike" cap="none" normalizeH="0" baseline="0" noProof="0" dirty="0">
                        <a:ln>
                          <a:noFill/>
                        </a:ln>
                        <a:solidFill>
                          <a:schemeClr val="tx1"/>
                        </a:solidFill>
                        <a:effectLst/>
                        <a:latin typeface="Calibri" panose="020F0502020204030204" pitchFamily="34" charset="0"/>
                        <a:ea typeface="Carlito"/>
                        <a:cs typeface="Carlito"/>
                      </a:endParaRPr>
                    </a:p>
                  </a:txBody>
                  <a:tcPr marL="0" marR="0" marT="3556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lnSpc>
                          <a:spcPct val="90000"/>
                        </a:lnSpc>
                        <a:spcBef>
                          <a:spcPts val="1000"/>
                        </a:spcBef>
                        <a:buFont typeface="Arial" panose="020B0604020202020204" pitchFamily="34" charset="0"/>
                        <a:defRPr sz="2400">
                          <a:solidFill>
                            <a:srgbClr val="262626"/>
                          </a:solidFill>
                          <a:latin typeface="Arial" panose="020B0604020202020204" pitchFamily="34" charset="0"/>
                          <a:cs typeface="Arial" panose="020B0604020202020204" pitchFamily="34" charset="0"/>
                        </a:defRPr>
                      </a:lvl1pPr>
                      <a:lvl2pPr marL="742950" indent="-285750" eaLnBrk="0" hangingPunct="0">
                        <a:lnSpc>
                          <a:spcPct val="90000"/>
                        </a:lnSpc>
                        <a:spcBef>
                          <a:spcPts val="500"/>
                        </a:spcBef>
                        <a:buFont typeface="Arial" panose="020B0604020202020204" pitchFamily="34" charset="0"/>
                        <a:defRPr sz="2000">
                          <a:solidFill>
                            <a:srgbClr val="262626"/>
                          </a:solidFill>
                          <a:latin typeface="Arial" panose="020B0604020202020204" pitchFamily="34" charset="0"/>
                          <a:cs typeface="Arial" panose="020B0604020202020204" pitchFamily="34" charset="0"/>
                        </a:defRPr>
                      </a:lvl2pPr>
                      <a:lvl3pPr marL="1143000" indent="-228600" eaLnBrk="0" hangingPunct="0">
                        <a:lnSpc>
                          <a:spcPct val="90000"/>
                        </a:lnSpc>
                        <a:spcBef>
                          <a:spcPts val="500"/>
                        </a:spcBef>
                        <a:buFont typeface="Arial" panose="020B0604020202020204" pitchFamily="34" charset="0"/>
                        <a:defRPr>
                          <a:solidFill>
                            <a:srgbClr val="262626"/>
                          </a:solidFill>
                          <a:latin typeface="Arial" panose="020B0604020202020204" pitchFamily="34" charset="0"/>
                          <a:cs typeface="Arial" panose="020B0604020202020204" pitchFamily="34" charset="0"/>
                        </a:defRPr>
                      </a:lvl3pPr>
                      <a:lvl4pPr marL="16002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4pPr>
                      <a:lvl5pPr marL="2057400" indent="-228600" eaLnBrk="0" hangingPunct="0">
                        <a:lnSpc>
                          <a:spcPct val="90000"/>
                        </a:lnSpc>
                        <a:spcBef>
                          <a:spcPts val="500"/>
                        </a:spcBef>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rgbClr val="262626"/>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id-ID" altLang="en-US" sz="1400" b="0" i="0" u="none" strike="noStrike" cap="none" normalizeH="0" baseline="0" noProof="0" dirty="0">
                        <a:ln>
                          <a:noFill/>
                        </a:ln>
                        <a:solidFill>
                          <a:schemeClr val="tx1"/>
                        </a:solidFill>
                        <a:effectLst/>
                        <a:latin typeface="Calibri" panose="020F0502020204030204" pitchFamily="34" charset="0"/>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bl>
          </a:graphicData>
        </a:graphic>
      </p:graphicFrame>
      <p:sp>
        <p:nvSpPr>
          <p:cNvPr id="18" name="object 3"/>
          <p:cNvSpPr txBox="1"/>
          <p:nvPr/>
        </p:nvSpPr>
        <p:spPr>
          <a:xfrm>
            <a:off x="10160000" y="1135063"/>
            <a:ext cx="1793875" cy="196850"/>
          </a:xfrm>
          <a:prstGeom prst="rect">
            <a:avLst/>
          </a:prstGeom>
        </p:spPr>
        <p:txBody>
          <a:bodyPr lIns="0" tIns="12065" rIns="0" bIns="0">
            <a:spAutoFit/>
          </a:bodyPr>
          <a:lstStyle/>
          <a:p>
            <a:pPr marL="12700">
              <a:spcBef>
                <a:spcPts val="95"/>
              </a:spcBef>
              <a:defRPr/>
            </a:pPr>
            <a:r>
              <a:rPr lang="id-ID" sz="1200" spc="-5" dirty="0" smtClean="0">
                <a:latin typeface="Segoe UI" pitchFamily="34" charset="0"/>
                <a:cs typeface="Segoe UI" pitchFamily="34" charset="0"/>
              </a:rPr>
              <a:t>(dalam triliun</a:t>
            </a:r>
            <a:r>
              <a:rPr lang="id-ID" sz="1200" spc="-65" dirty="0" smtClean="0">
                <a:latin typeface="Segoe UI" pitchFamily="34" charset="0"/>
                <a:cs typeface="Segoe UI" pitchFamily="34" charset="0"/>
              </a:rPr>
              <a:t> </a:t>
            </a:r>
            <a:r>
              <a:rPr lang="id-ID" sz="1200" spc="-5" dirty="0" smtClean="0">
                <a:latin typeface="Segoe UI" pitchFamily="34" charset="0"/>
                <a:cs typeface="Segoe UI" pitchFamily="34" charset="0"/>
              </a:rPr>
              <a:t>rupiah)</a:t>
            </a:r>
            <a:endParaRPr lang="id-ID" sz="1200" dirty="0">
              <a:latin typeface="Segoe UI" pitchFamily="34" charset="0"/>
              <a:cs typeface="Segoe UI" pitchFamily="34" charset="0"/>
            </a:endParaRPr>
          </a:p>
        </p:txBody>
      </p:sp>
      <p:sp>
        <p:nvSpPr>
          <p:cNvPr id="17521" name="TextBox 18"/>
          <p:cNvSpPr txBox="1">
            <a:spLocks noChangeArrowheads="1"/>
          </p:cNvSpPr>
          <p:nvPr/>
        </p:nvSpPr>
        <p:spPr bwMode="auto">
          <a:xfrm>
            <a:off x="1198563" y="469713"/>
            <a:ext cx="10593387" cy="757130"/>
          </a:xfrm>
          <a:prstGeom prst="rect">
            <a:avLst/>
          </a:prstGeom>
          <a:noFill/>
          <a:ln w="9525">
            <a:noFill/>
            <a:miter lim="800000"/>
            <a:headEnd/>
            <a:tailEnd/>
          </a:ln>
        </p:spPr>
        <p:txBody>
          <a:bodyPr>
            <a:spAutoFit/>
          </a:bodyPr>
          <a:lstStyle/>
          <a:p>
            <a:pPr eaLnBrk="1" hangingPunct="1">
              <a:lnSpc>
                <a:spcPct val="90000"/>
              </a:lnSpc>
              <a:spcBef>
                <a:spcPts val="400"/>
              </a:spcBef>
              <a:defRPr/>
            </a:pPr>
            <a:r>
              <a:rPr lang="id-ID" altLang="en-US" sz="1600" dirty="0" smtClean="0">
                <a:solidFill>
                  <a:schemeClr val="bg2">
                    <a:lumMod val="25000"/>
                  </a:schemeClr>
                </a:solidFill>
                <a:latin typeface="Segoe UI" pitchFamily="34" charset="0"/>
                <a:cs typeface="Segoe UI" pitchFamily="34" charset="0"/>
              </a:rPr>
              <a:t>Terdapat penyesuaian alokasi TKDD 2020, yaitu dalam rangka pendanaan penanganan covid19 beserta dampaknya secara terpusat dan terkoordinasi, sehingga dana yg dikurangi dari TKDD pada dasarnya kembali untuk masy di daerah melalui bansos, insentif UMKM dll</a:t>
            </a:r>
            <a:endParaRPr lang="id-ID" altLang="en-US" sz="1600" dirty="0">
              <a:solidFill>
                <a:schemeClr val="bg2">
                  <a:lumMod val="25000"/>
                </a:schemeClr>
              </a:solidFill>
              <a:latin typeface="Segoe UI" pitchFamily="34" charset="0"/>
              <a:cs typeface="Segoe UI" pitchFamily="34" charset="0"/>
            </a:endParaRPr>
          </a:p>
        </p:txBody>
      </p:sp>
      <p:sp>
        <p:nvSpPr>
          <p:cNvPr id="32882" name="Slide Number Placeholder 1"/>
          <p:cNvSpPr>
            <a:spLocks noGrp="1"/>
          </p:cNvSpPr>
          <p:nvPr>
            <p:ph type="sldNum" sz="quarter" idx="12"/>
          </p:nvPr>
        </p:nvSpPr>
        <p:spPr bwMode="auto">
          <a:noFill/>
          <a:ln>
            <a:miter lim="800000"/>
            <a:headEnd/>
            <a:tailEnd/>
          </a:ln>
        </p:spPr>
        <p:txBody>
          <a:bodyPr/>
          <a:lstStyle/>
          <a:p>
            <a:fld id="{0DEFCAEE-068E-42B8-A88B-D13433A2D3EE}" type="slidenum">
              <a:rPr lang="en-US" altLang="en-US" sz="1600" smtClean="0">
                <a:solidFill>
                  <a:schemeClr val="tx1"/>
                </a:solidFill>
                <a:latin typeface="Segoe UI" pitchFamily="34" charset="0"/>
                <a:cs typeface="Segoe UI" pitchFamily="34" charset="0"/>
              </a:rPr>
              <a:pPr/>
              <a:t>6</a:t>
            </a:fld>
            <a:endParaRPr lang="en-US" altLang="en-US" sz="1600" dirty="0" smtClean="0">
              <a:solidFill>
                <a:schemeClr val="tx1"/>
              </a:solidFill>
              <a:latin typeface="Segoe UI" pitchFamily="34" charset="0"/>
              <a:cs typeface="Segoe UI" pitchFamily="34" charset="0"/>
            </a:endParaRPr>
          </a:p>
        </p:txBody>
      </p:sp>
      <p:pic>
        <p:nvPicPr>
          <p:cNvPr id="32883" name="Picture 10" descr="https://upload.wikimedia.org/wikipedia/commons/5/5b/Logo_of_the_Ministry_of_Finance_of_the_Republic_of_Indonesia.png"/>
          <p:cNvPicPr>
            <a:picLocks noChangeAspect="1" noChangeArrowheads="1"/>
          </p:cNvPicPr>
          <p:nvPr/>
        </p:nvPicPr>
        <p:blipFill>
          <a:blip r:embed="rId3"/>
          <a:srcRect/>
          <a:stretch>
            <a:fillRect/>
          </a:stretch>
        </p:blipFill>
        <p:spPr bwMode="auto">
          <a:xfrm>
            <a:off x="95250" y="79375"/>
            <a:ext cx="679450" cy="647700"/>
          </a:xfrm>
          <a:prstGeom prst="rect">
            <a:avLst/>
          </a:prstGeom>
          <a:noFill/>
          <a:ln w="9525">
            <a:noFill/>
            <a:miter lim="800000"/>
            <a:headEnd/>
            <a:tailEnd/>
          </a:ln>
        </p:spPr>
      </p:pic>
      <p:sp>
        <p:nvSpPr>
          <p:cNvPr id="9" name="Rectangle 8"/>
          <p:cNvSpPr/>
          <p:nvPr/>
        </p:nvSpPr>
        <p:spPr>
          <a:xfrm>
            <a:off x="419100" y="4114800"/>
            <a:ext cx="11201400" cy="1428750"/>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rot="10800000" flipV="1">
            <a:off x="10258425" y="931863"/>
            <a:ext cx="2279650" cy="228600"/>
          </a:xfrm>
          <a:prstGeom prst="rect">
            <a:avLst/>
          </a:prstGeom>
        </p:spPr>
        <p:txBody>
          <a:bodyPr lIns="0" tIns="12700" rIns="0" bIns="0">
            <a:spAutoFit/>
          </a:bodyPr>
          <a:lstStyle/>
          <a:p>
            <a:pPr marL="12700">
              <a:spcBef>
                <a:spcPts val="100"/>
              </a:spcBef>
              <a:defRPr/>
            </a:pPr>
            <a:r>
              <a:rPr sz="1400" spc="-5" dirty="0" smtClean="0">
                <a:solidFill>
                  <a:prstClr val="black"/>
                </a:solidFill>
                <a:latin typeface="Segoe UI" pitchFamily="34" charset="0"/>
                <a:cs typeface="Segoe UI" pitchFamily="34" charset="0"/>
              </a:rPr>
              <a:t>(</a:t>
            </a:r>
            <a:r>
              <a:rPr lang="id-ID" sz="1400" spc="-5" dirty="0" smtClean="0">
                <a:solidFill>
                  <a:prstClr val="black"/>
                </a:solidFill>
                <a:latin typeface="Segoe UI" pitchFamily="34" charset="0"/>
                <a:cs typeface="Segoe UI" pitchFamily="34" charset="0"/>
              </a:rPr>
              <a:t>dalam miliar rupiah)</a:t>
            </a:r>
            <a:endParaRPr lang="id-ID" sz="1400" dirty="0">
              <a:solidFill>
                <a:prstClr val="black"/>
              </a:solidFill>
              <a:latin typeface="Segoe UI" pitchFamily="34" charset="0"/>
              <a:cs typeface="Segoe UI" pitchFamily="34" charset="0"/>
            </a:endParaRPr>
          </a:p>
        </p:txBody>
      </p:sp>
      <p:sp>
        <p:nvSpPr>
          <p:cNvPr id="33844" name="Slide Number Placeholder 1"/>
          <p:cNvSpPr>
            <a:spLocks noGrp="1"/>
          </p:cNvSpPr>
          <p:nvPr>
            <p:ph type="sldNum" sz="quarter" idx="12"/>
          </p:nvPr>
        </p:nvSpPr>
        <p:spPr bwMode="auto">
          <a:xfrm>
            <a:off x="11521935" y="6027044"/>
            <a:ext cx="838199" cy="767687"/>
          </a:xfrm>
          <a:noFill/>
          <a:ln>
            <a:miter lim="800000"/>
            <a:headEnd/>
            <a:tailEnd/>
          </a:ln>
        </p:spPr>
        <p:txBody>
          <a:bodyPr/>
          <a:lstStyle/>
          <a:p>
            <a:fld id="{F34C0295-EA3A-4129-A91F-049643E2F4DD}" type="slidenum">
              <a:rPr lang="en-US" altLang="en-US" sz="1600" smtClean="0">
                <a:solidFill>
                  <a:schemeClr val="tx1"/>
                </a:solidFill>
                <a:latin typeface="Segoe UI" pitchFamily="34" charset="0"/>
                <a:cs typeface="Segoe UI" pitchFamily="34" charset="0"/>
              </a:rPr>
              <a:pPr/>
              <a:t>7</a:t>
            </a:fld>
            <a:endParaRPr lang="en-US" altLang="en-US" sz="1600" dirty="0" smtClean="0">
              <a:solidFill>
                <a:schemeClr val="tx1"/>
              </a:solidFill>
              <a:latin typeface="Segoe UI" pitchFamily="34" charset="0"/>
              <a:cs typeface="Segoe UI" pitchFamily="34" charset="0"/>
            </a:endParaRPr>
          </a:p>
        </p:txBody>
      </p:sp>
      <p:graphicFrame>
        <p:nvGraphicFramePr>
          <p:cNvPr id="13" name="Content Placeholder 8"/>
          <p:cNvGraphicFramePr>
            <a:graphicFrameLocks noGrp="1"/>
          </p:cNvGraphicFramePr>
          <p:nvPr>
            <p:ph idx="4294967295"/>
            <p:extLst>
              <p:ext uri="{D42A27DB-BD31-4B8C-83A1-F6EECF244321}">
                <p14:modId xmlns:p14="http://schemas.microsoft.com/office/powerpoint/2010/main" val="3462142912"/>
              </p:ext>
            </p:extLst>
          </p:nvPr>
        </p:nvGraphicFramePr>
        <p:xfrm>
          <a:off x="247650" y="1247775"/>
          <a:ext cx="11830049" cy="5045678"/>
        </p:xfrm>
        <a:graphic>
          <a:graphicData uri="http://schemas.openxmlformats.org/drawingml/2006/table">
            <a:tbl>
              <a:tblPr firstRow="1" bandRow="1">
                <a:tableStyleId>{3B4B98B0-60AC-42C2-AFA5-B58CD77FA1E5}</a:tableStyleId>
              </a:tblPr>
              <a:tblGrid>
                <a:gridCol w="528119">
                  <a:extLst>
                    <a:ext uri="{9D8B030D-6E8A-4147-A177-3AD203B41FA5}"/>
                  </a:extLst>
                </a:gridCol>
                <a:gridCol w="2005531">
                  <a:extLst>
                    <a:ext uri="{9D8B030D-6E8A-4147-A177-3AD203B41FA5}"/>
                  </a:extLst>
                </a:gridCol>
                <a:gridCol w="1905000">
                  <a:extLst>
                    <a:ext uri="{9D8B030D-6E8A-4147-A177-3AD203B41FA5}"/>
                  </a:extLst>
                </a:gridCol>
                <a:gridCol w="7391399">
                  <a:extLst>
                    <a:ext uri="{9D8B030D-6E8A-4147-A177-3AD203B41FA5}"/>
                  </a:extLst>
                </a:gridCol>
              </a:tblGrid>
              <a:tr h="294706">
                <a:tc>
                  <a:txBody>
                    <a:bodyPr/>
                    <a:lstStyle/>
                    <a:p>
                      <a:pPr algn="ctr"/>
                      <a:r>
                        <a:rPr lang="id-ID" sz="1500" noProof="0" dirty="0" smtClean="0"/>
                        <a:t>No</a:t>
                      </a:r>
                      <a:endParaRPr lang="id-ID" sz="1500" b="1" noProof="0" dirty="0">
                        <a:solidFill>
                          <a:schemeClr val="bg1"/>
                        </a:solidFill>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d-ID" sz="1500" noProof="0" dirty="0" smtClean="0"/>
                        <a:t>Jenis Dana</a:t>
                      </a:r>
                      <a:endParaRPr lang="id-ID" sz="1500" b="1" noProof="0" dirty="0">
                        <a:solidFill>
                          <a:schemeClr val="bg1"/>
                        </a:solidFill>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d-ID" sz="1500" noProof="0" dirty="0" smtClean="0"/>
                        <a:t>Estimasi</a:t>
                      </a:r>
                      <a:endParaRPr lang="id-ID" sz="1500" b="1" noProof="0" dirty="0">
                        <a:solidFill>
                          <a:schemeClr val="bg1"/>
                        </a:solidFill>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d-ID" sz="1500" noProof="0" dirty="0" smtClean="0"/>
                        <a:t>Penggunaan</a:t>
                      </a:r>
                      <a:endParaRPr lang="id-ID" sz="1500" b="1" noProof="0" dirty="0">
                        <a:solidFill>
                          <a:schemeClr val="bg1"/>
                        </a:solidFill>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94706">
                <a:tc>
                  <a:txBody>
                    <a:bodyPr/>
                    <a:lstStyle/>
                    <a:p>
                      <a:pPr algn="ctr"/>
                      <a:r>
                        <a:rPr lang="id-ID" sz="1500" b="1" noProof="0" dirty="0" smtClean="0"/>
                        <a:t>1</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d-ID" sz="1500" b="1" noProof="0" dirty="0" smtClean="0"/>
                        <a:t>DBH</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d-ID" sz="1500" b="1" noProof="0" dirty="0" smtClean="0"/>
                        <a:t>4.634,89</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174625" marR="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d-ID" sz="1500" kern="1200" baseline="0" noProof="0" dirty="0" smtClean="0"/>
                        <a:t>DBH CHT, DBH SDA Migas dalam rangka Otsus, dan Belanja infrastruktur 25% DTU dapat digunakan sebagian/seluruhnya utk penanganan pandemic COVID-19.</a:t>
                      </a:r>
                    </a:p>
                    <a:p>
                      <a:pPr marL="174625" marR="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d-ID" sz="1500" kern="1200" baseline="0" noProof="0" dirty="0" smtClean="0"/>
                        <a:t>Sisa DBH DR yang masih terdapat di RKUD dapat digunakan maksimal 25% untuk mendanai kegiatan dalam rangka menghadapi pandemic Covid-19 dan/atau ancaman yang membahayakan perekonomian daerah dan/atau nasional.</a:t>
                      </a:r>
                      <a:endParaRPr lang="id-ID" sz="1500" kern="1200" baseline="0" noProof="0" dirty="0">
                        <a:solidFill>
                          <a:schemeClr val="tx1"/>
                        </a:solidFill>
                        <a:latin typeface="+mn-lt"/>
                        <a:ea typeface="+mn-ea"/>
                        <a:cs typeface="+mn-cs"/>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1263097">
                <a:tc>
                  <a:txBody>
                    <a:bodyPr/>
                    <a:lstStyle/>
                    <a:p>
                      <a:pPr algn="ctr"/>
                      <a:r>
                        <a:rPr lang="id-ID" sz="1500" b="1" noProof="0" dirty="0" smtClean="0"/>
                        <a:t>2</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d-ID" sz="1500" b="1" noProof="0" dirty="0" smtClean="0"/>
                        <a:t>DAU</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d-ID" sz="1500" b="1" noProof="0" dirty="0" smtClean="0"/>
                        <a:t>4.000,00</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r"/>
                      <a:endParaRPr lang="en-US" sz="1800" dirty="0"/>
                    </a:p>
                  </a:txBody>
                  <a:tcPr/>
                </a:tc>
                <a:extLst>
                  <a:ext uri="{0D108BD9-81ED-4DB2-BD59-A6C34878D82A}"/>
                </a:extLst>
              </a:tr>
              <a:tr h="505222">
                <a:tc>
                  <a:txBody>
                    <a:bodyPr/>
                    <a:lstStyle/>
                    <a:p>
                      <a:pPr algn="ctr"/>
                      <a:r>
                        <a:rPr lang="id-ID" sz="1500" b="1" noProof="0" dirty="0" smtClean="0"/>
                        <a:t>3</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d-ID" sz="1500" b="1" noProof="0" dirty="0" smtClean="0"/>
                        <a:t>DID</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d-ID" sz="1500" b="1" noProof="0" dirty="0" smtClean="0"/>
                        <a:t>4.181,22</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d-ID" sz="1500" kern="1200" baseline="0" noProof="0" dirty="0" smtClean="0"/>
                        <a:t>Realokasi dari rencana penggunaan DID seluruh kelompok kategori, terutama Bidang Kesehatan.</a:t>
                      </a:r>
                      <a:endParaRPr lang="id-ID" sz="1500" kern="1200" baseline="0" noProof="0" dirty="0">
                        <a:solidFill>
                          <a:schemeClr val="tx1"/>
                        </a:solidFill>
                        <a:latin typeface="+mn-lt"/>
                        <a:ea typeface="+mn-ea"/>
                        <a:cs typeface="+mn-cs"/>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382346">
                <a:tc>
                  <a:txBody>
                    <a:bodyPr/>
                    <a:lstStyle/>
                    <a:p>
                      <a:pPr algn="ctr"/>
                      <a:r>
                        <a:rPr lang="id-ID" sz="1500" b="1" noProof="0" dirty="0" smtClean="0"/>
                        <a:t>4</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d-ID" sz="1500" b="1" noProof="0" dirty="0" smtClean="0"/>
                        <a:t>DAK</a:t>
                      </a:r>
                      <a:r>
                        <a:rPr lang="id-ID" sz="1500" b="1" baseline="0" noProof="0" dirty="0" smtClean="0"/>
                        <a:t> </a:t>
                      </a:r>
                      <a:r>
                        <a:rPr lang="id-ID" sz="1500" b="1" noProof="0" dirty="0" smtClean="0"/>
                        <a:t>Fisik</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d-ID" sz="1500" b="1" noProof="0" dirty="0" smtClean="0"/>
                        <a:t>9.357,90</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d-ID" sz="1500" kern="1200" noProof="0" dirty="0" smtClean="0"/>
                        <a:t>Pembangunan ruang isolasi,  pengadaan ventilator, mobile X-ray.</a:t>
                      </a:r>
                      <a:endParaRPr lang="id-ID" sz="1500" kern="1200" noProof="0" dirty="0">
                        <a:solidFill>
                          <a:schemeClr val="tx1"/>
                        </a:solidFill>
                        <a:latin typeface="+mn-lt"/>
                        <a:ea typeface="+mn-ea"/>
                        <a:cs typeface="+mn-cs"/>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505222">
                <a:tc>
                  <a:txBody>
                    <a:bodyPr/>
                    <a:lstStyle/>
                    <a:p>
                      <a:pPr algn="ctr"/>
                      <a:r>
                        <a:rPr lang="id-ID" sz="1500" b="1" noProof="0" dirty="0" smtClean="0"/>
                        <a:t>5</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d-ID" sz="1500" b="1" noProof="0" dirty="0" smtClean="0"/>
                        <a:t>DAK</a:t>
                      </a:r>
                      <a:r>
                        <a:rPr lang="id-ID" sz="1500" b="1" baseline="0" noProof="0" dirty="0" smtClean="0"/>
                        <a:t> Non Fisik</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d-ID" sz="1500" b="1" noProof="0" dirty="0" smtClean="0"/>
                        <a:t>7.247,45</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nSpc>
                          <a:spcPct val="100000"/>
                        </a:lnSpc>
                        <a:spcBef>
                          <a:spcPts val="265"/>
                        </a:spcBef>
                      </a:pPr>
                      <a:r>
                        <a:rPr lang="id-ID" sz="1500" kern="1200" noProof="0" dirty="0" smtClean="0"/>
                        <a:t>Puskesmas, balai faskes, insentif nakesda yang menangani Covid (BOK Tambahan).</a:t>
                      </a:r>
                      <a:endParaRPr lang="id-ID" sz="1500" kern="1200" noProof="0" dirty="0">
                        <a:solidFill>
                          <a:schemeClr val="tx1"/>
                        </a:solidFill>
                        <a:latin typeface="+mn-lt"/>
                        <a:ea typeface="+mn-ea"/>
                        <a:cs typeface="+mn-cs"/>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1136770">
                <a:tc>
                  <a:txBody>
                    <a:bodyPr/>
                    <a:lstStyle/>
                    <a:p>
                      <a:pPr marL="0" indent="0" algn="ctr">
                        <a:buNone/>
                      </a:pPr>
                      <a:r>
                        <a:rPr lang="id-ID" sz="1500" b="1" noProof="0" dirty="0" smtClean="0"/>
                        <a:t>6</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d-ID" sz="1500" b="1" noProof="0" dirty="0" smtClean="0"/>
                        <a:t>Dana Desa</a:t>
                      </a:r>
                    </a:p>
                    <a:p>
                      <a:pPr marL="457200" indent="-457200">
                        <a:buAutoNum type="arabicPeriod"/>
                      </a:pPr>
                      <a:r>
                        <a:rPr lang="id-ID" sz="1500" b="1" noProof="0" dirty="0" smtClean="0"/>
                        <a:t>BLT Desa</a:t>
                      </a:r>
                    </a:p>
                    <a:p>
                      <a:pPr marL="457200" indent="-457200">
                        <a:buAutoNum type="arabicPeriod"/>
                      </a:pPr>
                      <a:endParaRPr lang="id-ID" sz="1500" b="1" noProof="0" dirty="0" smtClean="0"/>
                    </a:p>
                    <a:p>
                      <a:pPr marL="457200" indent="-457200">
                        <a:buAutoNum type="arabicPeriod"/>
                      </a:pPr>
                      <a:r>
                        <a:rPr lang="id-ID" sz="1500" b="1" noProof="0" dirty="0" smtClean="0"/>
                        <a:t>Pencegahan Covid-19</a:t>
                      </a:r>
                      <a:endParaRPr lang="id-ID" sz="1500" b="1"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id-ID" sz="1500" b="1" noProof="0" dirty="0" smtClean="0"/>
                    </a:p>
                    <a:p>
                      <a:pPr algn="r"/>
                      <a:r>
                        <a:rPr lang="en-US" sz="1500" b="1" dirty="0" smtClean="0"/>
                        <a:t>2</a:t>
                      </a:r>
                      <a:r>
                        <a:rPr lang="id-ID" sz="1500" b="1" dirty="0" smtClean="0"/>
                        <a:t>4</a:t>
                      </a:r>
                      <a:r>
                        <a:rPr lang="en-US" sz="1500" b="1" dirty="0" smtClean="0"/>
                        <a:t>.</a:t>
                      </a:r>
                      <a:r>
                        <a:rPr lang="id-ID" sz="1500" b="1" dirty="0" smtClean="0"/>
                        <a:t>920</a:t>
                      </a:r>
                      <a:r>
                        <a:rPr lang="en-US" sz="1500" b="1" dirty="0" smtClean="0"/>
                        <a:t>,</a:t>
                      </a:r>
                      <a:r>
                        <a:rPr lang="id-ID" sz="1500" b="1" dirty="0" smtClean="0"/>
                        <a:t>0</a:t>
                      </a:r>
                      <a:r>
                        <a:rPr lang="en-US" sz="1500" b="1" dirty="0" smtClean="0"/>
                        <a:t>0</a:t>
                      </a:r>
                    </a:p>
                    <a:p>
                      <a:pPr algn="r"/>
                      <a:r>
                        <a:rPr lang="id-ID" sz="1500" b="0" noProof="0" dirty="0" smtClean="0"/>
                        <a:t>(Max 35% </a:t>
                      </a:r>
                      <a:r>
                        <a:rPr lang="id-ID" sz="1500" b="0" noProof="0" dirty="0" smtClean="0"/>
                        <a:t>Dandes)</a:t>
                      </a:r>
                      <a:endParaRPr lang="id-ID" sz="1500" b="0" noProof="0" dirty="0" smtClean="0"/>
                    </a:p>
                    <a:p>
                      <a:pPr algn="r"/>
                      <a:r>
                        <a:rPr lang="id-ID" sz="1500" b="1" dirty="0" smtClean="0"/>
                        <a:t>1.184</a:t>
                      </a:r>
                      <a:r>
                        <a:rPr lang="en-US" sz="1500" b="1" dirty="0" smtClean="0"/>
                        <a:t>,4</a:t>
                      </a:r>
                      <a:r>
                        <a:rPr lang="id-ID" sz="1500" b="1" dirty="0" smtClean="0"/>
                        <a:t>6</a:t>
                      </a:r>
                      <a:endParaRPr lang="en-US" sz="1500" b="1"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id-ID" sz="1500" noProof="0" dirty="0" smtClean="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d-ID" sz="1500" noProof="0" dirty="0" smtClean="0"/>
                        <a:t>Refocusing Dana Desa untuk BLT Desa, sebesar  Rp600.000,-/KPM/bulan, untuk 3 bulan.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d-ID" sz="1500" noProof="0" dirty="0" smtClean="0"/>
                        <a:t>Dana </a:t>
                      </a:r>
                      <a:r>
                        <a:rPr lang="id-ID" sz="1500" noProof="0" dirty="0" smtClean="0"/>
                        <a:t> Desa  untuk  pencegahan/penanganan</a:t>
                      </a:r>
                      <a:r>
                        <a:rPr lang="id-ID" sz="1500" baseline="0" noProof="0" dirty="0" smtClean="0"/>
                        <a:t>  pandemic  Covid-19  per </a:t>
                      </a:r>
                      <a:r>
                        <a:rPr lang="en-US" sz="1500" baseline="0" noProof="0" dirty="0" smtClean="0"/>
                        <a:t>18</a:t>
                      </a:r>
                      <a:r>
                        <a:rPr lang="id-ID" sz="1500" baseline="0" noProof="0" dirty="0" smtClean="0"/>
                        <a:t> April berdasarkan data Kemendes.</a:t>
                      </a:r>
                      <a:endParaRPr lang="id-ID" sz="1500" noProof="0" dirty="0"/>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94706">
                <a:tc>
                  <a:txBody>
                    <a:bodyPr/>
                    <a:lstStyle/>
                    <a:p>
                      <a:pPr algn="ctr"/>
                      <a:endParaRPr lang="id-ID" sz="1500" b="1" noProof="0" dirty="0">
                        <a:solidFill>
                          <a:schemeClr val="bg1"/>
                        </a:solidFill>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d-ID" sz="1500" b="1" noProof="0" dirty="0" smtClean="0"/>
                        <a:t>Total</a:t>
                      </a:r>
                      <a:endParaRPr lang="id-ID" sz="1500" b="1" noProof="0" dirty="0">
                        <a:solidFill>
                          <a:schemeClr val="bg1"/>
                        </a:solidFill>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500" b="1" dirty="0" smtClean="0">
                          <a:solidFill>
                            <a:schemeClr val="tx1"/>
                          </a:solidFill>
                        </a:rPr>
                        <a:t>5</a:t>
                      </a:r>
                      <a:r>
                        <a:rPr lang="id-ID" sz="1500" b="1" dirty="0" smtClean="0">
                          <a:solidFill>
                            <a:schemeClr val="tx1"/>
                          </a:solidFill>
                        </a:rPr>
                        <a:t>5</a:t>
                      </a:r>
                      <a:r>
                        <a:rPr lang="en-US" sz="1500" b="1" dirty="0" smtClean="0">
                          <a:solidFill>
                            <a:schemeClr val="tx1"/>
                          </a:solidFill>
                        </a:rPr>
                        <a:t>.</a:t>
                      </a:r>
                      <a:r>
                        <a:rPr lang="id-ID" sz="1500" b="1" dirty="0" smtClean="0">
                          <a:solidFill>
                            <a:schemeClr val="tx1"/>
                          </a:solidFill>
                        </a:rPr>
                        <a:t>525</a:t>
                      </a:r>
                      <a:r>
                        <a:rPr lang="en-US" sz="1500" b="1" dirty="0" smtClean="0">
                          <a:solidFill>
                            <a:schemeClr val="tx1"/>
                          </a:solidFill>
                        </a:rPr>
                        <a:t>,</a:t>
                      </a:r>
                      <a:r>
                        <a:rPr lang="id-ID" sz="1500" b="1" dirty="0" smtClean="0">
                          <a:solidFill>
                            <a:schemeClr val="tx1"/>
                          </a:solidFill>
                        </a:rPr>
                        <a:t>92</a:t>
                      </a:r>
                      <a:endParaRPr lang="en-US" sz="1500" b="1" dirty="0">
                        <a:solidFill>
                          <a:schemeClr val="tx1"/>
                        </a:solidFill>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id-ID" sz="1500" b="1" noProof="0" dirty="0">
                        <a:solidFill>
                          <a:schemeClr val="bg1"/>
                        </a:solidFill>
                      </a:endParaRPr>
                    </a:p>
                  </a:txBody>
                  <a:tcPr marL="91439" marR="91439"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bl>
          </a:graphicData>
        </a:graphic>
      </p:graphicFrame>
      <p:grpSp>
        <p:nvGrpSpPr>
          <p:cNvPr id="2" name="Group 10"/>
          <p:cNvGrpSpPr>
            <a:grpSpLocks/>
          </p:cNvGrpSpPr>
          <p:nvPr/>
        </p:nvGrpSpPr>
        <p:grpSpPr bwMode="auto">
          <a:xfrm>
            <a:off x="-31533" y="15766"/>
            <a:ext cx="11524593" cy="852488"/>
            <a:chOff x="23209" y="21294"/>
            <a:chExt cx="12192000" cy="852989"/>
          </a:xfrm>
          <a:noFill/>
        </p:grpSpPr>
        <p:sp>
          <p:nvSpPr>
            <p:cNvPr id="12" name="Rectangle 11"/>
            <p:cNvSpPr/>
            <p:nvPr/>
          </p:nvSpPr>
          <p:spPr>
            <a:xfrm>
              <a:off x="23209" y="21294"/>
              <a:ext cx="12192000" cy="8529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258888" eaLnBrk="1" fontAlgn="auto" hangingPunct="1">
                <a:spcBef>
                  <a:spcPts val="0"/>
                </a:spcBef>
                <a:spcAft>
                  <a:spcPts val="0"/>
                </a:spcAft>
                <a:defRPr/>
              </a:pPr>
              <a:endParaRPr lang="id-ID" sz="3200" b="1" dirty="0">
                <a:solidFill>
                  <a:schemeClr val="tx1"/>
                </a:solidFill>
                <a:latin typeface="Segoe UI" pitchFamily="34" charset="0"/>
                <a:cs typeface="Segoe UI" pitchFamily="34" charset="0"/>
              </a:endParaRPr>
            </a:p>
          </p:txBody>
        </p:sp>
        <p:sp>
          <p:nvSpPr>
            <p:cNvPr id="15" name="Title 1"/>
            <p:cNvSpPr txBox="1">
              <a:spLocks/>
            </p:cNvSpPr>
            <p:nvPr/>
          </p:nvSpPr>
          <p:spPr>
            <a:xfrm>
              <a:off x="943058" y="21294"/>
              <a:ext cx="10991850" cy="598839"/>
            </a:xfrm>
            <a:prstGeom prst="rect">
              <a:avLst/>
            </a:prstGeom>
            <a:grpFill/>
          </p:spPr>
          <p:txBody>
            <a:bodyPr lIns="68562" tIns="34281" rIns="68562" bIns="34281" anchor="ctr"/>
            <a:lstStyle>
              <a:lvl1pPr algn="ctr">
                <a:spcBef>
                  <a:spcPct val="0"/>
                </a:spcBef>
                <a:buNone/>
                <a:tabLst>
                  <a:tab pos="5380038" algn="l"/>
                </a:tabLst>
                <a:defRPr sz="2800" b="1">
                  <a:solidFill>
                    <a:schemeClr val="bg1"/>
                  </a:solidFill>
                  <a:latin typeface="Cambria" panose="02040503050406030204" pitchFamily="18" charset="0"/>
                  <a:ea typeface="Cambria" panose="02040503050406030204" pitchFamily="18" charset="0"/>
                  <a:cs typeface="+mj-cs"/>
                </a:defRPr>
              </a:lvl1pPr>
            </a:lstStyle>
            <a:p>
              <a:pPr algn="l" eaLnBrk="1" fontAlgn="auto" hangingPunct="1">
                <a:lnSpc>
                  <a:spcPct val="90000"/>
                </a:lnSpc>
                <a:spcAft>
                  <a:spcPts val="0"/>
                </a:spcAft>
                <a:tabLst>
                  <a:tab pos="4035029" algn="l"/>
                </a:tabLst>
                <a:defRPr/>
              </a:pPr>
              <a:r>
                <a:rPr lang="sv-SE" sz="2500" dirty="0">
                  <a:solidFill>
                    <a:schemeClr val="tx1"/>
                  </a:solidFill>
                  <a:latin typeface="Segoe UI" pitchFamily="34" charset="0"/>
                  <a:ea typeface="+mj-ea"/>
                  <a:cs typeface="Segoe UI" pitchFamily="34" charset="0"/>
                </a:rPr>
                <a:t>2. REFOKUSING TKDD TA 2020 UNTUK PENANGANAN COVID-19</a:t>
              </a:r>
              <a:endParaRPr lang="fi-FI" sz="2500" dirty="0">
                <a:solidFill>
                  <a:schemeClr val="tx1"/>
                </a:solidFill>
                <a:latin typeface="Segoe UI" pitchFamily="34" charset="0"/>
                <a:ea typeface="+mj-ea"/>
                <a:cs typeface="Segoe UI" pitchFamily="34" charset="0"/>
              </a:endParaRPr>
            </a:p>
          </p:txBody>
        </p:sp>
      </p:grpSp>
      <p:sp>
        <p:nvSpPr>
          <p:cNvPr id="18483" name="TextBox 1"/>
          <p:cNvSpPr txBox="1">
            <a:spLocks noChangeArrowheads="1"/>
          </p:cNvSpPr>
          <p:nvPr/>
        </p:nvSpPr>
        <p:spPr bwMode="auto">
          <a:xfrm>
            <a:off x="1228725" y="434975"/>
            <a:ext cx="10229850" cy="584200"/>
          </a:xfrm>
          <a:prstGeom prst="rect">
            <a:avLst/>
          </a:prstGeom>
          <a:noFill/>
          <a:ln w="9525">
            <a:noFill/>
            <a:miter lim="800000"/>
            <a:headEnd/>
            <a:tailEnd/>
          </a:ln>
        </p:spPr>
        <p:txBody>
          <a:bodyPr>
            <a:spAutoFit/>
          </a:bodyPr>
          <a:lstStyle/>
          <a:p>
            <a:pPr eaLnBrk="1" hangingPunct="1">
              <a:defRPr/>
            </a:pPr>
            <a:r>
              <a:rPr lang="id-ID" altLang="en-US" sz="1600" dirty="0" smtClean="0">
                <a:solidFill>
                  <a:schemeClr val="bg2">
                    <a:lumMod val="25000"/>
                  </a:schemeClr>
                </a:solidFill>
                <a:latin typeface="Segoe UI" pitchFamily="34" charset="0"/>
                <a:cs typeface="Segoe UI" pitchFamily="34" charset="0"/>
              </a:rPr>
              <a:t>Di luar penyesuaian TKDD yang telah dilakukan dalam Perpres 54/2020, TKDD juga secara langsung melakukan intervensi untuk penanganan covid19, utamanya melalui rekofusing penggunaannya</a:t>
            </a:r>
            <a:endParaRPr lang="id-ID" altLang="en-US" sz="1600" dirty="0">
              <a:solidFill>
                <a:schemeClr val="bg2">
                  <a:lumMod val="25000"/>
                </a:schemeClr>
              </a:solidFill>
              <a:latin typeface="Segoe UI" pitchFamily="34" charset="0"/>
              <a:cs typeface="Segoe UI" pitchFamily="34" charset="0"/>
            </a:endParaRPr>
          </a:p>
        </p:txBody>
      </p:sp>
      <p:pic>
        <p:nvPicPr>
          <p:cNvPr id="33843" name="Picture 9" descr="https://upload.wikimedia.org/wikipedia/commons/5/5b/Logo_of_the_Ministry_of_Finance_of_the_Republic_of_Indonesia.png"/>
          <p:cNvPicPr>
            <a:picLocks noChangeAspect="1" noChangeArrowheads="1"/>
          </p:cNvPicPr>
          <p:nvPr/>
        </p:nvPicPr>
        <p:blipFill>
          <a:blip r:embed="rId3"/>
          <a:srcRect/>
          <a:stretch>
            <a:fillRect/>
          </a:stretch>
        </p:blipFill>
        <p:spPr bwMode="auto">
          <a:xfrm>
            <a:off x="95250" y="79375"/>
            <a:ext cx="679450" cy="647700"/>
          </a:xfrm>
          <a:prstGeom prst="rect">
            <a:avLst/>
          </a:prstGeom>
          <a:noFill/>
          <a:ln w="9525">
            <a:noFill/>
            <a:miter lim="800000"/>
            <a:headEnd/>
            <a:tailEnd/>
          </a:ln>
        </p:spPr>
      </p:pic>
      <p:sp>
        <p:nvSpPr>
          <p:cNvPr id="10" name="Rectangle 9"/>
          <p:cNvSpPr/>
          <p:nvPr/>
        </p:nvSpPr>
        <p:spPr>
          <a:xfrm>
            <a:off x="201706" y="4152900"/>
            <a:ext cx="11906250" cy="552450"/>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28134" y="2571750"/>
            <a:ext cx="12093526" cy="4000500"/>
          </a:xfrm>
          <a:prstGeom prst="rect">
            <a:avLst/>
          </a:prstGeom>
          <a:solidFill>
            <a:srgbClr val="F9D8E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26"/>
          <p:cNvGrpSpPr>
            <a:grpSpLocks/>
          </p:cNvGrpSpPr>
          <p:nvPr/>
        </p:nvGrpSpPr>
        <p:grpSpPr bwMode="auto">
          <a:xfrm>
            <a:off x="-11113" y="-1588"/>
            <a:ext cx="12192001" cy="852488"/>
            <a:chOff x="23209" y="21294"/>
            <a:chExt cx="12192000" cy="852989"/>
          </a:xfrm>
          <a:noFill/>
        </p:grpSpPr>
        <p:sp>
          <p:nvSpPr>
            <p:cNvPr id="28" name="Rectangle 27"/>
            <p:cNvSpPr/>
            <p:nvPr/>
          </p:nvSpPr>
          <p:spPr>
            <a:xfrm>
              <a:off x="23209" y="21294"/>
              <a:ext cx="12192000" cy="8529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258888" eaLnBrk="1" fontAlgn="auto" hangingPunct="1">
                <a:spcBef>
                  <a:spcPts val="0"/>
                </a:spcBef>
                <a:spcAft>
                  <a:spcPts val="0"/>
                </a:spcAft>
                <a:defRPr/>
              </a:pPr>
              <a:endParaRPr lang="id-ID" sz="2500" b="1" dirty="0">
                <a:solidFill>
                  <a:schemeClr val="tx1"/>
                </a:solidFill>
                <a:latin typeface="Segoe UI" pitchFamily="34" charset="0"/>
                <a:cs typeface="Segoe UI" pitchFamily="34" charset="0"/>
              </a:endParaRPr>
            </a:p>
          </p:txBody>
        </p:sp>
        <p:sp>
          <p:nvSpPr>
            <p:cNvPr id="32" name="Title 1"/>
            <p:cNvSpPr txBox="1">
              <a:spLocks/>
            </p:cNvSpPr>
            <p:nvPr/>
          </p:nvSpPr>
          <p:spPr>
            <a:xfrm>
              <a:off x="874275" y="70209"/>
              <a:ext cx="11088687" cy="598840"/>
            </a:xfrm>
            <a:prstGeom prst="rect">
              <a:avLst/>
            </a:prstGeom>
            <a:grpFill/>
            <a:ln>
              <a:noFill/>
            </a:ln>
          </p:spPr>
          <p:txBody>
            <a:bodyPr lIns="68562" tIns="34281" rIns="68562" bIns="34281" anchor="ctr"/>
            <a:lstStyle>
              <a:lvl1pPr algn="ctr">
                <a:spcBef>
                  <a:spcPct val="0"/>
                </a:spcBef>
                <a:buNone/>
                <a:tabLst>
                  <a:tab pos="5380038" algn="l"/>
                </a:tabLst>
                <a:defRPr sz="2800" b="1">
                  <a:solidFill>
                    <a:schemeClr val="bg1"/>
                  </a:solidFill>
                  <a:latin typeface="Cambria" panose="02040503050406030204" pitchFamily="18" charset="0"/>
                  <a:ea typeface="Cambria" panose="02040503050406030204" pitchFamily="18" charset="0"/>
                  <a:cs typeface="+mj-cs"/>
                </a:defRPr>
              </a:lvl1pPr>
            </a:lstStyle>
            <a:p>
              <a:pPr algn="l" eaLnBrk="1" fontAlgn="auto" hangingPunct="1">
                <a:lnSpc>
                  <a:spcPct val="90000"/>
                </a:lnSpc>
                <a:spcAft>
                  <a:spcPts val="0"/>
                </a:spcAft>
                <a:tabLst>
                  <a:tab pos="4035029" algn="l"/>
                </a:tabLst>
                <a:defRPr/>
              </a:pPr>
              <a:r>
                <a:rPr lang="en-US" sz="2500" dirty="0">
                  <a:solidFill>
                    <a:schemeClr val="tx1"/>
                  </a:solidFill>
                  <a:latin typeface="Segoe UI" pitchFamily="34" charset="0"/>
                  <a:ea typeface="+mj-ea"/>
                  <a:cs typeface="Segoe UI" pitchFamily="34" charset="0"/>
                </a:rPr>
                <a:t>3. RASIONALISASI APBD 2020</a:t>
              </a:r>
            </a:p>
          </p:txBody>
        </p:sp>
      </p:grpSp>
      <p:pic>
        <p:nvPicPr>
          <p:cNvPr id="40021" name="Picture 29" descr="https://upload.wikimedia.org/wikipedia/commons/5/5b/Logo_of_the_Ministry_of_Finance_of_the_Republic_of_Indonesia.png"/>
          <p:cNvPicPr>
            <a:picLocks noChangeAspect="1" noChangeArrowheads="1"/>
          </p:cNvPicPr>
          <p:nvPr/>
        </p:nvPicPr>
        <p:blipFill>
          <a:blip r:embed="rId2"/>
          <a:srcRect/>
          <a:stretch>
            <a:fillRect/>
          </a:stretch>
        </p:blipFill>
        <p:spPr bwMode="auto">
          <a:xfrm>
            <a:off x="95250" y="79375"/>
            <a:ext cx="679450" cy="647700"/>
          </a:xfrm>
          <a:prstGeom prst="rect">
            <a:avLst/>
          </a:prstGeom>
          <a:noFill/>
          <a:ln w="9525">
            <a:noFill/>
            <a:miter lim="800000"/>
            <a:headEnd/>
            <a:tailEnd/>
          </a:ln>
        </p:spPr>
      </p:pic>
      <p:sp>
        <p:nvSpPr>
          <p:cNvPr id="27" name="TextBox 9"/>
          <p:cNvSpPr txBox="1">
            <a:spLocks noChangeArrowheads="1"/>
          </p:cNvSpPr>
          <p:nvPr/>
        </p:nvSpPr>
        <p:spPr bwMode="auto">
          <a:xfrm>
            <a:off x="1184275" y="614363"/>
            <a:ext cx="10428288" cy="1831271"/>
          </a:xfrm>
          <a:prstGeom prst="rect">
            <a:avLst/>
          </a:prstGeom>
          <a:noFill/>
          <a:ln w="9525">
            <a:noFill/>
            <a:miter lim="800000"/>
            <a:headEnd/>
            <a:tailEnd/>
          </a:ln>
        </p:spPr>
        <p:txBody>
          <a:bodyPr>
            <a:spAutoFit/>
          </a:bodyPr>
          <a:lstStyle/>
          <a:p>
            <a:pPr marL="285750" indent="-285750">
              <a:lnSpc>
                <a:spcPct val="90000"/>
              </a:lnSpc>
              <a:spcBef>
                <a:spcPts val="400"/>
              </a:spcBef>
              <a:buFont typeface="Arial" pitchFamily="34" charset="0"/>
              <a:buChar char="•"/>
              <a:defRPr/>
            </a:pPr>
            <a:r>
              <a:rPr lang="id-ID" altLang="en-US" sz="2400" dirty="0" smtClean="0">
                <a:solidFill>
                  <a:schemeClr val="bg2">
                    <a:lumMod val="25000"/>
                  </a:schemeClr>
                </a:solidFill>
                <a:latin typeface="Segoe UI" pitchFamily="34" charset="0"/>
                <a:cs typeface="Segoe UI" pitchFamily="34" charset="0"/>
              </a:rPr>
              <a:t>Dari sisi pendapatan, terjadi pengurangan TKDD untuk dialihkan pada belanja penanganan covid19 secara terpusat dan PAD juga mengalami penurunan signifikan.</a:t>
            </a:r>
          </a:p>
          <a:p>
            <a:pPr marL="285750" indent="-285750">
              <a:lnSpc>
                <a:spcPct val="90000"/>
              </a:lnSpc>
              <a:spcBef>
                <a:spcPts val="600"/>
              </a:spcBef>
              <a:buFont typeface="Arial" pitchFamily="34" charset="0"/>
              <a:buChar char="•"/>
              <a:defRPr/>
            </a:pPr>
            <a:r>
              <a:rPr lang="id-ID" altLang="en-US" sz="2400" dirty="0" smtClean="0">
                <a:solidFill>
                  <a:schemeClr val="bg2">
                    <a:lumMod val="25000"/>
                  </a:schemeClr>
                </a:solidFill>
                <a:latin typeface="Segoe UI" pitchFamily="34" charset="0"/>
                <a:cs typeface="Segoe UI" pitchFamily="34" charset="0"/>
              </a:rPr>
              <a:t>Dari sisi Belanja perlu dilakukan penyesuaian baik realokasi maupun refokusing.</a:t>
            </a:r>
            <a:endParaRPr lang="id-ID" altLang="en-US" sz="2400" dirty="0">
              <a:solidFill>
                <a:schemeClr val="bg2">
                  <a:lumMod val="25000"/>
                </a:schemeClr>
              </a:solidFill>
              <a:latin typeface="Segoe UI" pitchFamily="34" charset="0"/>
              <a:cs typeface="Segoe UI" pitchFamily="34" charset="0"/>
            </a:endParaRPr>
          </a:p>
        </p:txBody>
      </p:sp>
      <p:sp>
        <p:nvSpPr>
          <p:cNvPr id="33" name="Rectangle 32"/>
          <p:cNvSpPr/>
          <p:nvPr/>
        </p:nvSpPr>
        <p:spPr bwMode="auto">
          <a:xfrm>
            <a:off x="-11113" y="-1588"/>
            <a:ext cx="12192001" cy="852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258888" eaLnBrk="1" fontAlgn="auto" hangingPunct="1">
              <a:spcBef>
                <a:spcPts val="0"/>
              </a:spcBef>
              <a:spcAft>
                <a:spcPts val="0"/>
              </a:spcAft>
              <a:defRPr/>
            </a:pPr>
            <a:endParaRPr lang="id-ID" sz="3600" b="1" dirty="0">
              <a:solidFill>
                <a:schemeClr val="tx1"/>
              </a:solidFill>
              <a:latin typeface="Segoe UI" pitchFamily="34" charset="0"/>
              <a:cs typeface="Segoe UI" pitchFamily="34" charset="0"/>
            </a:endParaRPr>
          </a:p>
        </p:txBody>
      </p:sp>
      <p:sp>
        <p:nvSpPr>
          <p:cNvPr id="39" name="TextBox 38"/>
          <p:cNvSpPr txBox="1"/>
          <p:nvPr/>
        </p:nvSpPr>
        <p:spPr>
          <a:xfrm>
            <a:off x="3395663" y="2652713"/>
            <a:ext cx="6923087" cy="3785652"/>
          </a:xfrm>
          <a:prstGeom prst="rect">
            <a:avLst/>
          </a:prstGeom>
          <a:noFill/>
        </p:spPr>
        <p:txBody>
          <a:bodyPr>
            <a:spAutoFit/>
          </a:bodyPr>
          <a:lstStyle/>
          <a:p>
            <a:pPr marL="342900" indent="-342900" eaLnBrk="1" fontAlgn="auto" hangingPunct="1">
              <a:spcBef>
                <a:spcPts val="0"/>
              </a:spcBef>
              <a:spcAft>
                <a:spcPts val="0"/>
              </a:spcAft>
              <a:buFont typeface="+mj-lt"/>
              <a:buAutoNum type="arabicPeriod"/>
              <a:defRPr/>
            </a:pPr>
            <a:r>
              <a:rPr lang="id-ID" sz="2400" dirty="0" smtClean="0">
                <a:solidFill>
                  <a:prstClr val="black"/>
                </a:solidFill>
                <a:latin typeface="Segoe UI" pitchFamily="34" charset="0"/>
                <a:cs typeface="Segoe UI" pitchFamily="34" charset="0"/>
              </a:rPr>
              <a:t>Penghematan belanja daerah, melalui:</a:t>
            </a:r>
          </a:p>
          <a:p>
            <a:pPr marL="712788" indent="-342900" eaLnBrk="1" fontAlgn="auto" hangingPunct="1">
              <a:spcBef>
                <a:spcPts val="0"/>
              </a:spcBef>
              <a:spcAft>
                <a:spcPts val="0"/>
              </a:spcAft>
              <a:buFont typeface="+mj-lt"/>
              <a:buAutoNum type="alphaLcPeriod"/>
              <a:defRPr/>
            </a:pPr>
            <a:r>
              <a:rPr lang="id-ID" sz="2400" dirty="0" smtClean="0">
                <a:solidFill>
                  <a:prstClr val="black"/>
                </a:solidFill>
                <a:latin typeface="Segoe UI" pitchFamily="34" charset="0"/>
                <a:cs typeface="Segoe UI" pitchFamily="34" charset="0"/>
              </a:rPr>
              <a:t>Rasionalisasi belanja pegawai;</a:t>
            </a:r>
          </a:p>
          <a:p>
            <a:pPr marL="712788" indent="-342900" eaLnBrk="1" fontAlgn="auto" hangingPunct="1">
              <a:spcBef>
                <a:spcPts val="0"/>
              </a:spcBef>
              <a:spcAft>
                <a:spcPts val="0"/>
              </a:spcAft>
              <a:buFont typeface="+mj-lt"/>
              <a:buAutoNum type="alphaLcPeriod"/>
              <a:defRPr/>
            </a:pPr>
            <a:r>
              <a:rPr lang="id-ID" sz="2400" dirty="0" smtClean="0">
                <a:solidFill>
                  <a:prstClr val="black"/>
                </a:solidFill>
                <a:latin typeface="Segoe UI" pitchFamily="34" charset="0"/>
                <a:cs typeface="Segoe UI" pitchFamily="34" charset="0"/>
              </a:rPr>
              <a:t>Rasionalisasi Belanja Barang/Jasa (min 50%);</a:t>
            </a:r>
          </a:p>
          <a:p>
            <a:pPr marL="712788" indent="-342900" eaLnBrk="1" fontAlgn="auto" hangingPunct="1">
              <a:spcBef>
                <a:spcPts val="0"/>
              </a:spcBef>
              <a:spcAft>
                <a:spcPts val="0"/>
              </a:spcAft>
              <a:buFont typeface="+mj-lt"/>
              <a:buAutoNum type="alphaLcPeriod"/>
              <a:defRPr/>
            </a:pPr>
            <a:r>
              <a:rPr lang="id-ID" sz="2400" dirty="0" smtClean="0">
                <a:solidFill>
                  <a:prstClr val="black"/>
                </a:solidFill>
                <a:latin typeface="Segoe UI" pitchFamily="34" charset="0"/>
                <a:cs typeface="Segoe UI" pitchFamily="34" charset="0"/>
              </a:rPr>
              <a:t>Rasionalisasi Belanja Modal (min 50%); dan</a:t>
            </a:r>
          </a:p>
          <a:p>
            <a:pPr marL="712788" indent="-342900" eaLnBrk="1" fontAlgn="auto" hangingPunct="1">
              <a:spcBef>
                <a:spcPts val="0"/>
              </a:spcBef>
              <a:spcAft>
                <a:spcPts val="0"/>
              </a:spcAft>
              <a:buFont typeface="+mj-lt"/>
              <a:buAutoNum type="alphaLcPeriod"/>
              <a:defRPr/>
            </a:pPr>
            <a:r>
              <a:rPr lang="id-ID" sz="2400" dirty="0" smtClean="0">
                <a:solidFill>
                  <a:prstClr val="black"/>
                </a:solidFill>
                <a:latin typeface="Segoe UI" pitchFamily="34" charset="0"/>
                <a:cs typeface="Segoe UI" pitchFamily="34" charset="0"/>
              </a:rPr>
              <a:t>Penghematan Belanja Lainnya.</a:t>
            </a:r>
          </a:p>
          <a:p>
            <a:pPr marL="20638" eaLnBrk="1" fontAlgn="auto" hangingPunct="1">
              <a:spcBef>
                <a:spcPts val="0"/>
              </a:spcBef>
              <a:spcAft>
                <a:spcPts val="0"/>
              </a:spcAft>
              <a:defRPr/>
            </a:pPr>
            <a:endParaRPr lang="id-ID" sz="2400" dirty="0" smtClean="0">
              <a:solidFill>
                <a:prstClr val="black"/>
              </a:solidFill>
              <a:latin typeface="Segoe UI" pitchFamily="34" charset="0"/>
              <a:cs typeface="Segoe UI" pitchFamily="34" charset="0"/>
            </a:endParaRPr>
          </a:p>
          <a:p>
            <a:pPr marL="363538" indent="-342900" eaLnBrk="1" fontAlgn="auto" hangingPunct="1">
              <a:spcBef>
                <a:spcPts val="0"/>
              </a:spcBef>
              <a:spcAft>
                <a:spcPts val="0"/>
              </a:spcAft>
              <a:buFontTx/>
              <a:buAutoNum type="arabicPeriod" startAt="2"/>
              <a:defRPr/>
            </a:pPr>
            <a:r>
              <a:rPr lang="id-ID" sz="2400" dirty="0" smtClean="0">
                <a:solidFill>
                  <a:prstClr val="black"/>
                </a:solidFill>
                <a:latin typeface="Segoe UI" pitchFamily="34" charset="0"/>
                <a:cs typeface="Segoe UI" pitchFamily="34" charset="0"/>
              </a:rPr>
              <a:t>Penggunaan hasil penghematan untuk:</a:t>
            </a:r>
          </a:p>
          <a:p>
            <a:pPr marL="712788" indent="-342900" eaLnBrk="1" fontAlgn="auto" hangingPunct="1">
              <a:spcBef>
                <a:spcPts val="0"/>
              </a:spcBef>
              <a:spcAft>
                <a:spcPts val="0"/>
              </a:spcAft>
              <a:buFont typeface="+mj-lt"/>
              <a:buAutoNum type="alphaLcPeriod"/>
              <a:defRPr/>
            </a:pPr>
            <a:r>
              <a:rPr lang="id-ID" sz="2400" dirty="0" smtClean="0">
                <a:solidFill>
                  <a:prstClr val="black"/>
                </a:solidFill>
                <a:latin typeface="Segoe UI" pitchFamily="34" charset="0"/>
                <a:cs typeface="Segoe UI" pitchFamily="34" charset="0"/>
              </a:rPr>
              <a:t>Belanja kesehatan;</a:t>
            </a:r>
          </a:p>
          <a:p>
            <a:pPr marL="712788" indent="-342900" eaLnBrk="1" fontAlgn="auto" hangingPunct="1">
              <a:spcBef>
                <a:spcPts val="0"/>
              </a:spcBef>
              <a:spcAft>
                <a:spcPts val="0"/>
              </a:spcAft>
              <a:buFont typeface="+mj-lt"/>
              <a:buAutoNum type="alphaLcPeriod"/>
              <a:defRPr/>
            </a:pPr>
            <a:r>
              <a:rPr lang="id-ID" sz="2400" dirty="0" smtClean="0">
                <a:solidFill>
                  <a:prstClr val="black"/>
                </a:solidFill>
                <a:latin typeface="Segoe UI" pitchFamily="34" charset="0"/>
                <a:cs typeface="Segoe UI" pitchFamily="34" charset="0"/>
              </a:rPr>
              <a:t>Jaring pengaman sosial; dan</a:t>
            </a:r>
          </a:p>
          <a:p>
            <a:pPr marL="712788" indent="-342900" eaLnBrk="1" fontAlgn="auto" hangingPunct="1">
              <a:spcBef>
                <a:spcPts val="0"/>
              </a:spcBef>
              <a:spcAft>
                <a:spcPts val="0"/>
              </a:spcAft>
              <a:buFont typeface="+mj-lt"/>
              <a:buAutoNum type="alphaLcPeriod"/>
              <a:defRPr/>
            </a:pPr>
            <a:r>
              <a:rPr lang="id-ID" sz="2400" dirty="0" smtClean="0">
                <a:solidFill>
                  <a:prstClr val="black"/>
                </a:solidFill>
                <a:latin typeface="Segoe UI" pitchFamily="34" charset="0"/>
                <a:cs typeface="Segoe UI" pitchFamily="34" charset="0"/>
              </a:rPr>
              <a:t>Penanganan dampak ekonomi.</a:t>
            </a:r>
            <a:endParaRPr lang="id-ID" sz="2400" dirty="0">
              <a:solidFill>
                <a:prstClr val="black"/>
              </a:solidFill>
              <a:latin typeface="Segoe UI" pitchFamily="34" charset="0"/>
              <a:cs typeface="Segoe UI" pitchFamily="34" charset="0"/>
            </a:endParaRPr>
          </a:p>
        </p:txBody>
      </p:sp>
      <p:sp>
        <p:nvSpPr>
          <p:cNvPr id="40" name="Slide Number Placeholder 1"/>
          <p:cNvSpPr>
            <a:spLocks noGrp="1"/>
          </p:cNvSpPr>
          <p:nvPr>
            <p:ph type="sldNum" sz="quarter" idx="12"/>
          </p:nvPr>
        </p:nvSpPr>
        <p:spPr bwMode="auto">
          <a:xfrm>
            <a:off x="11483835" y="6046094"/>
            <a:ext cx="838199" cy="767687"/>
          </a:xfrm>
          <a:noFill/>
          <a:ln>
            <a:miter lim="800000"/>
            <a:headEnd/>
            <a:tailEnd/>
          </a:ln>
        </p:spPr>
        <p:txBody>
          <a:bodyPr/>
          <a:lstStyle/>
          <a:p>
            <a:fld id="{275A5E3D-3015-495F-9A15-3A379805A14F}" type="slidenum">
              <a:rPr lang="en-US" altLang="en-US" sz="1600" smtClean="0">
                <a:solidFill>
                  <a:schemeClr val="tx1"/>
                </a:solidFill>
                <a:latin typeface="Segoe UI" pitchFamily="34" charset="0"/>
                <a:cs typeface="Segoe UI" pitchFamily="34" charset="0"/>
              </a:rPr>
              <a:pPr/>
              <a:t>8</a:t>
            </a:fld>
            <a:endParaRPr lang="en-US" altLang="en-US" sz="1600" dirty="0" smtClean="0">
              <a:solidFill>
                <a:schemeClr val="tx1"/>
              </a:solidFill>
              <a:latin typeface="Segoe UI" pitchFamily="34" charset="0"/>
              <a:cs typeface="Segoe UI" pitchFamily="34" charset="0"/>
            </a:endParaRPr>
          </a:p>
        </p:txBody>
      </p:sp>
      <p:sp>
        <p:nvSpPr>
          <p:cNvPr id="42" name="Chevron 41"/>
          <p:cNvSpPr/>
          <p:nvPr/>
        </p:nvSpPr>
        <p:spPr>
          <a:xfrm>
            <a:off x="2419350" y="3162300"/>
            <a:ext cx="781050" cy="247650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Chevron 42"/>
          <p:cNvSpPr/>
          <p:nvPr/>
        </p:nvSpPr>
        <p:spPr>
          <a:xfrm>
            <a:off x="1905000" y="3162300"/>
            <a:ext cx="781050" cy="247650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 name="Kebijakan…"/>
          <p:cNvSpPr txBox="1">
            <a:spLocks noGrp="1"/>
          </p:cNvSpPr>
          <p:nvPr>
            <p:ph type="ctrTitle" idx="4294967295"/>
          </p:nvPr>
        </p:nvSpPr>
        <p:spPr>
          <a:xfrm>
            <a:off x="677863" y="1649413"/>
            <a:ext cx="10985500" cy="1628775"/>
          </a:xfrm>
        </p:spPr>
        <p:txBody>
          <a:bodyPr/>
          <a:lstStyle/>
          <a:p>
            <a:pPr>
              <a:defRPr/>
            </a:pPr>
            <a:r>
              <a:rPr sz="4800" b="1" smtClean="0">
                <a:solidFill>
                  <a:schemeClr val="accent1">
                    <a:lumOff val="-13575"/>
                  </a:schemeClr>
                </a:solidFill>
                <a:latin typeface="Segoe UI Black" pitchFamily="34" charset="0"/>
                <a:ea typeface="Segoe UI Black" pitchFamily="34" charset="0"/>
                <a:cs typeface="Segoe UI" pitchFamily="34" charset="0"/>
              </a:rPr>
              <a:t>Kebijakan</a:t>
            </a:r>
            <a:r>
              <a:rPr lang="en-US" sz="4800" b="1" dirty="0" smtClean="0">
                <a:solidFill>
                  <a:schemeClr val="accent1">
                    <a:lumOff val="-13575"/>
                  </a:schemeClr>
                </a:solidFill>
                <a:latin typeface="Segoe UI Black" pitchFamily="34" charset="0"/>
                <a:ea typeface="Segoe UI Black" pitchFamily="34" charset="0"/>
                <a:cs typeface="Segoe UI" pitchFamily="34" charset="0"/>
              </a:rPr>
              <a:t> </a:t>
            </a:r>
            <a:r>
              <a:rPr sz="4800" b="1" smtClean="0">
                <a:solidFill>
                  <a:schemeClr val="accent4">
                    <a:hueOff val="-476017"/>
                    <a:lumOff val="-10042"/>
                  </a:schemeClr>
                </a:solidFill>
                <a:latin typeface="Segoe UI Black" pitchFamily="34" charset="0"/>
                <a:ea typeface="Segoe UI Black" pitchFamily="34" charset="0"/>
                <a:cs typeface="Segoe UI" pitchFamily="34" charset="0"/>
              </a:rPr>
              <a:t>Fiskal </a:t>
            </a:r>
            <a:r>
              <a:rPr sz="4800" b="1">
                <a:solidFill>
                  <a:schemeClr val="accent4">
                    <a:hueOff val="-476017"/>
                    <a:lumOff val="-10042"/>
                  </a:schemeClr>
                </a:solidFill>
                <a:latin typeface="Segoe UI Black" pitchFamily="34" charset="0"/>
                <a:ea typeface="Segoe UI Black" pitchFamily="34" charset="0"/>
                <a:cs typeface="Segoe UI" pitchFamily="34" charset="0"/>
              </a:rPr>
              <a:t>dan TKDD 2021</a:t>
            </a:r>
          </a:p>
        </p:txBody>
      </p:sp>
      <p:pic>
        <p:nvPicPr>
          <p:cNvPr id="24579" name="Picture 11" descr="https://www.kemenkeu.go.id/media/6422/logo-kementerian-keuangan-02.png"/>
          <p:cNvPicPr>
            <a:picLocks noChangeAspect="1" noChangeArrowheads="1"/>
          </p:cNvPicPr>
          <p:nvPr/>
        </p:nvPicPr>
        <p:blipFill>
          <a:blip r:embed="rId2"/>
          <a:srcRect l="4063" t="35321" b="39822"/>
          <a:stretch>
            <a:fillRect/>
          </a:stretch>
        </p:blipFill>
        <p:spPr bwMode="auto">
          <a:xfrm>
            <a:off x="95250" y="47625"/>
            <a:ext cx="3841750" cy="995363"/>
          </a:xfrm>
          <a:prstGeom prst="rect">
            <a:avLst/>
          </a:prstGeom>
          <a:noFill/>
          <a:ln w="9525">
            <a:noFill/>
            <a:miter lim="800000"/>
            <a:headEnd/>
            <a:tailEnd/>
          </a:ln>
        </p:spPr>
      </p:pic>
      <p:sp>
        <p:nvSpPr>
          <p:cNvPr id="24580" name="Rectangle 4"/>
          <p:cNvSpPr>
            <a:spLocks noChangeArrowheads="1"/>
          </p:cNvSpPr>
          <p:nvPr/>
        </p:nvSpPr>
        <p:spPr bwMode="auto">
          <a:xfrm>
            <a:off x="777875" y="3341688"/>
            <a:ext cx="10258425" cy="1384300"/>
          </a:xfrm>
          <a:prstGeom prst="rect">
            <a:avLst/>
          </a:prstGeom>
          <a:noFill/>
          <a:ln w="9525">
            <a:noFill/>
            <a:miter lim="800000"/>
            <a:headEnd/>
            <a:tailEnd/>
          </a:ln>
        </p:spPr>
        <p:txBody>
          <a:bodyPr>
            <a:spAutoFit/>
          </a:bodyPr>
          <a:lstStyle/>
          <a:p>
            <a:r>
              <a:rPr lang="en-US" altLang="id-ID" sz="2800" b="1" i="1" dirty="0">
                <a:solidFill>
                  <a:srgbClr val="592C5D"/>
                </a:solidFill>
                <a:latin typeface="Segoe UI" pitchFamily="34" charset="0"/>
                <a:cs typeface="Segoe UI" pitchFamily="34" charset="0"/>
              </a:rPr>
              <a:t>“</a:t>
            </a:r>
            <a:r>
              <a:rPr lang="id-ID" altLang="id-ID" sz="2800" b="1" i="1" dirty="0">
                <a:solidFill>
                  <a:srgbClr val="592C5D"/>
                </a:solidFill>
                <a:latin typeface="Segoe UI" pitchFamily="34" charset="0"/>
                <a:cs typeface="Segoe UI" pitchFamily="34" charset="0"/>
              </a:rPr>
              <a:t>Dampak dari pandemi Covid 19 akan sangat mewarnai perencanaan dan penganggaran APBN-APBD TA 2021 utamanya untuk pemulihan ekonomi."</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Kebijakan Fiskal 2021"/>
          <p:cNvSpPr>
            <a:spLocks noGrp="1"/>
          </p:cNvSpPr>
          <p:nvPr>
            <p:ph type="title" idx="4294967295"/>
          </p:nvPr>
        </p:nvSpPr>
        <p:spPr>
          <a:xfrm>
            <a:off x="812800" y="-47625"/>
            <a:ext cx="10985500" cy="717550"/>
          </a:xfrm>
        </p:spPr>
        <p:txBody>
          <a:bodyPr/>
          <a:lstStyle/>
          <a:p>
            <a:r>
              <a:rPr lang="en-US" altLang="id-ID" sz="2800" b="1" smtClean="0">
                <a:solidFill>
                  <a:schemeClr val="tx1"/>
                </a:solidFill>
                <a:latin typeface="Segoe UI" pitchFamily="34" charset="0"/>
                <a:cs typeface="Segoe UI" pitchFamily="34" charset="0"/>
              </a:rPr>
              <a:t>KEBIJAKAN FISKAL 2021</a:t>
            </a:r>
          </a:p>
        </p:txBody>
      </p:sp>
      <p:sp>
        <p:nvSpPr>
          <p:cNvPr id="638" name="Mendukung pemulihan dan penguatan fondasi ekonomi nasional"/>
          <p:cNvSpPr txBox="1"/>
          <p:nvPr/>
        </p:nvSpPr>
        <p:spPr>
          <a:xfrm>
            <a:off x="908050" y="511175"/>
            <a:ext cx="6091238" cy="273050"/>
          </a:xfrm>
          <a:prstGeom prst="rect">
            <a:avLst/>
          </a:prstGeom>
          <a:ln w="12700">
            <a:miter lim="400000"/>
          </a:ln>
          <a:extLst>
            <a:ext uri="{C572A759-6A51-4108-AA02-DFA0A04FC94B}"/>
          </a:extLst>
        </p:spPr>
        <p:txBody>
          <a:bodyPr wrap="none" lIns="25400" tIns="25400" rIns="25400" bIns="25400" anchor="ctr">
            <a:spAutoFit/>
          </a:bodyPr>
          <a:lstStyle>
            <a:lvl1pPr>
              <a:lnSpc>
                <a:spcPct val="80000"/>
              </a:lnSpc>
              <a:spcBef>
                <a:spcPts val="0"/>
              </a:spcBef>
              <a:defRPr sz="4000" b="1" spc="-79">
                <a:solidFill>
                  <a:srgbClr val="5E5E5E"/>
                </a:solidFill>
              </a:defRPr>
            </a:lvl1pPr>
          </a:lstStyle>
          <a:p>
            <a:pPr>
              <a:defRPr/>
            </a:pPr>
            <a:r>
              <a:rPr sz="1800" b="0">
                <a:latin typeface="Segoe UI" pitchFamily="34" charset="0"/>
                <a:cs typeface="Segoe UI" pitchFamily="34" charset="0"/>
              </a:rPr>
              <a:t>Mendukung pemulihan dan penguatan fondasi ekonomi nasional</a:t>
            </a:r>
          </a:p>
        </p:txBody>
      </p:sp>
      <p:sp>
        <p:nvSpPr>
          <p:cNvPr id="26628" name="object 10"/>
          <p:cNvSpPr txBox="1">
            <a:spLocks noChangeArrowheads="1"/>
          </p:cNvSpPr>
          <p:nvPr/>
        </p:nvSpPr>
        <p:spPr bwMode="auto">
          <a:xfrm>
            <a:off x="490538" y="2489200"/>
            <a:ext cx="5732462" cy="3914775"/>
          </a:xfrm>
          <a:prstGeom prst="rect">
            <a:avLst/>
          </a:prstGeom>
          <a:noFill/>
          <a:ln w="12700">
            <a:noFill/>
            <a:miter lim="400000"/>
            <a:headEnd/>
            <a:tailEnd/>
          </a:ln>
        </p:spPr>
        <p:txBody>
          <a:bodyPr lIns="0" tIns="0" rIns="0" bIns="0">
            <a:spAutoFit/>
          </a:bodyPr>
          <a:lstStyle/>
          <a:p>
            <a:pPr marL="323850" indent="-323850" defTabSz="457200">
              <a:spcBef>
                <a:spcPts val="1000"/>
              </a:spcBef>
              <a:buFontTx/>
              <a:buAutoNum type="arabicPeriod"/>
            </a:pPr>
            <a:r>
              <a:rPr lang="en-US" altLang="id-ID" sz="1700" b="1">
                <a:solidFill>
                  <a:srgbClr val="000000"/>
                </a:solidFill>
                <a:latin typeface="Segoe UI" pitchFamily="34" charset="0"/>
                <a:ea typeface="Arial" pitchFamily="34" charset="0"/>
                <a:cs typeface="Segoe UI" pitchFamily="34" charset="0"/>
                <a:sym typeface="Arial" pitchFamily="34" charset="0"/>
              </a:rPr>
              <a:t>Reformasi Kesehatan: pemulihan dan penguatan sistem  kesehatan &amp; </a:t>
            </a:r>
            <a:r>
              <a:rPr lang="en-US" altLang="id-ID" sz="1700" b="1" i="1">
                <a:solidFill>
                  <a:srgbClr val="000000"/>
                </a:solidFill>
                <a:latin typeface="Segoe UI" pitchFamily="34" charset="0"/>
                <a:ea typeface="Arial" pitchFamily="34" charset="0"/>
                <a:cs typeface="Segoe UI" pitchFamily="34" charset="0"/>
                <a:sym typeface="Arial" pitchFamily="34" charset="0"/>
              </a:rPr>
              <a:t>health security preparedness</a:t>
            </a:r>
          </a:p>
          <a:p>
            <a:pPr marL="323850" indent="-323850" defTabSz="457200">
              <a:spcBef>
                <a:spcPts val="1000"/>
              </a:spcBef>
              <a:buFontTx/>
              <a:buAutoNum type="arabicPeriod"/>
            </a:pPr>
            <a:r>
              <a:rPr lang="en-US" altLang="id-ID" sz="1700" b="1">
                <a:solidFill>
                  <a:srgbClr val="000000"/>
                </a:solidFill>
                <a:latin typeface="Segoe UI" pitchFamily="34" charset="0"/>
                <a:ea typeface="Arial" pitchFamily="34" charset="0"/>
                <a:cs typeface="Segoe UI" pitchFamily="34" charset="0"/>
                <a:sym typeface="Arial" pitchFamily="34" charset="0"/>
              </a:rPr>
              <a:t>Reformasi Program Perlindungan Sosial: pemulihan </a:t>
            </a:r>
            <a:r>
              <a:rPr lang="en-US" altLang="id-ID" sz="1700">
                <a:solidFill>
                  <a:srgbClr val="000000"/>
                </a:solidFill>
                <a:latin typeface="Segoe UI" pitchFamily="34" charset="0"/>
                <a:ea typeface="Arial" pitchFamily="34" charset="0"/>
                <a:cs typeface="Segoe UI" pitchFamily="34" charset="0"/>
                <a:sym typeface="Arial" pitchFamily="34" charset="0"/>
              </a:rPr>
              <a:t>dan </a:t>
            </a:r>
            <a:r>
              <a:rPr lang="en-US" altLang="id-ID" sz="1700" b="1">
                <a:solidFill>
                  <a:srgbClr val="000000"/>
                </a:solidFill>
                <a:latin typeface="Segoe UI" pitchFamily="34" charset="0"/>
                <a:ea typeface="Arial" pitchFamily="34" charset="0"/>
                <a:cs typeface="Segoe UI" pitchFamily="34" charset="0"/>
                <a:sym typeface="Arial" pitchFamily="34" charset="0"/>
              </a:rPr>
              <a:t>penguatan program </a:t>
            </a:r>
            <a:r>
              <a:rPr lang="en-US" altLang="id-ID" sz="1700">
                <a:solidFill>
                  <a:srgbClr val="000000"/>
                </a:solidFill>
                <a:latin typeface="Segoe UI" pitchFamily="34" charset="0"/>
                <a:ea typeface="Arial" pitchFamily="34" charset="0"/>
                <a:cs typeface="Segoe UI" pitchFamily="34" charset="0"/>
                <a:sym typeface="Arial" pitchFamily="34" charset="0"/>
              </a:rPr>
              <a:t>bansos </a:t>
            </a:r>
            <a:r>
              <a:rPr lang="en-US" altLang="id-ID" sz="1700" b="1">
                <a:solidFill>
                  <a:srgbClr val="000000"/>
                </a:solidFill>
                <a:latin typeface="Segoe UI" pitchFamily="34" charset="0"/>
                <a:ea typeface="Arial" pitchFamily="34" charset="0"/>
                <a:cs typeface="Segoe UI" pitchFamily="34" charset="0"/>
                <a:sym typeface="Arial" pitchFamily="34" charset="0"/>
              </a:rPr>
              <a:t>dan </a:t>
            </a:r>
            <a:r>
              <a:rPr lang="en-US" altLang="id-ID" sz="1700">
                <a:solidFill>
                  <a:srgbClr val="000000"/>
                </a:solidFill>
                <a:latin typeface="Segoe UI" pitchFamily="34" charset="0"/>
                <a:ea typeface="Arial" pitchFamily="34" charset="0"/>
                <a:cs typeface="Segoe UI" pitchFamily="34" charset="0"/>
                <a:sym typeface="Arial" pitchFamily="34" charset="0"/>
              </a:rPr>
              <a:t>pengalihan</a:t>
            </a:r>
            <a:r>
              <a:rPr lang="en-US" altLang="id-ID" sz="1700" b="1">
                <a:solidFill>
                  <a:srgbClr val="000000"/>
                </a:solidFill>
                <a:latin typeface="Segoe UI" pitchFamily="34" charset="0"/>
                <a:ea typeface="Arial" pitchFamily="34" charset="0"/>
                <a:cs typeface="Segoe UI" pitchFamily="34" charset="0"/>
                <a:sym typeface="Arial" pitchFamily="34" charset="0"/>
              </a:rPr>
              <a:t> </a:t>
            </a:r>
            <a:r>
              <a:rPr lang="en-US" altLang="id-ID" sz="1700">
                <a:solidFill>
                  <a:srgbClr val="000000"/>
                </a:solidFill>
                <a:latin typeface="Segoe UI" pitchFamily="34" charset="0"/>
                <a:ea typeface="Arial" pitchFamily="34" charset="0"/>
                <a:cs typeface="Segoe UI" pitchFamily="34" charset="0"/>
                <a:sym typeface="Arial" pitchFamily="34" charset="0"/>
              </a:rPr>
              <a:t>subsidi</a:t>
            </a:r>
          </a:p>
          <a:p>
            <a:pPr marL="323850" indent="-323850" defTabSz="457200">
              <a:spcBef>
                <a:spcPts val="1000"/>
              </a:spcBef>
              <a:buFontTx/>
              <a:buAutoNum type="arabicPeriod"/>
            </a:pPr>
            <a:r>
              <a:rPr lang="en-US" altLang="id-ID" sz="1700" b="1">
                <a:solidFill>
                  <a:srgbClr val="000000"/>
                </a:solidFill>
                <a:latin typeface="Segoe UI" pitchFamily="34" charset="0"/>
                <a:ea typeface="Arial" pitchFamily="34" charset="0"/>
                <a:cs typeface="Segoe UI" pitchFamily="34" charset="0"/>
                <a:sym typeface="Arial" pitchFamily="34" charset="0"/>
              </a:rPr>
              <a:t>Reformasi Pendidikan</a:t>
            </a:r>
            <a:r>
              <a:rPr lang="en-US" altLang="id-ID" sz="1700" b="1" i="1">
                <a:solidFill>
                  <a:srgbClr val="000000"/>
                </a:solidFill>
                <a:latin typeface="Segoe UI" pitchFamily="34" charset="0"/>
                <a:ea typeface="Arial" pitchFamily="34" charset="0"/>
                <a:cs typeface="Segoe UI" pitchFamily="34" charset="0"/>
                <a:sym typeface="Arial" pitchFamily="34" charset="0"/>
              </a:rPr>
              <a:t>: </a:t>
            </a:r>
            <a:r>
              <a:rPr lang="en-US" altLang="id-ID" sz="1700" b="1">
                <a:solidFill>
                  <a:srgbClr val="000000"/>
                </a:solidFill>
                <a:latin typeface="Segoe UI" pitchFamily="34" charset="0"/>
                <a:ea typeface="Arial" pitchFamily="34" charset="0"/>
                <a:cs typeface="Segoe UI" pitchFamily="34" charset="0"/>
                <a:sym typeface="Arial" pitchFamily="34" charset="0"/>
              </a:rPr>
              <a:t>peningkatan kualitas SDM, ICT, Litbang  dan infrastruktur Pendidikan menuju industry 4.0 (</a:t>
            </a:r>
            <a:r>
              <a:rPr lang="en-US" altLang="id-ID" sz="1700" b="1" i="1">
                <a:solidFill>
                  <a:srgbClr val="000000"/>
                </a:solidFill>
                <a:latin typeface="Segoe UI" pitchFamily="34" charset="0"/>
                <a:ea typeface="Arial" pitchFamily="34" charset="0"/>
                <a:cs typeface="Segoe UI" pitchFamily="34" charset="0"/>
                <a:sym typeface="Arial" pitchFamily="34" charset="0"/>
              </a:rPr>
              <a:t>knowledge  economy</a:t>
            </a:r>
            <a:r>
              <a:rPr lang="en-US" altLang="id-ID" sz="1700" b="1">
                <a:solidFill>
                  <a:srgbClr val="000000"/>
                </a:solidFill>
                <a:latin typeface="Segoe UI" pitchFamily="34" charset="0"/>
                <a:ea typeface="Arial" pitchFamily="34" charset="0"/>
                <a:cs typeface="Segoe UI" pitchFamily="34" charset="0"/>
                <a:sym typeface="Arial" pitchFamily="34" charset="0"/>
              </a:rPr>
              <a:t>)</a:t>
            </a:r>
          </a:p>
          <a:p>
            <a:pPr marL="323850" indent="-323850" defTabSz="457200">
              <a:spcBef>
                <a:spcPts val="1000"/>
              </a:spcBef>
              <a:buFontTx/>
              <a:buAutoNum type="arabicPeriod"/>
            </a:pPr>
            <a:r>
              <a:rPr lang="en-US" altLang="id-ID" sz="1700" b="1">
                <a:solidFill>
                  <a:srgbClr val="2F5394"/>
                </a:solidFill>
                <a:latin typeface="Segoe UI" pitchFamily="34" charset="0"/>
                <a:ea typeface="Arial" pitchFamily="34" charset="0"/>
                <a:cs typeface="Segoe UI" pitchFamily="34" charset="0"/>
                <a:sym typeface="Arial" pitchFamily="34" charset="0"/>
              </a:rPr>
              <a:t>Reformasi TKDD</a:t>
            </a:r>
            <a:r>
              <a:rPr lang="en-US" altLang="id-ID" sz="1700">
                <a:solidFill>
                  <a:srgbClr val="2F5394"/>
                </a:solidFill>
                <a:latin typeface="Segoe UI" pitchFamily="34" charset="0"/>
                <a:ea typeface="Arial" pitchFamily="34" charset="0"/>
                <a:cs typeface="Segoe UI" pitchFamily="34" charset="0"/>
                <a:sym typeface="Arial" pitchFamily="34" charset="0"/>
              </a:rPr>
              <a:t>: </a:t>
            </a:r>
            <a:r>
              <a:rPr lang="en-US" altLang="id-ID" sz="1700" b="1" i="1">
                <a:solidFill>
                  <a:srgbClr val="2F5394"/>
                </a:solidFill>
                <a:latin typeface="Segoe UI" pitchFamily="34" charset="0"/>
                <a:ea typeface="Arial" pitchFamily="34" charset="0"/>
                <a:cs typeface="Segoe UI" pitchFamily="34" charset="0"/>
                <a:sym typeface="Arial" pitchFamily="34" charset="0"/>
              </a:rPr>
              <a:t>Quality contro</a:t>
            </a:r>
            <a:r>
              <a:rPr lang="en-US" altLang="id-ID" sz="1700" b="1">
                <a:solidFill>
                  <a:srgbClr val="2F5394"/>
                </a:solidFill>
                <a:latin typeface="Segoe UI" pitchFamily="34" charset="0"/>
                <a:ea typeface="Arial" pitchFamily="34" charset="0"/>
                <a:cs typeface="Segoe UI" pitchFamily="34" charset="0"/>
                <a:sym typeface="Arial" pitchFamily="34" charset="0"/>
              </a:rPr>
              <a:t>l TKDD , mendorong Pemda  dalam pemulihan ekonomi dan kesehatan, pendidikan</a:t>
            </a:r>
          </a:p>
          <a:p>
            <a:pPr marL="323850" indent="-323850" defTabSz="457200">
              <a:spcBef>
                <a:spcPts val="1000"/>
              </a:spcBef>
              <a:buFontTx/>
              <a:buAutoNum type="arabicPeriod"/>
            </a:pPr>
            <a:r>
              <a:rPr lang="en-US" altLang="id-ID" sz="1700" b="1">
                <a:solidFill>
                  <a:srgbClr val="000000"/>
                </a:solidFill>
                <a:latin typeface="Segoe UI" pitchFamily="34" charset="0"/>
                <a:ea typeface="Arial" pitchFamily="34" charset="0"/>
                <a:cs typeface="Segoe UI" pitchFamily="34" charset="0"/>
                <a:sym typeface="Arial" pitchFamily="34" charset="0"/>
              </a:rPr>
              <a:t>Reformasi Belanja: Fokus program prioritas </a:t>
            </a:r>
            <a:r>
              <a:rPr lang="en-US" altLang="id-ID" sz="1700" b="1" i="1">
                <a:solidFill>
                  <a:srgbClr val="000000"/>
                </a:solidFill>
                <a:latin typeface="Segoe UI" pitchFamily="34" charset="0"/>
                <a:ea typeface="Arial" pitchFamily="34" charset="0"/>
                <a:cs typeface="Segoe UI" pitchFamily="34" charset="0"/>
                <a:sym typeface="Arial" pitchFamily="34" charset="0"/>
              </a:rPr>
              <a:t>(zero based)</a:t>
            </a:r>
            <a:r>
              <a:rPr lang="en-US" altLang="id-ID" sz="1700" b="1">
                <a:solidFill>
                  <a:srgbClr val="000000"/>
                </a:solidFill>
                <a:latin typeface="Segoe UI" pitchFamily="34" charset="0"/>
                <a:ea typeface="Arial" pitchFamily="34" charset="0"/>
                <a:cs typeface="Segoe UI" pitchFamily="34" charset="0"/>
                <a:sym typeface="Arial" pitchFamily="34" charset="0"/>
              </a:rPr>
              <a:t>,  berorientasi hasil (</a:t>
            </a:r>
            <a:r>
              <a:rPr lang="en-US" altLang="id-ID" sz="1700" b="1" i="1">
                <a:solidFill>
                  <a:srgbClr val="000000"/>
                </a:solidFill>
                <a:latin typeface="Segoe UI" pitchFamily="34" charset="0"/>
                <a:ea typeface="Arial" pitchFamily="34" charset="0"/>
                <a:cs typeface="Segoe UI" pitchFamily="34" charset="0"/>
                <a:sym typeface="Arial" pitchFamily="34" charset="0"/>
              </a:rPr>
              <a:t>result based</a:t>
            </a:r>
            <a:r>
              <a:rPr lang="en-US" altLang="id-ID" sz="1700" b="1">
                <a:solidFill>
                  <a:srgbClr val="000000"/>
                </a:solidFill>
                <a:latin typeface="Segoe UI" pitchFamily="34" charset="0"/>
                <a:ea typeface="Arial" pitchFamily="34" charset="0"/>
                <a:cs typeface="Segoe UI" pitchFamily="34" charset="0"/>
                <a:sym typeface="Arial" pitchFamily="34" charset="0"/>
              </a:rPr>
              <a:t>), efisiensi </a:t>
            </a:r>
            <a:r>
              <a:rPr lang="en-US" altLang="id-ID" sz="1700">
                <a:solidFill>
                  <a:srgbClr val="000000"/>
                </a:solidFill>
                <a:latin typeface="Segoe UI" pitchFamily="34" charset="0"/>
                <a:ea typeface="Arial" pitchFamily="34" charset="0"/>
                <a:cs typeface="Segoe UI" pitchFamily="34" charset="0"/>
                <a:sym typeface="Arial" pitchFamily="34" charset="0"/>
              </a:rPr>
              <a:t>dan </a:t>
            </a:r>
            <a:r>
              <a:rPr lang="en-US" altLang="id-ID" sz="1700" b="1">
                <a:solidFill>
                  <a:srgbClr val="000000"/>
                </a:solidFill>
                <a:latin typeface="Segoe UI" pitchFamily="34" charset="0"/>
                <a:ea typeface="Arial" pitchFamily="34" charset="0"/>
                <a:cs typeface="Segoe UI" pitchFamily="34" charset="0"/>
                <a:sym typeface="Arial" pitchFamily="34" charset="0"/>
              </a:rPr>
              <a:t>antisipatif  (</a:t>
            </a:r>
            <a:r>
              <a:rPr lang="en-US" altLang="id-ID" sz="1700" b="1" i="1">
                <a:solidFill>
                  <a:srgbClr val="000000"/>
                </a:solidFill>
                <a:latin typeface="Segoe UI" pitchFamily="34" charset="0"/>
                <a:ea typeface="Arial" pitchFamily="34" charset="0"/>
                <a:cs typeface="Segoe UI" pitchFamily="34" charset="0"/>
                <a:sym typeface="Arial" pitchFamily="34" charset="0"/>
              </a:rPr>
              <a:t>automatic stabilizer)</a:t>
            </a:r>
          </a:p>
        </p:txBody>
      </p:sp>
      <p:sp>
        <p:nvSpPr>
          <p:cNvPr id="26629" name="object 18"/>
          <p:cNvSpPr txBox="1">
            <a:spLocks noChangeArrowheads="1"/>
          </p:cNvSpPr>
          <p:nvPr/>
        </p:nvSpPr>
        <p:spPr bwMode="auto">
          <a:xfrm>
            <a:off x="7075488" y="2439988"/>
            <a:ext cx="4665662" cy="3000375"/>
          </a:xfrm>
          <a:prstGeom prst="rect">
            <a:avLst/>
          </a:prstGeom>
          <a:noFill/>
          <a:ln w="12700">
            <a:noFill/>
            <a:miter lim="400000"/>
            <a:headEnd/>
            <a:tailEnd/>
          </a:ln>
        </p:spPr>
        <p:txBody>
          <a:bodyPr lIns="0" tIns="0" rIns="0" bIns="0">
            <a:spAutoFit/>
          </a:bodyPr>
          <a:lstStyle/>
          <a:p>
            <a:pPr marL="369888" indent="-369888" defTabSz="457200">
              <a:spcBef>
                <a:spcPts val="1500"/>
              </a:spcBef>
              <a:buFontTx/>
              <a:buAutoNum type="arabicPeriod"/>
            </a:pPr>
            <a:r>
              <a:rPr lang="en-US" altLang="id-ID" sz="1700" b="1">
                <a:solidFill>
                  <a:srgbClr val="000000"/>
                </a:solidFill>
                <a:latin typeface="Segoe UI" pitchFamily="34" charset="0"/>
                <a:ea typeface="Arial" pitchFamily="34" charset="0"/>
                <a:cs typeface="Segoe UI" pitchFamily="34" charset="0"/>
                <a:sym typeface="Arial" pitchFamily="34" charset="0"/>
              </a:rPr>
              <a:t>Reformasi Pendapatan</a:t>
            </a:r>
            <a:r>
              <a:rPr lang="en-US" altLang="id-ID" sz="1700">
                <a:solidFill>
                  <a:srgbClr val="000000"/>
                </a:solidFill>
                <a:latin typeface="Segoe UI" pitchFamily="34" charset="0"/>
                <a:ea typeface="Arial" pitchFamily="34" charset="0"/>
                <a:cs typeface="Segoe UI" pitchFamily="34" charset="0"/>
                <a:sym typeface="Arial" pitchFamily="34" charset="0"/>
              </a:rPr>
              <a:t>: </a:t>
            </a:r>
            <a:r>
              <a:rPr lang="en-US" altLang="id-ID" sz="1700" b="1">
                <a:solidFill>
                  <a:srgbClr val="000000"/>
                </a:solidFill>
                <a:latin typeface="Segoe UI" pitchFamily="34" charset="0"/>
                <a:ea typeface="Arial" pitchFamily="34" charset="0"/>
                <a:cs typeface="Segoe UI" pitchFamily="34" charset="0"/>
                <a:sym typeface="Arial" pitchFamily="34" charset="0"/>
              </a:rPr>
              <a:t>mendukung  pemulihan dunia usaha dan optimalisasi  melalui inovasi kebijakan</a:t>
            </a:r>
          </a:p>
          <a:p>
            <a:pPr marL="369888" indent="-369888" defTabSz="457200">
              <a:spcBef>
                <a:spcPts val="1500"/>
              </a:spcBef>
              <a:buFontTx/>
              <a:buAutoNum type="arabicPeriod"/>
            </a:pPr>
            <a:r>
              <a:rPr lang="en-US" altLang="id-ID" sz="1700" b="1">
                <a:solidFill>
                  <a:srgbClr val="000000"/>
                </a:solidFill>
                <a:latin typeface="Segoe UI" pitchFamily="34" charset="0"/>
                <a:ea typeface="Arial" pitchFamily="34" charset="0"/>
                <a:cs typeface="Segoe UI" pitchFamily="34" charset="0"/>
                <a:sym typeface="Arial" pitchFamily="34" charset="0"/>
              </a:rPr>
              <a:t>Reformasi PNBP: kebijakan dan pengelolaan  PNBP yang antisipatif terhadap volatilitas dan  risiko dan memberikan manfaat jangka  panjang.</a:t>
            </a:r>
          </a:p>
          <a:p>
            <a:pPr marL="369888" indent="-369888" defTabSz="457200">
              <a:spcBef>
                <a:spcPts val="1500"/>
              </a:spcBef>
              <a:buFontTx/>
              <a:buAutoNum type="arabicPeriod"/>
            </a:pPr>
            <a:r>
              <a:rPr lang="en-US" altLang="id-ID" sz="1700" b="1">
                <a:solidFill>
                  <a:srgbClr val="000000"/>
                </a:solidFill>
                <a:latin typeface="Segoe UI" pitchFamily="34" charset="0"/>
                <a:ea typeface="Arial" pitchFamily="34" charset="0"/>
                <a:cs typeface="Segoe UI" pitchFamily="34" charset="0"/>
                <a:sym typeface="Arial" pitchFamily="34" charset="0"/>
              </a:rPr>
              <a:t>Dukungan Industri</a:t>
            </a:r>
            <a:r>
              <a:rPr lang="en-US" altLang="id-ID" sz="1700">
                <a:solidFill>
                  <a:srgbClr val="000000"/>
                </a:solidFill>
                <a:latin typeface="Segoe UI" pitchFamily="34" charset="0"/>
                <a:ea typeface="Arial" pitchFamily="34" charset="0"/>
                <a:cs typeface="Segoe UI" pitchFamily="34" charset="0"/>
                <a:sym typeface="Arial" pitchFamily="34" charset="0"/>
              </a:rPr>
              <a:t>: </a:t>
            </a:r>
            <a:r>
              <a:rPr lang="en-US" altLang="id-ID" sz="1700" b="1">
                <a:solidFill>
                  <a:srgbClr val="000000"/>
                </a:solidFill>
                <a:latin typeface="Segoe UI" pitchFamily="34" charset="0"/>
                <a:ea typeface="Arial" pitchFamily="34" charset="0"/>
                <a:cs typeface="Segoe UI" pitchFamily="34" charset="0"/>
                <a:sym typeface="Arial" pitchFamily="34" charset="0"/>
              </a:rPr>
              <a:t>mitigasi dampak untuk  percepatan pemulihan ekonomi dan  restrukturisasi transformasi ekonomi</a:t>
            </a:r>
          </a:p>
        </p:txBody>
      </p:sp>
      <p:sp>
        <p:nvSpPr>
          <p:cNvPr id="26630" name="object 31"/>
          <p:cNvSpPr>
            <a:spLocks noChangeArrowheads="1"/>
          </p:cNvSpPr>
          <p:nvPr/>
        </p:nvSpPr>
        <p:spPr bwMode="auto">
          <a:xfrm>
            <a:off x="6353175" y="2503488"/>
            <a:ext cx="550863" cy="2995612"/>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1600" y="0"/>
                </a:moveTo>
                <a:lnTo>
                  <a:pt x="0" y="10800"/>
                </a:lnTo>
                <a:lnTo>
                  <a:pt x="21600" y="21600"/>
                </a:lnTo>
                <a:lnTo>
                  <a:pt x="21600" y="0"/>
                </a:lnTo>
                <a:close/>
              </a:path>
            </a:pathLst>
          </a:custGeom>
          <a:solidFill>
            <a:srgbClr val="DEEBF7"/>
          </a:solidFill>
          <a:ln w="12700">
            <a:noFill/>
            <a:miter lim="400000"/>
            <a:headEnd/>
            <a:tailEnd/>
          </a:ln>
        </p:spPr>
        <p:txBody>
          <a:bodyPr lIns="22860" tIns="22860" rIns="22860" bIns="22860"/>
          <a:lstStyle/>
          <a:p>
            <a:endParaRPr lang="id-ID"/>
          </a:p>
        </p:txBody>
      </p:sp>
      <p:sp>
        <p:nvSpPr>
          <p:cNvPr id="642" name="object 38"/>
          <p:cNvSpPr txBox="1"/>
          <p:nvPr/>
        </p:nvSpPr>
        <p:spPr>
          <a:xfrm>
            <a:off x="468313" y="2022475"/>
            <a:ext cx="5422900" cy="738188"/>
          </a:xfrm>
          <a:prstGeom prst="rect">
            <a:avLst/>
          </a:prstGeom>
          <a:ln w="12700">
            <a:miter lim="400000"/>
          </a:ln>
          <a:extLst>
            <a:ext uri="{C572A759-6A51-4108-AA02-DFA0A04FC94B}"/>
          </a:extLst>
        </p:spPr>
        <p:txBody>
          <a:bodyPr lIns="0" tIns="0" rIns="0" bIns="0">
            <a:spAutoFit/>
          </a:bodyPr>
          <a:lstStyle/>
          <a:p>
            <a:pPr indent="6350" defTabSz="457200">
              <a:spcBef>
                <a:spcPts val="0"/>
              </a:spcBef>
              <a:tabLst>
                <a:tab pos="3206750" algn="l"/>
              </a:tabLst>
              <a:defRPr sz="4400" b="1" spc="-55">
                <a:solidFill>
                  <a:srgbClr val="FFC000">
                    <a:hueOff val="-476017"/>
                    <a:lumOff val="-10042"/>
                  </a:srgbClr>
                </a:solidFill>
                <a:latin typeface="Arial"/>
                <a:ea typeface="Arial"/>
                <a:cs typeface="Arial"/>
                <a:sym typeface="Arial"/>
              </a:defRPr>
            </a:pPr>
            <a:r>
              <a:rPr sz="2400" b="1" spc="-55">
                <a:solidFill>
                  <a:srgbClr val="FFC000">
                    <a:hueOff val="-476017"/>
                    <a:lumOff val="-10042"/>
                  </a:srgbClr>
                </a:solidFill>
                <a:latin typeface="Segoe UI" pitchFamily="34" charset="0"/>
                <a:ea typeface="Arial"/>
                <a:cs typeface="Segoe UI" pitchFamily="34" charset="0"/>
                <a:sym typeface="Arial"/>
              </a:rPr>
              <a:t>RECOVERY </a:t>
            </a:r>
            <a:r>
              <a:rPr sz="2400" b="1" spc="-33">
                <a:solidFill>
                  <a:srgbClr val="FFC000">
                    <a:hueOff val="-476017"/>
                    <a:lumOff val="-10042"/>
                  </a:srgbClr>
                </a:solidFill>
                <a:latin typeface="Segoe UI" pitchFamily="34" charset="0"/>
                <a:ea typeface="Arial"/>
                <a:cs typeface="Segoe UI" pitchFamily="34" charset="0"/>
                <a:sym typeface="Arial"/>
              </a:rPr>
              <a:t>DAN</a:t>
            </a:r>
            <a:r>
              <a:rPr sz="2400" b="1" spc="138">
                <a:solidFill>
                  <a:srgbClr val="FFC000">
                    <a:hueOff val="-476017"/>
                    <a:lumOff val="-10042"/>
                  </a:srgbClr>
                </a:solidFill>
                <a:latin typeface="Segoe UI" pitchFamily="34" charset="0"/>
                <a:ea typeface="Arial"/>
                <a:cs typeface="Segoe UI" pitchFamily="34" charset="0"/>
                <a:sym typeface="Arial"/>
              </a:rPr>
              <a:t> </a:t>
            </a:r>
            <a:r>
              <a:rPr sz="2400" b="1" spc="-17">
                <a:solidFill>
                  <a:srgbClr val="FFC000">
                    <a:hueOff val="-476017"/>
                    <a:lumOff val="-10042"/>
                  </a:srgbClr>
                </a:solidFill>
                <a:latin typeface="Segoe UI" pitchFamily="34" charset="0"/>
                <a:ea typeface="Arial"/>
                <a:cs typeface="Segoe UI" pitchFamily="34" charset="0"/>
                <a:sym typeface="Arial"/>
              </a:rPr>
              <a:t>REFORMASI</a:t>
            </a:r>
            <a:r>
              <a:rPr sz="2400" b="1" spc="61">
                <a:solidFill>
                  <a:srgbClr val="FFC000">
                    <a:hueOff val="-476017"/>
                    <a:lumOff val="-10042"/>
                  </a:srgbClr>
                </a:solidFill>
                <a:latin typeface="Segoe UI" pitchFamily="34" charset="0"/>
                <a:ea typeface="Arial"/>
                <a:cs typeface="Segoe UI" pitchFamily="34" charset="0"/>
                <a:sym typeface="Arial"/>
              </a:rPr>
              <a:t> </a:t>
            </a:r>
            <a:r>
              <a:rPr sz="2400" b="1" spc="-17">
                <a:solidFill>
                  <a:srgbClr val="FFC000">
                    <a:hueOff val="-476017"/>
                    <a:lumOff val="-10042"/>
                  </a:srgbClr>
                </a:solidFill>
                <a:latin typeface="Segoe UI" pitchFamily="34" charset="0"/>
                <a:ea typeface="Arial"/>
                <a:cs typeface="Segoe UI" pitchFamily="34" charset="0"/>
                <a:sym typeface="Arial"/>
              </a:rPr>
              <a:t>BELANJA	</a:t>
            </a:r>
          </a:p>
        </p:txBody>
      </p:sp>
      <p:sp>
        <p:nvSpPr>
          <p:cNvPr id="26632" name="object 40"/>
          <p:cNvSpPr>
            <a:spLocks noChangeArrowheads="1"/>
          </p:cNvSpPr>
          <p:nvPr/>
        </p:nvSpPr>
        <p:spPr bwMode="auto">
          <a:xfrm>
            <a:off x="520700" y="979488"/>
            <a:ext cx="3397250" cy="912812"/>
          </a:xfrm>
          <a:prstGeom prst="rect">
            <a:avLst/>
          </a:prstGeom>
          <a:blipFill dpi="0" rotWithShape="1">
            <a:blip r:embed="rId2"/>
            <a:srcRect/>
            <a:stretch>
              <a:fillRect/>
            </a:stretch>
          </a:blipFill>
          <a:ln w="12700">
            <a:noFill/>
            <a:miter lim="400000"/>
            <a:headEnd/>
            <a:tailEnd/>
          </a:ln>
        </p:spPr>
        <p:txBody>
          <a:bodyPr lIns="22860" tIns="22860" rIns="22860" bIns="22860"/>
          <a:lstStyle/>
          <a:p>
            <a:pPr defTabSz="457200"/>
            <a:endParaRPr lang="id-ID" altLang="id-ID" sz="1600">
              <a:solidFill>
                <a:srgbClr val="000000"/>
              </a:solidFill>
              <a:latin typeface="Segoe UI" pitchFamily="34" charset="0"/>
              <a:ea typeface="Calibri" pitchFamily="34" charset="0"/>
              <a:cs typeface="Segoe UI" pitchFamily="34" charset="0"/>
              <a:sym typeface="Calibri" pitchFamily="34" charset="0"/>
            </a:endParaRPr>
          </a:p>
        </p:txBody>
      </p:sp>
      <p:sp>
        <p:nvSpPr>
          <p:cNvPr id="644" name="object 42"/>
          <p:cNvSpPr txBox="1"/>
          <p:nvPr/>
        </p:nvSpPr>
        <p:spPr>
          <a:xfrm>
            <a:off x="638175" y="1016000"/>
            <a:ext cx="2754313" cy="738188"/>
          </a:xfrm>
          <a:prstGeom prst="rect">
            <a:avLst/>
          </a:prstGeom>
          <a:ln w="12700">
            <a:miter lim="400000"/>
          </a:ln>
          <a:extLst>
            <a:ext uri="{C572A759-6A51-4108-AA02-DFA0A04FC94B}"/>
          </a:extLst>
        </p:spPr>
        <p:txBody>
          <a:bodyPr lIns="0" tIns="0" rIns="0" bIns="0">
            <a:spAutoFit/>
          </a:bodyPr>
          <a:lstStyle/>
          <a:p>
            <a:pPr indent="8573" algn="ctr" defTabSz="457200">
              <a:spcBef>
                <a:spcPts val="0"/>
              </a:spcBef>
              <a:defRPr sz="4000" b="1" spc="9">
                <a:latin typeface="Arial"/>
                <a:ea typeface="Arial"/>
                <a:cs typeface="Arial"/>
                <a:sym typeface="Arial"/>
              </a:defRPr>
            </a:pPr>
            <a:r>
              <a:rPr sz="2400" b="1" spc="9">
                <a:solidFill>
                  <a:prstClr val="black"/>
                </a:solidFill>
                <a:latin typeface="Segoe UI" pitchFamily="34" charset="0"/>
                <a:ea typeface="Arial"/>
                <a:cs typeface="Segoe UI" pitchFamily="34" charset="0"/>
                <a:sym typeface="Arial"/>
              </a:rPr>
              <a:t>TEMA</a:t>
            </a:r>
          </a:p>
          <a:p>
            <a:pPr algn="ctr" defTabSz="457200">
              <a:spcBef>
                <a:spcPts val="0"/>
              </a:spcBef>
              <a:defRPr sz="4000" b="1" spc="-19">
                <a:latin typeface="Arial"/>
                <a:ea typeface="Arial"/>
                <a:cs typeface="Arial"/>
                <a:sym typeface="Arial"/>
              </a:defRPr>
            </a:pPr>
            <a:r>
              <a:rPr sz="2400" b="1" spc="-19">
                <a:solidFill>
                  <a:prstClr val="black"/>
                </a:solidFill>
                <a:latin typeface="Segoe UI" pitchFamily="34" charset="0"/>
                <a:ea typeface="Arial"/>
                <a:cs typeface="Segoe UI" pitchFamily="34" charset="0"/>
                <a:sym typeface="Arial"/>
              </a:rPr>
              <a:t>KEBIJAKAN</a:t>
            </a:r>
            <a:r>
              <a:rPr sz="2400" b="1" spc="15">
                <a:solidFill>
                  <a:prstClr val="black"/>
                </a:solidFill>
                <a:latin typeface="Segoe UI" pitchFamily="34" charset="0"/>
                <a:ea typeface="Arial"/>
                <a:cs typeface="Segoe UI" pitchFamily="34" charset="0"/>
                <a:sym typeface="Arial"/>
              </a:rPr>
              <a:t> </a:t>
            </a:r>
            <a:r>
              <a:rPr sz="2400" b="1" spc="-20">
                <a:solidFill>
                  <a:prstClr val="black"/>
                </a:solidFill>
                <a:latin typeface="Segoe UI" pitchFamily="34" charset="0"/>
                <a:ea typeface="Arial"/>
                <a:cs typeface="Segoe UI" pitchFamily="34" charset="0"/>
                <a:sym typeface="Arial"/>
              </a:rPr>
              <a:t>FISKAL</a:t>
            </a:r>
          </a:p>
        </p:txBody>
      </p:sp>
      <p:sp>
        <p:nvSpPr>
          <p:cNvPr id="645" name="REFORMASI PENDAPATAN"/>
          <p:cNvSpPr txBox="1"/>
          <p:nvPr/>
        </p:nvSpPr>
        <p:spPr>
          <a:xfrm>
            <a:off x="7069138" y="2076450"/>
            <a:ext cx="4265612" cy="420688"/>
          </a:xfrm>
          <a:prstGeom prst="rect">
            <a:avLst/>
          </a:prstGeom>
          <a:ln w="12700">
            <a:miter lim="400000"/>
          </a:ln>
          <a:extLst>
            <a:ext uri="{C572A759-6A51-4108-AA02-DFA0A04FC94B}"/>
          </a:extLst>
        </p:spPr>
        <p:txBody>
          <a:bodyPr lIns="25400" tIns="25400" rIns="25400" bIns="25400" anchor="ctr">
            <a:spAutoFit/>
          </a:bodyPr>
          <a:lstStyle/>
          <a:p>
            <a:pPr indent="6350" defTabSz="457200">
              <a:spcBef>
                <a:spcPts val="0"/>
              </a:spcBef>
              <a:tabLst>
                <a:tab pos="3206750" algn="l"/>
              </a:tabLst>
              <a:defRPr sz="6000" b="1" spc="-75">
                <a:solidFill>
                  <a:srgbClr val="FFC000">
                    <a:hueOff val="-476017"/>
                    <a:lumOff val="-10042"/>
                  </a:srgbClr>
                </a:solidFill>
                <a:latin typeface="Arial"/>
                <a:ea typeface="Arial"/>
                <a:cs typeface="Arial"/>
                <a:sym typeface="Arial"/>
              </a:defRPr>
            </a:pPr>
            <a:r>
              <a:rPr sz="3600" b="1" spc="-22" baseline="16693">
                <a:solidFill>
                  <a:srgbClr val="FFC000">
                    <a:hueOff val="-476017"/>
                    <a:lumOff val="-10042"/>
                  </a:srgbClr>
                </a:solidFill>
                <a:latin typeface="Segoe UI" pitchFamily="34" charset="0"/>
                <a:ea typeface="Arial"/>
                <a:cs typeface="Segoe UI" pitchFamily="34" charset="0"/>
                <a:sym typeface="Arial"/>
              </a:rPr>
              <a:t>REFORMASI</a:t>
            </a:r>
            <a:r>
              <a:rPr sz="3600" b="1" spc="-7" baseline="16693">
                <a:solidFill>
                  <a:srgbClr val="FFC000">
                    <a:hueOff val="-476017"/>
                    <a:lumOff val="-10042"/>
                  </a:srgbClr>
                </a:solidFill>
                <a:latin typeface="Segoe UI" pitchFamily="34" charset="0"/>
                <a:ea typeface="Arial"/>
                <a:cs typeface="Segoe UI" pitchFamily="34" charset="0"/>
                <a:sym typeface="Arial"/>
              </a:rPr>
              <a:t> </a:t>
            </a:r>
            <a:r>
              <a:rPr sz="3600" b="1" spc="-97" baseline="16693">
                <a:solidFill>
                  <a:srgbClr val="FFC000">
                    <a:hueOff val="-476017"/>
                    <a:lumOff val="-10042"/>
                  </a:srgbClr>
                </a:solidFill>
                <a:latin typeface="Segoe UI" pitchFamily="34" charset="0"/>
                <a:ea typeface="Arial"/>
                <a:cs typeface="Segoe UI" pitchFamily="34" charset="0"/>
                <a:sym typeface="Arial"/>
              </a:rPr>
              <a:t>PENDAPATAN</a:t>
            </a:r>
          </a:p>
        </p:txBody>
      </p:sp>
      <p:sp>
        <p:nvSpPr>
          <p:cNvPr id="646" name="object 41"/>
          <p:cNvSpPr txBox="1"/>
          <p:nvPr/>
        </p:nvSpPr>
        <p:spPr>
          <a:xfrm>
            <a:off x="4098925" y="1095375"/>
            <a:ext cx="7466013" cy="615950"/>
          </a:xfrm>
          <a:prstGeom prst="rect">
            <a:avLst/>
          </a:prstGeom>
          <a:ln w="12700">
            <a:miter lim="400000"/>
          </a:ln>
          <a:extLst>
            <a:ext uri="{C572A759-6A51-4108-AA02-DFA0A04FC94B}"/>
          </a:extLst>
        </p:spPr>
        <p:txBody>
          <a:bodyPr lIns="0" tIns="0" rIns="0" bIns="0">
            <a:spAutoFit/>
          </a:bodyPr>
          <a:lstStyle/>
          <a:p>
            <a:pPr indent="6350" defTabSz="457200">
              <a:spcBef>
                <a:spcPts val="0"/>
              </a:spcBef>
              <a:defRPr sz="4000" b="1" spc="-19">
                <a:latin typeface="Arial"/>
                <a:ea typeface="Arial"/>
                <a:cs typeface="Arial"/>
                <a:sym typeface="Arial"/>
              </a:defRPr>
            </a:pPr>
            <a:r>
              <a:rPr sz="2000" b="1" spc="-19">
                <a:solidFill>
                  <a:prstClr val="black"/>
                </a:solidFill>
                <a:latin typeface="Segoe UI" pitchFamily="34" charset="0"/>
                <a:ea typeface="Arial"/>
                <a:cs typeface="Segoe UI" pitchFamily="34" charset="0"/>
                <a:sym typeface="Arial"/>
              </a:rPr>
              <a:t>Percepatan </a:t>
            </a:r>
            <a:r>
              <a:rPr sz="2000" b="1" spc="-5">
                <a:solidFill>
                  <a:prstClr val="black"/>
                </a:solidFill>
                <a:latin typeface="Segoe UI" pitchFamily="34" charset="0"/>
                <a:ea typeface="Arial"/>
                <a:cs typeface="Segoe UI" pitchFamily="34" charset="0"/>
                <a:sym typeface="Arial"/>
              </a:rPr>
              <a:t>Pemulihan Sosial - </a:t>
            </a:r>
            <a:r>
              <a:rPr sz="2000" b="1" spc="-19">
                <a:solidFill>
                  <a:prstClr val="black"/>
                </a:solidFill>
                <a:latin typeface="Segoe UI" pitchFamily="34" charset="0"/>
                <a:ea typeface="Arial"/>
                <a:cs typeface="Segoe UI" pitchFamily="34" charset="0"/>
                <a:sym typeface="Arial"/>
              </a:rPr>
              <a:t>Ekonomi </a:t>
            </a:r>
            <a:r>
              <a:rPr sz="2000" b="1" spc="-5">
                <a:solidFill>
                  <a:prstClr val="black"/>
                </a:solidFill>
                <a:latin typeface="Segoe UI" pitchFamily="34" charset="0"/>
                <a:ea typeface="Arial"/>
                <a:cs typeface="Segoe UI" pitchFamily="34" charset="0"/>
                <a:sym typeface="Arial"/>
              </a:rPr>
              <a:t>dan</a:t>
            </a:r>
            <a:r>
              <a:rPr sz="2000" b="1" spc="165">
                <a:solidFill>
                  <a:prstClr val="black"/>
                </a:solidFill>
                <a:latin typeface="Segoe UI" pitchFamily="34" charset="0"/>
                <a:ea typeface="Arial"/>
                <a:cs typeface="Segoe UI" pitchFamily="34" charset="0"/>
                <a:sym typeface="Arial"/>
              </a:rPr>
              <a:t> </a:t>
            </a:r>
            <a:r>
              <a:rPr sz="2000" b="1" spc="-19">
                <a:solidFill>
                  <a:prstClr val="black"/>
                </a:solidFill>
                <a:latin typeface="Segoe UI" pitchFamily="34" charset="0"/>
                <a:ea typeface="Arial"/>
                <a:cs typeface="Segoe UI" pitchFamily="34" charset="0"/>
                <a:sym typeface="Arial"/>
              </a:rPr>
              <a:t>Penguatan</a:t>
            </a:r>
          </a:p>
          <a:p>
            <a:pPr indent="6350" defTabSz="457200">
              <a:spcBef>
                <a:spcPts val="0"/>
              </a:spcBef>
              <a:defRPr sz="4000" b="1" spc="-9">
                <a:latin typeface="Arial"/>
                <a:ea typeface="Arial"/>
                <a:cs typeface="Arial"/>
                <a:sym typeface="Arial"/>
              </a:defRPr>
            </a:pPr>
            <a:r>
              <a:rPr sz="2000" b="1" spc="-9">
                <a:solidFill>
                  <a:prstClr val="black"/>
                </a:solidFill>
                <a:latin typeface="Segoe UI" pitchFamily="34" charset="0"/>
                <a:ea typeface="Arial"/>
                <a:cs typeface="Segoe UI" pitchFamily="34" charset="0"/>
                <a:sym typeface="Arial"/>
              </a:rPr>
              <a:t>Reformasi untuk Keluar dari </a:t>
            </a:r>
            <a:r>
              <a:rPr sz="2000" b="1" i="1" spc="-15">
                <a:solidFill>
                  <a:prstClr val="black"/>
                </a:solidFill>
                <a:latin typeface="Segoe UI" pitchFamily="34" charset="0"/>
                <a:ea typeface="Arial"/>
                <a:cs typeface="Segoe UI" pitchFamily="34" charset="0"/>
                <a:sym typeface="Arial"/>
              </a:rPr>
              <a:t>Middle </a:t>
            </a:r>
            <a:r>
              <a:rPr sz="2000" b="1" i="1" spc="-9">
                <a:solidFill>
                  <a:prstClr val="black"/>
                </a:solidFill>
                <a:latin typeface="Segoe UI" pitchFamily="34" charset="0"/>
                <a:ea typeface="Arial"/>
                <a:cs typeface="Segoe UI" pitchFamily="34" charset="0"/>
                <a:sym typeface="Arial"/>
              </a:rPr>
              <a:t>Income</a:t>
            </a:r>
            <a:r>
              <a:rPr sz="2000" b="1" i="1" spc="85">
                <a:solidFill>
                  <a:prstClr val="black"/>
                </a:solidFill>
                <a:latin typeface="Segoe UI" pitchFamily="34" charset="0"/>
                <a:ea typeface="Arial"/>
                <a:cs typeface="Segoe UI" pitchFamily="34" charset="0"/>
                <a:sym typeface="Arial"/>
              </a:rPr>
              <a:t> </a:t>
            </a:r>
            <a:r>
              <a:rPr sz="2000" b="1" i="1" spc="-10">
                <a:solidFill>
                  <a:prstClr val="black"/>
                </a:solidFill>
                <a:latin typeface="Segoe UI" pitchFamily="34" charset="0"/>
                <a:ea typeface="Arial"/>
                <a:cs typeface="Segoe UI" pitchFamily="34" charset="0"/>
                <a:sym typeface="Arial"/>
              </a:rPr>
              <a:t>Trap</a:t>
            </a:r>
          </a:p>
        </p:txBody>
      </p:sp>
      <p:pic>
        <p:nvPicPr>
          <p:cNvPr id="26636" name="Picture 12" descr="https://upload.wikimedia.org/wikipedia/commons/5/5b/Logo_of_the_Ministry_of_Finance_of_the_Republic_of_Indonesia.png"/>
          <p:cNvPicPr>
            <a:picLocks noChangeAspect="1" noChangeArrowheads="1"/>
          </p:cNvPicPr>
          <p:nvPr/>
        </p:nvPicPr>
        <p:blipFill>
          <a:blip r:embed="rId3"/>
          <a:srcRect/>
          <a:stretch>
            <a:fillRect/>
          </a:stretch>
        </p:blipFill>
        <p:spPr bwMode="auto">
          <a:xfrm>
            <a:off x="95250" y="79375"/>
            <a:ext cx="679450" cy="647700"/>
          </a:xfrm>
          <a:prstGeom prst="rect">
            <a:avLst/>
          </a:prstGeom>
          <a:noFill/>
          <a:ln w="9525">
            <a:noFill/>
            <a:miter lim="800000"/>
            <a:headEnd/>
            <a:tailEnd/>
          </a:ln>
        </p:spPr>
      </p:pic>
      <p:sp>
        <p:nvSpPr>
          <p:cNvPr id="14" name="Slide Number Placeholder 1"/>
          <p:cNvSpPr>
            <a:spLocks noGrp="1"/>
          </p:cNvSpPr>
          <p:nvPr>
            <p:ph type="sldNum" sz="quarter" idx="12"/>
          </p:nvPr>
        </p:nvSpPr>
        <p:spPr bwMode="auto">
          <a:xfrm>
            <a:off x="11483835" y="6046094"/>
            <a:ext cx="838199" cy="767687"/>
          </a:xfrm>
          <a:noFill/>
          <a:ln>
            <a:miter lim="800000"/>
            <a:headEnd/>
            <a:tailEnd/>
          </a:ln>
        </p:spPr>
        <p:txBody>
          <a:bodyPr/>
          <a:lstStyle/>
          <a:p>
            <a:fld id="{275A5E3D-3015-495F-9A15-3A379805A14F}" type="slidenum">
              <a:rPr lang="en-US" altLang="en-US" sz="1600" smtClean="0">
                <a:solidFill>
                  <a:schemeClr val="tx1"/>
                </a:solidFill>
                <a:latin typeface="Segoe UI" pitchFamily="34" charset="0"/>
                <a:cs typeface="Segoe UI" pitchFamily="34" charset="0"/>
              </a:rPr>
              <a:pPr/>
              <a:t>10</a:t>
            </a:fld>
            <a:endParaRPr lang="en-US" altLang="en-US" sz="1600" dirty="0" smtClean="0">
              <a:solidFill>
                <a:schemeClr val="tx1"/>
              </a:solidFill>
              <a:latin typeface="Segoe UI" pitchFamily="34" charset="0"/>
              <a:cs typeface="Segoe UI" pitchFamily="34" charset="0"/>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Kebijakan TKDD 2021"/>
          <p:cNvSpPr>
            <a:spLocks noGrp="1"/>
          </p:cNvSpPr>
          <p:nvPr>
            <p:ph type="title" idx="4294967295"/>
          </p:nvPr>
        </p:nvSpPr>
        <p:spPr>
          <a:xfrm>
            <a:off x="874713" y="-47625"/>
            <a:ext cx="10985500" cy="717550"/>
          </a:xfrm>
        </p:spPr>
        <p:txBody>
          <a:bodyPr/>
          <a:lstStyle/>
          <a:p>
            <a:r>
              <a:rPr lang="en-US" altLang="id-ID" sz="2800" b="1" smtClean="0">
                <a:solidFill>
                  <a:schemeClr val="tx1"/>
                </a:solidFill>
                <a:latin typeface="Segoe UI" pitchFamily="34" charset="0"/>
                <a:ea typeface="Arial" pitchFamily="34" charset="0"/>
                <a:cs typeface="Segoe UI" pitchFamily="34" charset="0"/>
                <a:sym typeface="Arial" pitchFamily="34" charset="0"/>
              </a:rPr>
              <a:t>KEBIJAKAN TKDD 2021</a:t>
            </a:r>
          </a:p>
        </p:txBody>
      </p:sp>
      <p:sp>
        <p:nvSpPr>
          <p:cNvPr id="651" name="Chevron 11"/>
          <p:cNvSpPr/>
          <p:nvPr/>
        </p:nvSpPr>
        <p:spPr>
          <a:xfrm>
            <a:off x="3432175" y="1033463"/>
            <a:ext cx="519113" cy="709612"/>
          </a:xfrm>
          <a:prstGeom prst="chevron">
            <a:avLst>
              <a:gd name="adj" fmla="val 38151"/>
            </a:avLst>
          </a:prstGeom>
          <a:solidFill>
            <a:schemeClr val="accent4">
              <a:hueOff val="-476017"/>
              <a:lumOff val="-10042"/>
            </a:schemeClr>
          </a:solidFill>
          <a:ln w="12700">
            <a:miter lim="400000"/>
          </a:ln>
        </p:spPr>
        <p:txBody>
          <a:bodyPr lIns="22860" tIns="22860" rIns="22860" bIns="22860" anchor="ctr"/>
          <a:lstStyle/>
          <a:p>
            <a:pPr algn="ctr" defTabSz="457200">
              <a:spcBef>
                <a:spcPts val="0"/>
              </a:spcBef>
              <a:defRPr sz="1800"/>
            </a:pPr>
            <a:endParaRPr sz="1600">
              <a:solidFill>
                <a:prstClr val="black"/>
              </a:solidFill>
              <a:latin typeface="Segoe UI" pitchFamily="34" charset="0"/>
              <a:cs typeface="Segoe UI" pitchFamily="34" charset="0"/>
            </a:endParaRPr>
          </a:p>
        </p:txBody>
      </p:sp>
      <p:sp>
        <p:nvSpPr>
          <p:cNvPr id="652" name="TextBox 1"/>
          <p:cNvSpPr txBox="1"/>
          <p:nvPr/>
        </p:nvSpPr>
        <p:spPr>
          <a:xfrm>
            <a:off x="300878" y="1846076"/>
            <a:ext cx="3736975" cy="3940175"/>
          </a:xfrm>
          <a:prstGeom prst="rect">
            <a:avLst/>
          </a:prstGeom>
          <a:ln w="12700">
            <a:miter lim="400000"/>
          </a:ln>
          <a:extLst>
            <a:ext uri="{C572A759-6A51-4108-AA02-DFA0A04FC94B}"/>
          </a:extLst>
        </p:spPr>
        <p:txBody>
          <a:bodyPr lIns="22860" tIns="22860" rIns="22860" bIns="22860">
            <a:spAutoFit/>
          </a:bodyPr>
          <a:lstStyle/>
          <a:p>
            <a:pPr defTabSz="457200">
              <a:spcBef>
                <a:spcPts val="600"/>
              </a:spcBef>
              <a:defRPr sz="3700" i="1">
                <a:latin typeface="Arial"/>
                <a:ea typeface="Arial"/>
                <a:cs typeface="Arial"/>
                <a:sym typeface="Arial"/>
              </a:defRPr>
            </a:pPr>
            <a:r>
              <a:rPr lang="id-ID" sz="1700" i="1" dirty="0" smtClean="0">
                <a:solidFill>
                  <a:prstClr val="black"/>
                </a:solidFill>
                <a:latin typeface="Segoe UI" pitchFamily="34" charset="0"/>
                <a:ea typeface="Arial"/>
                <a:cs typeface="Segoe UI" pitchFamily="34" charset="0"/>
                <a:sym typeface="Arial"/>
              </a:rPr>
              <a:t>Selaian dampak kesehatan dan pelemahan ekonomi, Covid-19 berdampak signifikan dalam pelaksanaan APBD 2020:</a:t>
            </a:r>
          </a:p>
          <a:p>
            <a:pPr marL="142875" indent="-142875" defTabSz="457200">
              <a:spcBef>
                <a:spcPts val="600"/>
              </a:spcBef>
              <a:buSzPct val="100000"/>
              <a:buFont typeface="Arial"/>
              <a:buChar char="•"/>
              <a:defRPr sz="3700">
                <a:latin typeface="Arial"/>
                <a:ea typeface="Arial"/>
                <a:cs typeface="Arial"/>
                <a:sym typeface="Arial"/>
              </a:defRPr>
            </a:pPr>
            <a:r>
              <a:rPr lang="id-ID" sz="1700" b="1" dirty="0" smtClean="0">
                <a:solidFill>
                  <a:prstClr val="black"/>
                </a:solidFill>
                <a:latin typeface="Segoe UI" pitchFamily="34" charset="0"/>
                <a:ea typeface="Arial"/>
                <a:cs typeface="Segoe UI" pitchFamily="34" charset="0"/>
                <a:sym typeface="Arial"/>
              </a:rPr>
              <a:t>Volume APBD turun signifikan</a:t>
            </a:r>
            <a:r>
              <a:rPr lang="id-ID" sz="1700" dirty="0" smtClean="0">
                <a:solidFill>
                  <a:prstClr val="black"/>
                </a:solidFill>
                <a:latin typeface="Segoe UI" pitchFamily="34" charset="0"/>
                <a:ea typeface="Arial"/>
                <a:cs typeface="Segoe UI" pitchFamily="34" charset="0"/>
                <a:sym typeface="Arial"/>
              </a:rPr>
              <a:t>, dimana belanja APBD secara nasional turun hingga 30% (setara Rp383 T)</a:t>
            </a:r>
          </a:p>
          <a:p>
            <a:pPr marL="142875" indent="-142875" defTabSz="457200">
              <a:spcBef>
                <a:spcPts val="600"/>
              </a:spcBef>
              <a:buSzPct val="100000"/>
              <a:buFont typeface="Arial"/>
              <a:buChar char="•"/>
              <a:defRPr sz="3700">
                <a:latin typeface="Arial"/>
                <a:ea typeface="Arial"/>
                <a:cs typeface="Arial"/>
                <a:sym typeface="Arial"/>
              </a:defRPr>
            </a:pPr>
            <a:r>
              <a:rPr lang="id-ID" sz="1700" b="1" dirty="0" smtClean="0">
                <a:solidFill>
                  <a:prstClr val="black"/>
                </a:solidFill>
                <a:latin typeface="Segoe UI" pitchFamily="34" charset="0"/>
                <a:ea typeface="Arial"/>
                <a:cs typeface="Segoe UI" pitchFamily="34" charset="0"/>
                <a:sym typeface="Arial"/>
              </a:rPr>
              <a:t>Penanganan kesehatan dan peningkatan bansos untuk </a:t>
            </a:r>
            <a:r>
              <a:rPr lang="id-ID" sz="1700" b="1" i="1" dirty="0" smtClean="0">
                <a:solidFill>
                  <a:prstClr val="black"/>
                </a:solidFill>
                <a:latin typeface="Segoe UI" pitchFamily="34" charset="0"/>
                <a:ea typeface="Arial"/>
                <a:cs typeface="Segoe UI" pitchFamily="34" charset="0"/>
                <a:sym typeface="Arial"/>
              </a:rPr>
              <a:t>social safety net </a:t>
            </a:r>
            <a:r>
              <a:rPr lang="id-ID" sz="1700" dirty="0" smtClean="0">
                <a:solidFill>
                  <a:prstClr val="black"/>
                </a:solidFill>
                <a:latin typeface="Segoe UI" pitchFamily="34" charset="0"/>
                <a:ea typeface="Arial"/>
                <a:cs typeface="Segoe UI" pitchFamily="34" charset="0"/>
                <a:sym typeface="Arial"/>
              </a:rPr>
              <a:t>menyebabkan realokasi belanja daerah secara besar-besaran</a:t>
            </a:r>
          </a:p>
          <a:p>
            <a:pPr marL="142875" indent="-142875" defTabSz="457200">
              <a:spcBef>
                <a:spcPts val="600"/>
              </a:spcBef>
              <a:buSzPct val="100000"/>
              <a:buFont typeface="Arial"/>
              <a:buChar char="•"/>
              <a:defRPr sz="3700" b="1">
                <a:latin typeface="Arial"/>
                <a:ea typeface="Arial"/>
                <a:cs typeface="Arial"/>
                <a:sym typeface="Arial"/>
              </a:defRPr>
            </a:pPr>
            <a:r>
              <a:rPr lang="id-ID" sz="1700" b="1" dirty="0" smtClean="0">
                <a:solidFill>
                  <a:prstClr val="black"/>
                </a:solidFill>
                <a:latin typeface="Segoe UI" pitchFamily="34" charset="0"/>
                <a:ea typeface="Arial"/>
                <a:cs typeface="Segoe UI" pitchFamily="34" charset="0"/>
                <a:sym typeface="Arial"/>
              </a:rPr>
              <a:t>Program-program pembangunan fisik hampir 50% ditunda atau dibatalkan</a:t>
            </a:r>
            <a:endParaRPr lang="id-ID" sz="1700" b="1" dirty="0">
              <a:solidFill>
                <a:prstClr val="black"/>
              </a:solidFill>
              <a:latin typeface="Segoe UI" pitchFamily="34" charset="0"/>
              <a:ea typeface="Arial"/>
              <a:cs typeface="Segoe UI" pitchFamily="34" charset="0"/>
              <a:sym typeface="Arial"/>
            </a:endParaRPr>
          </a:p>
        </p:txBody>
      </p:sp>
      <p:sp>
        <p:nvSpPr>
          <p:cNvPr id="653" name="TextBox 2"/>
          <p:cNvSpPr txBox="1"/>
          <p:nvPr/>
        </p:nvSpPr>
        <p:spPr>
          <a:xfrm>
            <a:off x="4683125" y="1701800"/>
            <a:ext cx="7257863" cy="4832350"/>
          </a:xfrm>
          <a:prstGeom prst="rect">
            <a:avLst/>
          </a:prstGeom>
          <a:ln w="12700">
            <a:miter lim="400000"/>
          </a:ln>
          <a:extLst>
            <a:ext uri="{C572A759-6A51-4108-AA02-DFA0A04FC94B}"/>
          </a:extLst>
        </p:spPr>
        <p:txBody>
          <a:bodyPr wrap="square" lIns="22860" tIns="22860" rIns="22860" bIns="22860">
            <a:spAutoFit/>
          </a:bodyPr>
          <a:lstStyle/>
          <a:p>
            <a:pPr defTabSz="457200">
              <a:spcBef>
                <a:spcPts val="0"/>
              </a:spcBef>
              <a:defRPr sz="3500" b="1">
                <a:solidFill>
                  <a:srgbClr val="4472C4">
                    <a:lumOff val="-13575"/>
                  </a:srgbClr>
                </a:solidFill>
                <a:latin typeface="Arial"/>
                <a:ea typeface="Arial"/>
                <a:cs typeface="Arial"/>
                <a:sym typeface="Arial"/>
              </a:defRPr>
            </a:pPr>
            <a:r>
              <a:rPr lang="id-ID" sz="1700" b="1" dirty="0" smtClean="0">
                <a:solidFill>
                  <a:srgbClr val="4472C4">
                    <a:lumOff val="-13575"/>
                  </a:srgbClr>
                </a:solidFill>
                <a:latin typeface="Segoe UI" pitchFamily="34" charset="0"/>
                <a:ea typeface="Arial"/>
                <a:cs typeface="Segoe UI" pitchFamily="34" charset="0"/>
                <a:sym typeface="Arial"/>
              </a:rPr>
              <a:t>Upaya Pemulihan Ekonomi:</a:t>
            </a:r>
          </a:p>
          <a:p>
            <a:pPr marL="203200" indent="-203200" defTabSz="457200">
              <a:spcBef>
                <a:spcPts val="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Pembangunan infra aksesibilitas &amp; konektivitas kawasan sentra pertumbuhan ekonomi.</a:t>
            </a:r>
          </a:p>
          <a:p>
            <a:pPr marL="203200" indent="-203200" defTabSz="457200">
              <a:spcBef>
                <a:spcPts val="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Pembangunan &amp; perbaikan fasilitas layanan sektor tertentu dengan karakteristik penciptaan lapangan kerja,</a:t>
            </a:r>
          </a:p>
          <a:p>
            <a:pPr marL="203200" indent="-203200" defTabSz="457200">
              <a:spcBef>
                <a:spcPts val="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Perbaikan sistem pelayanan investasi daerah.</a:t>
            </a:r>
          </a:p>
          <a:p>
            <a:pPr marL="203200" indent="-203200" defTabSz="457200">
              <a:spcBef>
                <a:spcPts val="30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Melanjutkan beberapa program DAK Prioritas yg ditunda di 2020.</a:t>
            </a:r>
          </a:p>
          <a:p>
            <a:pPr defTabSz="457200">
              <a:spcBef>
                <a:spcPts val="0"/>
              </a:spcBef>
              <a:defRPr sz="3500" b="1">
                <a:solidFill>
                  <a:srgbClr val="4472C4">
                    <a:lumOff val="-13575"/>
                  </a:srgbClr>
                </a:solidFill>
                <a:latin typeface="Arial"/>
                <a:ea typeface="Arial"/>
                <a:cs typeface="Arial"/>
                <a:sym typeface="Arial"/>
              </a:defRPr>
            </a:pPr>
            <a:r>
              <a:rPr lang="id-ID" sz="1700" b="1" dirty="0" smtClean="0">
                <a:solidFill>
                  <a:srgbClr val="4472C4">
                    <a:lumOff val="-13575"/>
                  </a:srgbClr>
                </a:solidFill>
                <a:latin typeface="Segoe UI" pitchFamily="34" charset="0"/>
                <a:ea typeface="Arial"/>
                <a:cs typeface="Segoe UI" pitchFamily="34" charset="0"/>
                <a:sym typeface="Arial"/>
              </a:rPr>
              <a:t>Sinergi TKDD dan K/L dalam </a:t>
            </a:r>
            <a:r>
              <a:rPr lang="id-ID" sz="1700" b="1" i="1" dirty="0" smtClean="0">
                <a:solidFill>
                  <a:srgbClr val="4472C4">
                    <a:lumOff val="-13575"/>
                  </a:srgbClr>
                </a:solidFill>
                <a:latin typeface="Segoe UI" pitchFamily="34" charset="0"/>
                <a:ea typeface="Arial"/>
                <a:cs typeface="Segoe UI" pitchFamily="34" charset="0"/>
                <a:sym typeface="Arial"/>
              </a:rPr>
              <a:t>Human Capital Development </a:t>
            </a:r>
            <a:r>
              <a:rPr lang="id-ID" sz="1700" b="1" dirty="0" smtClean="0">
                <a:solidFill>
                  <a:srgbClr val="4472C4">
                    <a:lumOff val="-13575"/>
                  </a:srgbClr>
                </a:solidFill>
                <a:latin typeface="Segoe UI" pitchFamily="34" charset="0"/>
                <a:ea typeface="Arial"/>
                <a:cs typeface="Segoe UI" pitchFamily="34" charset="0"/>
                <a:sym typeface="Arial"/>
              </a:rPr>
              <a:t>(Pendidikan, Kesehatan):</a:t>
            </a:r>
          </a:p>
          <a:p>
            <a:pPr marL="203200" indent="-203200" defTabSz="457200">
              <a:spcBef>
                <a:spcPts val="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Pengetatan </a:t>
            </a:r>
            <a:r>
              <a:rPr lang="id-ID" sz="1700" i="1" dirty="0" smtClean="0">
                <a:solidFill>
                  <a:prstClr val="black"/>
                </a:solidFill>
                <a:latin typeface="Segoe UI" pitchFamily="34" charset="0"/>
                <a:ea typeface="Arial"/>
                <a:cs typeface="Segoe UI" pitchFamily="34" charset="0"/>
                <a:sym typeface="Arial"/>
              </a:rPr>
              <a:t>mandatory spending </a:t>
            </a:r>
            <a:r>
              <a:rPr lang="id-ID" sz="1700" dirty="0" smtClean="0">
                <a:solidFill>
                  <a:prstClr val="black"/>
                </a:solidFill>
                <a:latin typeface="Segoe UI" pitchFamily="34" charset="0"/>
                <a:ea typeface="Arial"/>
                <a:cs typeface="Segoe UI" pitchFamily="34" charset="0"/>
                <a:sym typeface="Arial"/>
              </a:rPr>
              <a:t>DTU utk Pendidikan dan Kesehatan.</a:t>
            </a:r>
          </a:p>
          <a:p>
            <a:pPr marL="203200" indent="-203200" defTabSz="457200">
              <a:spcBef>
                <a:spcPts val="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Dukungan untuk program merdeka belajar.</a:t>
            </a:r>
          </a:p>
          <a:p>
            <a:pPr marL="203200" indent="-203200" defTabSz="457200">
              <a:spcBef>
                <a:spcPts val="30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Peningkatan kemampuan pelayanan RS dan FKTP.</a:t>
            </a:r>
          </a:p>
          <a:p>
            <a:pPr defTabSz="457200">
              <a:spcBef>
                <a:spcPts val="0"/>
              </a:spcBef>
              <a:defRPr sz="3500" b="1">
                <a:solidFill>
                  <a:srgbClr val="4472C4">
                    <a:lumOff val="-13575"/>
                  </a:srgbClr>
                </a:solidFill>
                <a:latin typeface="Arial"/>
                <a:ea typeface="Arial"/>
                <a:cs typeface="Arial"/>
                <a:sym typeface="Arial"/>
              </a:defRPr>
            </a:pPr>
            <a:r>
              <a:rPr lang="id-ID" sz="1700" b="1" dirty="0" smtClean="0">
                <a:solidFill>
                  <a:srgbClr val="4472C4">
                    <a:lumOff val="-13575"/>
                  </a:srgbClr>
                </a:solidFill>
                <a:latin typeface="Segoe UI" pitchFamily="34" charset="0"/>
                <a:ea typeface="Arial"/>
                <a:cs typeface="Segoe UI" pitchFamily="34" charset="0"/>
                <a:sym typeface="Arial"/>
              </a:rPr>
              <a:t>Peningkatan Belanja Infrastruktur Daerah</a:t>
            </a:r>
          </a:p>
          <a:p>
            <a:pPr marL="203200" indent="-203200" defTabSz="457200">
              <a:spcBef>
                <a:spcPts val="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Pemanfaatan </a:t>
            </a:r>
            <a:r>
              <a:rPr lang="id-ID" sz="1700" i="1" dirty="0" smtClean="0">
                <a:solidFill>
                  <a:prstClr val="black"/>
                </a:solidFill>
                <a:latin typeface="Segoe UI" pitchFamily="34" charset="0"/>
                <a:ea typeface="Arial"/>
                <a:cs typeface="Segoe UI" pitchFamily="34" charset="0"/>
                <a:sym typeface="Arial"/>
              </a:rPr>
              <a:t>creative financing</a:t>
            </a:r>
            <a:r>
              <a:rPr lang="id-ID" sz="1700" dirty="0" smtClean="0">
                <a:solidFill>
                  <a:prstClr val="black"/>
                </a:solidFill>
                <a:latin typeface="Segoe UI" pitchFamily="34" charset="0"/>
                <a:ea typeface="Arial"/>
                <a:cs typeface="Segoe UI" pitchFamily="34" charset="0"/>
                <a:sym typeface="Arial"/>
              </a:rPr>
              <a:t>, seperti  pinjaman daerah,   penerbitan Obligasi Daerah dan/atau KPBU.</a:t>
            </a:r>
          </a:p>
          <a:p>
            <a:pPr marL="203200" indent="-203200" defTabSz="457200">
              <a:spcBef>
                <a:spcPts val="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Pembangunan infrastruktur melalui mekanisme kerja sama antar Daerah.</a:t>
            </a:r>
          </a:p>
          <a:p>
            <a:pPr marL="203200" indent="-203200" defTabSz="457200">
              <a:spcBef>
                <a:spcPts val="0"/>
              </a:spcBef>
              <a:buSzPct val="123000"/>
              <a:buFontTx/>
              <a:buChar char="•"/>
              <a:defRPr sz="3200">
                <a:latin typeface="Arial"/>
                <a:ea typeface="Arial"/>
                <a:cs typeface="Arial"/>
                <a:sym typeface="Arial"/>
              </a:defRPr>
            </a:pPr>
            <a:r>
              <a:rPr lang="id-ID" sz="1700" dirty="0" smtClean="0">
                <a:solidFill>
                  <a:prstClr val="black"/>
                </a:solidFill>
                <a:latin typeface="Segoe UI" pitchFamily="34" charset="0"/>
                <a:ea typeface="Arial"/>
                <a:cs typeface="Segoe UI" pitchFamily="34" charset="0"/>
                <a:sym typeface="Arial"/>
              </a:rPr>
              <a:t>Dukungan TKDD untuk  pelaksanaan </a:t>
            </a:r>
            <a:r>
              <a:rPr lang="id-ID" sz="1700" i="1" dirty="0" smtClean="0">
                <a:solidFill>
                  <a:prstClr val="black"/>
                </a:solidFill>
                <a:latin typeface="Segoe UI" pitchFamily="34" charset="0"/>
                <a:ea typeface="Arial"/>
                <a:cs typeface="Segoe UI" pitchFamily="34" charset="0"/>
                <a:sym typeface="Arial"/>
              </a:rPr>
              <a:t>creative financing </a:t>
            </a:r>
            <a:r>
              <a:rPr lang="id-ID" sz="1700" dirty="0" smtClean="0">
                <a:solidFill>
                  <a:prstClr val="black"/>
                </a:solidFill>
                <a:latin typeface="Segoe UI" pitchFamily="34" charset="0"/>
                <a:ea typeface="Arial"/>
                <a:cs typeface="Segoe UI" pitchFamily="34" charset="0"/>
                <a:sym typeface="Arial"/>
              </a:rPr>
              <a:t>melalui </a:t>
            </a:r>
            <a:br>
              <a:rPr lang="id-ID" sz="1700" dirty="0" smtClean="0">
                <a:solidFill>
                  <a:prstClr val="black"/>
                </a:solidFill>
                <a:latin typeface="Segoe UI" pitchFamily="34" charset="0"/>
                <a:ea typeface="Arial"/>
                <a:cs typeface="Segoe UI" pitchFamily="34" charset="0"/>
                <a:sym typeface="Arial"/>
              </a:rPr>
            </a:br>
            <a:r>
              <a:rPr lang="id-ID" sz="1700" dirty="0" smtClean="0">
                <a:solidFill>
                  <a:prstClr val="black"/>
                </a:solidFill>
                <a:latin typeface="Segoe UI" pitchFamily="34" charset="0"/>
                <a:ea typeface="Arial"/>
                <a:cs typeface="Segoe UI" pitchFamily="34" charset="0"/>
                <a:sym typeface="Arial"/>
              </a:rPr>
              <a:t>skema pendanaan terintegrasi (</a:t>
            </a:r>
            <a:r>
              <a:rPr lang="id-ID" sz="1700" i="1" dirty="0" smtClean="0">
                <a:solidFill>
                  <a:prstClr val="black"/>
                </a:solidFill>
                <a:latin typeface="Segoe UI" pitchFamily="34" charset="0"/>
                <a:ea typeface="Arial"/>
                <a:cs typeface="Segoe UI" pitchFamily="34" charset="0"/>
                <a:sym typeface="Arial"/>
              </a:rPr>
              <a:t>integrated funding</a:t>
            </a:r>
            <a:r>
              <a:rPr lang="id-ID" sz="1700" dirty="0" smtClean="0">
                <a:solidFill>
                  <a:prstClr val="black"/>
                </a:solidFill>
                <a:latin typeface="Segoe UI" pitchFamily="34" charset="0"/>
                <a:ea typeface="Arial"/>
                <a:cs typeface="Segoe UI" pitchFamily="34" charset="0"/>
                <a:sym typeface="Arial"/>
              </a:rPr>
              <a:t>).</a:t>
            </a:r>
            <a:endParaRPr lang="id-ID" sz="1700" dirty="0">
              <a:solidFill>
                <a:prstClr val="black"/>
              </a:solidFill>
              <a:latin typeface="Segoe UI" pitchFamily="34" charset="0"/>
              <a:ea typeface="Arial"/>
              <a:cs typeface="Segoe UI" pitchFamily="34" charset="0"/>
              <a:sym typeface="Arial"/>
            </a:endParaRPr>
          </a:p>
        </p:txBody>
      </p:sp>
      <p:sp>
        <p:nvSpPr>
          <p:cNvPr id="654" name="Chevron 3"/>
          <p:cNvSpPr/>
          <p:nvPr/>
        </p:nvSpPr>
        <p:spPr>
          <a:xfrm>
            <a:off x="3851275" y="1041400"/>
            <a:ext cx="517525" cy="725488"/>
          </a:xfrm>
          <a:prstGeom prst="chevron">
            <a:avLst>
              <a:gd name="adj" fmla="val 38382"/>
            </a:avLst>
          </a:prstGeom>
          <a:solidFill>
            <a:schemeClr val="accent1">
              <a:lumOff val="-13575"/>
            </a:schemeClr>
          </a:solidFill>
          <a:ln w="12700">
            <a:miter lim="400000"/>
          </a:ln>
        </p:spPr>
        <p:txBody>
          <a:bodyPr lIns="22860" tIns="22860" rIns="22860" bIns="22860" anchor="ctr"/>
          <a:lstStyle/>
          <a:p>
            <a:pPr algn="ctr" defTabSz="457200">
              <a:spcBef>
                <a:spcPts val="0"/>
              </a:spcBef>
              <a:defRPr sz="1800"/>
            </a:pPr>
            <a:endParaRPr sz="1600">
              <a:solidFill>
                <a:prstClr val="black"/>
              </a:solidFill>
              <a:latin typeface="Segoe UI" pitchFamily="34" charset="0"/>
              <a:cs typeface="Segoe UI" pitchFamily="34" charset="0"/>
            </a:endParaRPr>
          </a:p>
        </p:txBody>
      </p:sp>
      <p:sp>
        <p:nvSpPr>
          <p:cNvPr id="655" name="Kondisi 2020"/>
          <p:cNvSpPr txBox="1"/>
          <p:nvPr/>
        </p:nvSpPr>
        <p:spPr>
          <a:xfrm>
            <a:off x="268288" y="1084263"/>
            <a:ext cx="2738437" cy="542925"/>
          </a:xfrm>
          <a:prstGeom prst="rect">
            <a:avLst/>
          </a:prstGeom>
          <a:solidFill>
            <a:schemeClr val="accent1">
              <a:lumOff val="-13575"/>
            </a:schemeClr>
          </a:solidFill>
          <a:ln w="12700">
            <a:miter lim="400000"/>
          </a:ln>
          <a:extLst>
            <a:ext uri="{C572A759-6A51-4108-AA02-DFA0A04FC94B}"/>
          </a:extLst>
        </p:spPr>
        <p:txBody>
          <a:bodyPr lIns="25400" tIns="25400" rIns="25400" bIns="25400" anchor="ctr">
            <a:spAutoFit/>
          </a:bodyPr>
          <a:lstStyle>
            <a:lvl1pPr algn="ctr" defTabSz="914400">
              <a:lnSpc>
                <a:spcPct val="100000"/>
              </a:lnSpc>
              <a:spcBef>
                <a:spcPts val="0"/>
              </a:spcBef>
              <a:defRPr sz="6000" b="1">
                <a:solidFill>
                  <a:srgbClr val="FFFFFF"/>
                </a:solidFill>
                <a:latin typeface="Arial"/>
                <a:ea typeface="Arial"/>
                <a:cs typeface="Arial"/>
                <a:sym typeface="Arial"/>
              </a:defRPr>
            </a:lvl1pPr>
          </a:lstStyle>
          <a:p>
            <a:pPr>
              <a:defRPr/>
            </a:pPr>
            <a:r>
              <a:rPr sz="3200">
                <a:latin typeface="Segoe UI" pitchFamily="34" charset="0"/>
                <a:cs typeface="Segoe UI" pitchFamily="34" charset="0"/>
              </a:rPr>
              <a:t>Kondisi 2020</a:t>
            </a:r>
          </a:p>
        </p:txBody>
      </p:sp>
      <p:sp>
        <p:nvSpPr>
          <p:cNvPr id="656" name="Fokus Kebijakan TKDD 2021"/>
          <p:cNvSpPr txBox="1"/>
          <p:nvPr/>
        </p:nvSpPr>
        <p:spPr>
          <a:xfrm>
            <a:off x="4652963" y="1068388"/>
            <a:ext cx="5487987" cy="542925"/>
          </a:xfrm>
          <a:prstGeom prst="rect">
            <a:avLst/>
          </a:prstGeom>
          <a:solidFill>
            <a:schemeClr val="accent4">
              <a:hueOff val="-476017"/>
              <a:lumOff val="-10042"/>
            </a:schemeClr>
          </a:solidFill>
          <a:ln w="12700">
            <a:miter lim="400000"/>
          </a:ln>
          <a:extLst>
            <a:ext uri="{C572A759-6A51-4108-AA02-DFA0A04FC94B}"/>
          </a:extLst>
        </p:spPr>
        <p:txBody>
          <a:bodyPr lIns="25400" tIns="25400" rIns="25400" bIns="25400" anchor="ctr">
            <a:spAutoFit/>
          </a:bodyPr>
          <a:lstStyle>
            <a:lvl1pPr algn="ctr" defTabSz="914400">
              <a:lnSpc>
                <a:spcPct val="100000"/>
              </a:lnSpc>
              <a:spcBef>
                <a:spcPts val="600"/>
              </a:spcBef>
              <a:defRPr sz="6000" b="1">
                <a:solidFill>
                  <a:srgbClr val="FFFFFF"/>
                </a:solidFill>
                <a:latin typeface="Arial"/>
                <a:ea typeface="Arial"/>
                <a:cs typeface="Arial"/>
                <a:sym typeface="Arial"/>
              </a:defRPr>
            </a:lvl1pPr>
          </a:lstStyle>
          <a:p>
            <a:pPr>
              <a:defRPr/>
            </a:pPr>
            <a:r>
              <a:rPr sz="3200">
                <a:latin typeface="Segoe UI" pitchFamily="34" charset="0"/>
                <a:cs typeface="Segoe UI" pitchFamily="34" charset="0"/>
              </a:rPr>
              <a:t>Fokus Kebijakan TKDD 2021</a:t>
            </a:r>
          </a:p>
        </p:txBody>
      </p:sp>
      <p:sp>
        <p:nvSpPr>
          <p:cNvPr id="657" name="Mendukung pemulihan dan penguatan fondasi ekonomi nasional"/>
          <p:cNvSpPr txBox="1"/>
          <p:nvPr/>
        </p:nvSpPr>
        <p:spPr>
          <a:xfrm>
            <a:off x="954088" y="511175"/>
            <a:ext cx="6092825" cy="273050"/>
          </a:xfrm>
          <a:prstGeom prst="rect">
            <a:avLst/>
          </a:prstGeom>
          <a:ln w="12700">
            <a:miter lim="400000"/>
          </a:ln>
          <a:extLst>
            <a:ext uri="{C572A759-6A51-4108-AA02-DFA0A04FC94B}"/>
          </a:extLst>
        </p:spPr>
        <p:txBody>
          <a:bodyPr wrap="none" lIns="25400" tIns="25400" rIns="25400" bIns="25400" anchor="ctr">
            <a:spAutoFit/>
          </a:bodyPr>
          <a:lstStyle>
            <a:lvl1pPr>
              <a:lnSpc>
                <a:spcPct val="80000"/>
              </a:lnSpc>
              <a:spcBef>
                <a:spcPts val="0"/>
              </a:spcBef>
              <a:defRPr sz="4000" b="1" spc="-79">
                <a:solidFill>
                  <a:srgbClr val="5E5E5E"/>
                </a:solidFill>
                <a:latin typeface="Arial"/>
                <a:ea typeface="Arial"/>
                <a:cs typeface="Arial"/>
                <a:sym typeface="Arial"/>
              </a:defRPr>
            </a:lvl1pPr>
          </a:lstStyle>
          <a:p>
            <a:pPr>
              <a:defRPr/>
            </a:pPr>
            <a:r>
              <a:rPr sz="1800" b="0">
                <a:latin typeface="Segoe UI" pitchFamily="34" charset="0"/>
                <a:cs typeface="Segoe UI" pitchFamily="34" charset="0"/>
              </a:rPr>
              <a:t>Mendukung pemulihan dan penguatan fondasi ekonomi nasional</a:t>
            </a:r>
          </a:p>
        </p:txBody>
      </p:sp>
      <p:pic>
        <p:nvPicPr>
          <p:cNvPr id="27658" name="Picture 10" descr="https://upload.wikimedia.org/wikipedia/commons/5/5b/Logo_of_the_Ministry_of_Finance_of_the_Republic_of_Indonesia.png"/>
          <p:cNvPicPr>
            <a:picLocks noChangeAspect="1" noChangeArrowheads="1"/>
          </p:cNvPicPr>
          <p:nvPr/>
        </p:nvPicPr>
        <p:blipFill>
          <a:blip r:embed="rId2"/>
          <a:srcRect/>
          <a:stretch>
            <a:fillRect/>
          </a:stretch>
        </p:blipFill>
        <p:spPr bwMode="auto">
          <a:xfrm>
            <a:off x="95250" y="79375"/>
            <a:ext cx="679450" cy="647700"/>
          </a:xfrm>
          <a:prstGeom prst="rect">
            <a:avLst/>
          </a:prstGeom>
          <a:noFill/>
          <a:ln w="9525">
            <a:noFill/>
            <a:miter lim="800000"/>
            <a:headEnd/>
            <a:tailEnd/>
          </a:ln>
        </p:spPr>
      </p:pic>
      <p:sp>
        <p:nvSpPr>
          <p:cNvPr id="12" name="Slide Number Placeholder 1"/>
          <p:cNvSpPr>
            <a:spLocks noGrp="1"/>
          </p:cNvSpPr>
          <p:nvPr>
            <p:ph type="sldNum" sz="quarter" idx="12"/>
          </p:nvPr>
        </p:nvSpPr>
        <p:spPr bwMode="auto">
          <a:xfrm>
            <a:off x="11483835" y="6046094"/>
            <a:ext cx="838199" cy="767687"/>
          </a:xfrm>
          <a:noFill/>
          <a:ln>
            <a:miter lim="800000"/>
            <a:headEnd/>
            <a:tailEnd/>
          </a:ln>
        </p:spPr>
        <p:txBody>
          <a:bodyPr/>
          <a:lstStyle/>
          <a:p>
            <a:fld id="{275A5E3D-3015-495F-9A15-3A379805A14F}" type="slidenum">
              <a:rPr lang="en-US" altLang="en-US" sz="1600" smtClean="0">
                <a:solidFill>
                  <a:schemeClr val="tx1"/>
                </a:solidFill>
                <a:latin typeface="Segoe UI" pitchFamily="34" charset="0"/>
                <a:cs typeface="Segoe UI" pitchFamily="34" charset="0"/>
              </a:rPr>
              <a:pPr/>
              <a:t>11</a:t>
            </a:fld>
            <a:endParaRPr lang="en-US" altLang="en-US" sz="1600" dirty="0" smtClean="0">
              <a:solidFill>
                <a:schemeClr val="tx1"/>
              </a:solidFill>
              <a:latin typeface="Segoe UI" pitchFamily="34" charset="0"/>
              <a:cs typeface="Segoe UI" pitchFamily="34" charset="0"/>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0" descr="https://upload.wikimedia.org/wikipedia/commons/5/5b/Logo_of_the_Ministry_of_Finance_of_the_Republic_of_Indonesia.png"/>
          <p:cNvPicPr>
            <a:picLocks noChangeAspect="1" noChangeArrowheads="1"/>
          </p:cNvPicPr>
          <p:nvPr/>
        </p:nvPicPr>
        <p:blipFill>
          <a:blip r:embed="rId2"/>
          <a:srcRect/>
          <a:stretch>
            <a:fillRect/>
          </a:stretch>
        </p:blipFill>
        <p:spPr bwMode="auto">
          <a:xfrm>
            <a:off x="173038" y="204788"/>
            <a:ext cx="681037" cy="647700"/>
          </a:xfrm>
          <a:prstGeom prst="rect">
            <a:avLst/>
          </a:prstGeom>
          <a:noFill/>
          <a:ln w="9525">
            <a:noFill/>
            <a:miter lim="800000"/>
            <a:headEnd/>
            <a:tailEnd/>
          </a:ln>
        </p:spPr>
      </p:pic>
      <p:sp>
        <p:nvSpPr>
          <p:cNvPr id="31747" name="Kebijakan TKDD 2021"/>
          <p:cNvSpPr txBox="1">
            <a:spLocks/>
          </p:cNvSpPr>
          <p:nvPr/>
        </p:nvSpPr>
        <p:spPr bwMode="auto">
          <a:xfrm>
            <a:off x="954088" y="79375"/>
            <a:ext cx="10985500" cy="717550"/>
          </a:xfrm>
          <a:prstGeom prst="rect">
            <a:avLst/>
          </a:prstGeom>
          <a:noFill/>
          <a:ln w="9525">
            <a:noFill/>
            <a:miter lim="800000"/>
            <a:headEnd/>
            <a:tailEnd/>
          </a:ln>
        </p:spPr>
        <p:txBody>
          <a:bodyPr anchor="ctr"/>
          <a:lstStyle/>
          <a:p>
            <a:pPr>
              <a:lnSpc>
                <a:spcPct val="90000"/>
              </a:lnSpc>
            </a:pPr>
            <a:r>
              <a:rPr lang="en-US" altLang="id-ID" sz="2800" b="1">
                <a:solidFill>
                  <a:srgbClr val="000000"/>
                </a:solidFill>
                <a:latin typeface="Segoe UI" pitchFamily="34" charset="0"/>
                <a:ea typeface="Arial" pitchFamily="34" charset="0"/>
                <a:cs typeface="Segoe UI" pitchFamily="34" charset="0"/>
                <a:sym typeface="Arial" pitchFamily="34" charset="0"/>
              </a:rPr>
              <a:t>PENGUATAN KEBIJAKAN DTK</a:t>
            </a:r>
          </a:p>
        </p:txBody>
      </p:sp>
      <p:sp>
        <p:nvSpPr>
          <p:cNvPr id="13" name="Mendukung pemulihan dan penguatan fondasi ekonomi nasional"/>
          <p:cNvSpPr txBox="1"/>
          <p:nvPr/>
        </p:nvSpPr>
        <p:spPr>
          <a:xfrm>
            <a:off x="1033463" y="638175"/>
            <a:ext cx="9307512" cy="273050"/>
          </a:xfrm>
          <a:prstGeom prst="rect">
            <a:avLst/>
          </a:prstGeom>
          <a:ln w="12700">
            <a:miter lim="400000"/>
          </a:ln>
          <a:extLst>
            <a:ext uri="{C572A759-6A51-4108-AA02-DFA0A04FC94B}"/>
          </a:extLst>
        </p:spPr>
        <p:txBody>
          <a:bodyPr wrap="none" lIns="25400" tIns="25400" rIns="25400" bIns="25400" anchor="ctr">
            <a:spAutoFit/>
          </a:bodyPr>
          <a:lstStyle>
            <a:lvl1pPr>
              <a:lnSpc>
                <a:spcPct val="80000"/>
              </a:lnSpc>
              <a:spcBef>
                <a:spcPts val="0"/>
              </a:spcBef>
              <a:defRPr sz="4000" b="1" spc="-79">
                <a:solidFill>
                  <a:srgbClr val="5E5E5E"/>
                </a:solidFill>
                <a:latin typeface="Arial"/>
                <a:ea typeface="Arial"/>
                <a:cs typeface="Arial"/>
                <a:sym typeface="Arial"/>
              </a:defRPr>
            </a:lvl1pPr>
          </a:lstStyle>
          <a:p>
            <a:pPr>
              <a:defRPr/>
            </a:pPr>
            <a:r>
              <a:rPr lang="id-ID" sz="1800" b="0" dirty="0" smtClean="0">
                <a:latin typeface="Segoe UI" pitchFamily="34" charset="0"/>
                <a:cs typeface="Segoe UI" pitchFamily="34" charset="0"/>
              </a:rPr>
              <a:t>DTK yang sinergis dan harmonis dalam mendukung pemulihan ekonomi dan pembangunan SDM</a:t>
            </a:r>
          </a:p>
        </p:txBody>
      </p:sp>
      <p:sp>
        <p:nvSpPr>
          <p:cNvPr id="31749" name="TextBox 14"/>
          <p:cNvSpPr txBox="1">
            <a:spLocks noChangeArrowheads="1"/>
          </p:cNvSpPr>
          <p:nvPr/>
        </p:nvSpPr>
        <p:spPr bwMode="auto">
          <a:xfrm>
            <a:off x="387350" y="2022475"/>
            <a:ext cx="5731062" cy="4598695"/>
          </a:xfrm>
          <a:prstGeom prst="rect">
            <a:avLst/>
          </a:prstGeom>
          <a:noFill/>
          <a:ln w="12700">
            <a:solidFill>
              <a:srgbClr val="4C2D64"/>
            </a:solidFill>
            <a:miter lim="400000"/>
            <a:headEnd/>
            <a:tailEnd/>
          </a:ln>
        </p:spPr>
        <p:txBody>
          <a:bodyPr wrap="square" lIns="45720" rIns="45720">
            <a:spAutoFit/>
          </a:bodyPr>
          <a:lstStyle/>
          <a:p>
            <a:pPr marL="268288" indent="-174625">
              <a:spcBef>
                <a:spcPts val="1000"/>
              </a:spcBef>
              <a:buSzPct val="123000"/>
              <a:buFontTx/>
              <a:buChar char="•"/>
            </a:pPr>
            <a:r>
              <a:rPr lang="id-ID" altLang="id-ID" sz="1700" b="1" dirty="0" smtClean="0">
                <a:solidFill>
                  <a:srgbClr val="000000"/>
                </a:solidFill>
                <a:latin typeface="Segoe UI" pitchFamily="34" charset="0"/>
                <a:cs typeface="Segoe UI" pitchFamily="34" charset="0"/>
              </a:rPr>
              <a:t>Berbasis program</a:t>
            </a:r>
            <a:r>
              <a:rPr lang="id-ID" altLang="id-ID" sz="1700" dirty="0" smtClean="0">
                <a:solidFill>
                  <a:srgbClr val="000000"/>
                </a:solidFill>
                <a:latin typeface="Segoe UI" pitchFamily="34" charset="0"/>
                <a:cs typeface="Segoe UI" pitchFamily="34" charset="0"/>
              </a:rPr>
              <a:t> agar terjadi sinergi yang kuat antar bidang dan antara belanja K/L dengan DTK, utamanya untuk DAK yang besifat penugasan, misal  program penguatan ketahanan pangan, program penanganan stunting, program penyediaan infrastruktur berkelanjutan.</a:t>
            </a:r>
          </a:p>
          <a:p>
            <a:pPr marL="268288" indent="-174625">
              <a:spcBef>
                <a:spcPts val="500"/>
              </a:spcBef>
              <a:buSzPct val="123000"/>
              <a:buFontTx/>
              <a:buChar char="•"/>
            </a:pPr>
            <a:r>
              <a:rPr lang="id-ID" altLang="id-ID" sz="1700" dirty="0" smtClean="0">
                <a:solidFill>
                  <a:srgbClr val="000000"/>
                </a:solidFill>
                <a:latin typeface="Segoe UI" pitchFamily="34" charset="0"/>
                <a:cs typeface="Segoe UI" pitchFamily="34" charset="0"/>
              </a:rPr>
              <a:t>Penganggaran DTK </a:t>
            </a:r>
            <a:r>
              <a:rPr lang="id-ID" altLang="id-ID" sz="1700" b="1" dirty="0" smtClean="0">
                <a:solidFill>
                  <a:srgbClr val="000000"/>
                </a:solidFill>
                <a:latin typeface="Segoe UI" pitchFamily="34" charset="0"/>
                <a:cs typeface="Segoe UI" pitchFamily="34" charset="0"/>
              </a:rPr>
              <a:t>berbasis </a:t>
            </a:r>
            <a:r>
              <a:rPr lang="id-ID" altLang="id-ID" sz="1700" b="1" i="1" dirty="0" smtClean="0">
                <a:solidFill>
                  <a:srgbClr val="000000"/>
                </a:solidFill>
                <a:latin typeface="Segoe UI" pitchFamily="34" charset="0"/>
                <a:cs typeface="Segoe UI" pitchFamily="34" charset="0"/>
              </a:rPr>
              <a:t>medium term planning</a:t>
            </a:r>
            <a:r>
              <a:rPr lang="id-ID" altLang="id-ID" sz="1700" dirty="0" smtClean="0">
                <a:solidFill>
                  <a:srgbClr val="000000"/>
                </a:solidFill>
                <a:latin typeface="Segoe UI" pitchFamily="34" charset="0"/>
                <a:cs typeface="Segoe UI" pitchFamily="34" charset="0"/>
              </a:rPr>
              <a:t>, agar sinergis dan berkelanjutan:</a:t>
            </a:r>
          </a:p>
          <a:p>
            <a:pPr marL="590550" lvl="1" indent="-285750">
              <a:spcBef>
                <a:spcPts val="500"/>
              </a:spcBef>
              <a:buSzPct val="123000"/>
              <a:buFont typeface="Wingdings" panose="05000000000000000000" pitchFamily="2" charset="2"/>
              <a:buChar char="ü"/>
            </a:pPr>
            <a:r>
              <a:rPr lang="id-ID" altLang="id-ID" sz="1700" b="1" dirty="0" smtClean="0">
                <a:solidFill>
                  <a:srgbClr val="000000"/>
                </a:solidFill>
                <a:latin typeface="Segoe UI" pitchFamily="34" charset="0"/>
                <a:cs typeface="Segoe UI" pitchFamily="34" charset="0"/>
              </a:rPr>
              <a:t>Berbasis kinerja</a:t>
            </a:r>
            <a:r>
              <a:rPr lang="id-ID" altLang="id-ID" sz="1700" dirty="0" smtClean="0">
                <a:solidFill>
                  <a:srgbClr val="000000"/>
                </a:solidFill>
                <a:latin typeface="Segoe UI" pitchFamily="34" charset="0"/>
                <a:cs typeface="Segoe UI" pitchFamily="34" charset="0"/>
              </a:rPr>
              <a:t> : capaian tahun n-1 menjadi salah satu dasar pengalokasian dan target yang tegas untuk setiap tahunnya;</a:t>
            </a:r>
          </a:p>
          <a:p>
            <a:pPr marL="590550" lvl="1" indent="-285750">
              <a:spcBef>
                <a:spcPts val="300"/>
              </a:spcBef>
              <a:buSzPct val="123000"/>
              <a:buFont typeface="Wingdings" panose="05000000000000000000" pitchFamily="2" charset="2"/>
              <a:buChar char="ü"/>
            </a:pPr>
            <a:r>
              <a:rPr lang="id-ID" altLang="id-ID" sz="1700" dirty="0" smtClean="0">
                <a:solidFill>
                  <a:srgbClr val="000000"/>
                </a:solidFill>
                <a:latin typeface="Segoe UI" pitchFamily="34" charset="0"/>
                <a:cs typeface="Segoe UI" pitchFamily="34" charset="0"/>
              </a:rPr>
              <a:t>Peningkatan monitoring.</a:t>
            </a:r>
          </a:p>
          <a:p>
            <a:pPr marL="268288" indent="-174625">
              <a:spcBef>
                <a:spcPts val="1000"/>
              </a:spcBef>
              <a:buSzPct val="123000"/>
              <a:buFontTx/>
              <a:buChar char="•"/>
            </a:pPr>
            <a:r>
              <a:rPr lang="id-ID" altLang="id-ID" sz="1700" dirty="0" smtClean="0">
                <a:solidFill>
                  <a:srgbClr val="000000"/>
                </a:solidFill>
                <a:latin typeface="Segoe UI" pitchFamily="34" charset="0"/>
                <a:cs typeface="Segoe UI" pitchFamily="34" charset="0"/>
              </a:rPr>
              <a:t>DTK (dan Hibah) dapat menjadi insentif bagi pelaksanaan creative financing (pinjaman, obligasi daerah, KPBU, kerjasama antar daerah) : </a:t>
            </a:r>
            <a:r>
              <a:rPr lang="id-ID" altLang="id-ID" sz="1700" b="1" i="1" dirty="0" smtClean="0">
                <a:solidFill>
                  <a:srgbClr val="000000"/>
                </a:solidFill>
                <a:latin typeface="Segoe UI" pitchFamily="34" charset="0"/>
                <a:cs typeface="Segoe UI" pitchFamily="34" charset="0"/>
              </a:rPr>
              <a:t>Integrated Funding</a:t>
            </a:r>
            <a:endParaRPr lang="id-ID" altLang="id-ID" sz="1700" b="1" i="1" dirty="0">
              <a:solidFill>
                <a:srgbClr val="000000"/>
              </a:solidFill>
              <a:latin typeface="Segoe UI" pitchFamily="34" charset="0"/>
              <a:cs typeface="Segoe UI" pitchFamily="34" charset="0"/>
            </a:endParaRPr>
          </a:p>
        </p:txBody>
      </p:sp>
      <p:sp>
        <p:nvSpPr>
          <p:cNvPr id="14" name="Rectangle 20"/>
          <p:cNvSpPr txBox="1"/>
          <p:nvPr/>
        </p:nvSpPr>
        <p:spPr>
          <a:xfrm>
            <a:off x="6810375" y="2071688"/>
            <a:ext cx="5130613" cy="3440112"/>
          </a:xfrm>
          <a:prstGeom prst="rect">
            <a:avLst/>
          </a:prstGeom>
          <a:ln w="12700">
            <a:solidFill>
              <a:srgbClr val="002060"/>
            </a:solidFill>
            <a:miter lim="400000"/>
          </a:ln>
          <a:extLst>
            <a:ext uri="{C572A759-6A51-4108-AA02-DFA0A04FC94B}"/>
          </a:extLst>
        </p:spPr>
        <p:txBody>
          <a:bodyPr wrap="square" lIns="45720" rIns="45720">
            <a:spAutoFit/>
          </a:bodyPr>
          <a:lstStyle/>
          <a:p>
            <a:pPr marL="285750" indent="-192088">
              <a:spcBef>
                <a:spcPts val="1000"/>
              </a:spcBef>
              <a:buSzPct val="100000"/>
              <a:buFont typeface="Arial"/>
              <a:buChar char="•"/>
              <a:defRPr sz="3600"/>
            </a:pPr>
            <a:r>
              <a:rPr lang="id-ID" sz="1750" dirty="0">
                <a:solidFill>
                  <a:prstClr val="black"/>
                </a:solidFill>
                <a:latin typeface="Segoe UI" pitchFamily="34" charset="0"/>
                <a:cs typeface="Segoe UI" pitchFamily="34" charset="0"/>
              </a:rPr>
              <a:t>Pembangunan dan/atau perbaikan jalan pada </a:t>
            </a:r>
            <a:r>
              <a:rPr lang="id-ID" sz="1750" b="1" dirty="0">
                <a:solidFill>
                  <a:prstClr val="black"/>
                </a:solidFill>
                <a:latin typeface="Segoe UI" pitchFamily="34" charset="0"/>
                <a:cs typeface="Segoe UI" pitchFamily="34" charset="0"/>
              </a:rPr>
              <a:t>jalur penghubung utama arus distribusi </a:t>
            </a:r>
            <a:r>
              <a:rPr lang="id-ID" sz="1750" dirty="0">
                <a:solidFill>
                  <a:prstClr val="black"/>
                </a:solidFill>
                <a:latin typeface="Segoe UI" pitchFamily="34" charset="0"/>
                <a:cs typeface="Segoe UI" pitchFamily="34" charset="0"/>
              </a:rPr>
              <a:t>logistik dan </a:t>
            </a:r>
            <a:r>
              <a:rPr lang="id-ID" sz="1750" b="1" dirty="0">
                <a:solidFill>
                  <a:prstClr val="black"/>
                </a:solidFill>
                <a:latin typeface="Segoe UI" pitchFamily="34" charset="0"/>
                <a:cs typeface="Segoe UI" pitchFamily="34" charset="0"/>
              </a:rPr>
              <a:t>fasilitas pendukung pariwisata</a:t>
            </a:r>
            <a:r>
              <a:rPr lang="id-ID" sz="1750" dirty="0">
                <a:solidFill>
                  <a:prstClr val="black"/>
                </a:solidFill>
                <a:latin typeface="Segoe UI" pitchFamily="34" charset="0"/>
                <a:cs typeface="Segoe UI" pitchFamily="34" charset="0"/>
              </a:rPr>
              <a:t>.</a:t>
            </a:r>
          </a:p>
          <a:p>
            <a:pPr marL="285750" indent="-192088">
              <a:spcBef>
                <a:spcPts val="1000"/>
              </a:spcBef>
              <a:buSzPct val="100000"/>
              <a:buFont typeface="Arial"/>
              <a:buChar char="•"/>
              <a:defRPr sz="3600"/>
            </a:pPr>
            <a:r>
              <a:rPr lang="id-ID" sz="1750" dirty="0">
                <a:solidFill>
                  <a:prstClr val="black"/>
                </a:solidFill>
                <a:latin typeface="Segoe UI" pitchFamily="34" charset="0"/>
                <a:cs typeface="Segoe UI" pitchFamily="34" charset="0"/>
              </a:rPr>
              <a:t>Mendukung </a:t>
            </a:r>
            <a:r>
              <a:rPr lang="id-ID" sz="1750" b="1" dirty="0">
                <a:solidFill>
                  <a:prstClr val="black"/>
                </a:solidFill>
                <a:latin typeface="Segoe UI" pitchFamily="34" charset="0"/>
                <a:cs typeface="Segoe UI" pitchFamily="34" charset="0"/>
              </a:rPr>
              <a:t>peningkatan investasi</a:t>
            </a:r>
            <a:r>
              <a:rPr lang="id-ID" sz="1750" dirty="0">
                <a:solidFill>
                  <a:prstClr val="black"/>
                </a:solidFill>
                <a:latin typeface="Segoe UI" pitchFamily="34" charset="0"/>
                <a:cs typeface="Segoe UI" pitchFamily="34" charset="0"/>
              </a:rPr>
              <a:t> di daerah melalui dukungan operasionalisasi sistem pelayanan investasi di daerah.</a:t>
            </a:r>
          </a:p>
          <a:p>
            <a:pPr marL="285750" indent="-192088">
              <a:spcBef>
                <a:spcPts val="1000"/>
              </a:spcBef>
              <a:buSzPct val="100000"/>
              <a:buFont typeface="Arial"/>
              <a:buChar char="•"/>
              <a:defRPr sz="3600"/>
            </a:pPr>
            <a:r>
              <a:rPr lang="id-ID" sz="1750" dirty="0">
                <a:solidFill>
                  <a:prstClr val="black"/>
                </a:solidFill>
                <a:latin typeface="Segoe UI" pitchFamily="34" charset="0"/>
                <a:cs typeface="Segoe UI" pitchFamily="34" charset="0"/>
              </a:rPr>
              <a:t>Mendukung </a:t>
            </a:r>
            <a:r>
              <a:rPr lang="id-ID" sz="1750" b="1" dirty="0">
                <a:solidFill>
                  <a:prstClr val="black"/>
                </a:solidFill>
                <a:latin typeface="Segoe UI" pitchFamily="34" charset="0"/>
                <a:cs typeface="Segoe UI" pitchFamily="34" charset="0"/>
              </a:rPr>
              <a:t>konsep merdeka belajar</a:t>
            </a:r>
            <a:r>
              <a:rPr lang="id-ID" sz="1750" dirty="0">
                <a:solidFill>
                  <a:prstClr val="black"/>
                </a:solidFill>
                <a:latin typeface="Segoe UI" pitchFamily="34" charset="0"/>
                <a:cs typeface="Segoe UI" pitchFamily="34" charset="0"/>
              </a:rPr>
              <a:t>, a.l reform pengelolaan BOS.</a:t>
            </a:r>
          </a:p>
          <a:p>
            <a:pPr marL="285750" indent="-192088">
              <a:spcBef>
                <a:spcPts val="1000"/>
              </a:spcBef>
              <a:buSzPct val="100000"/>
              <a:buFont typeface="Arial"/>
              <a:buChar char="•"/>
              <a:defRPr sz="3600"/>
            </a:pPr>
            <a:r>
              <a:rPr lang="id-ID" sz="1750" dirty="0">
                <a:solidFill>
                  <a:prstClr val="black"/>
                </a:solidFill>
                <a:latin typeface="Segoe UI" pitchFamily="34" charset="0"/>
                <a:cs typeface="Segoe UI" pitchFamily="34" charset="0"/>
              </a:rPr>
              <a:t>Peningkatan kapasitas RS dan FKTP serta penguatan BOK dalam kemampuannya untuk menangani krisis kesehatan .</a:t>
            </a:r>
          </a:p>
        </p:txBody>
      </p:sp>
      <p:sp>
        <p:nvSpPr>
          <p:cNvPr id="15" name="Reformasi Pengelolaan  Dana Transfer Khusus"/>
          <p:cNvSpPr txBox="1"/>
          <p:nvPr/>
        </p:nvSpPr>
        <p:spPr>
          <a:xfrm>
            <a:off x="396875" y="1165225"/>
            <a:ext cx="5734984" cy="790575"/>
          </a:xfrm>
          <a:prstGeom prst="rect">
            <a:avLst/>
          </a:prstGeom>
          <a:solidFill>
            <a:schemeClr val="accent1">
              <a:lumOff val="-13575"/>
            </a:schemeClr>
          </a:solidFill>
          <a:ln w="12700">
            <a:miter lim="400000"/>
          </a:ln>
          <a:extLst>
            <a:ext uri="{C572A759-6A51-4108-AA02-DFA0A04FC94B}"/>
          </a:extLst>
        </p:spPr>
        <p:txBody>
          <a:bodyPr wrap="square" lIns="25400" tIns="25400" rIns="25400" bIns="25400" anchor="ctr">
            <a:spAutoFit/>
          </a:bodyPr>
          <a:lstStyle/>
          <a:p>
            <a:pPr algn="ctr" defTabSz="457200">
              <a:spcBef>
                <a:spcPts val="0"/>
              </a:spcBef>
              <a:defRPr sz="4900" b="1">
                <a:solidFill>
                  <a:srgbClr val="FFFFFF"/>
                </a:solidFill>
              </a:defRPr>
            </a:pPr>
            <a:r>
              <a:rPr lang="id-ID" sz="2400" b="1" dirty="0">
                <a:solidFill>
                  <a:srgbClr val="FFFFFF"/>
                </a:solidFill>
                <a:latin typeface="Segoe UI" pitchFamily="34" charset="0"/>
                <a:cs typeface="Segoe UI" pitchFamily="34" charset="0"/>
              </a:rPr>
              <a:t>  Reformasi Pengelolaan </a:t>
            </a:r>
            <a:br>
              <a:rPr lang="id-ID" sz="2400" b="1" dirty="0">
                <a:solidFill>
                  <a:srgbClr val="FFFFFF"/>
                </a:solidFill>
                <a:latin typeface="Segoe UI" pitchFamily="34" charset="0"/>
                <a:cs typeface="Segoe UI" pitchFamily="34" charset="0"/>
              </a:rPr>
            </a:br>
            <a:r>
              <a:rPr lang="id-ID" sz="2400" b="1" dirty="0">
                <a:solidFill>
                  <a:srgbClr val="FFFFFF"/>
                </a:solidFill>
                <a:latin typeface="Segoe UI" pitchFamily="34" charset="0"/>
                <a:cs typeface="Segoe UI" pitchFamily="34" charset="0"/>
              </a:rPr>
              <a:t>  Dana Transfer Khusus</a:t>
            </a:r>
          </a:p>
        </p:txBody>
      </p:sp>
      <p:sp>
        <p:nvSpPr>
          <p:cNvPr id="16" name="Mendukung Pemulihan Ekonomi dan Pembangunan SDM"/>
          <p:cNvSpPr txBox="1"/>
          <p:nvPr/>
        </p:nvSpPr>
        <p:spPr>
          <a:xfrm>
            <a:off x="6810375" y="1152525"/>
            <a:ext cx="5172075" cy="866775"/>
          </a:xfrm>
          <a:prstGeom prst="rect">
            <a:avLst/>
          </a:prstGeom>
          <a:solidFill>
            <a:schemeClr val="accent4">
              <a:hueOff val="-476017"/>
              <a:lumOff val="-10042"/>
            </a:schemeClr>
          </a:solidFill>
          <a:ln w="12700">
            <a:miter lim="400000"/>
          </a:ln>
          <a:extLst>
            <a:ext uri="{C572A759-6A51-4108-AA02-DFA0A04FC94B}"/>
          </a:extLst>
        </p:spPr>
        <p:txBody>
          <a:bodyPr lIns="25400" tIns="25400" rIns="25400" bIns="25400" anchor="ctr">
            <a:spAutoFit/>
          </a:bodyPr>
          <a:lstStyle>
            <a:lvl1pPr defTabSz="914400">
              <a:lnSpc>
                <a:spcPct val="100000"/>
              </a:lnSpc>
              <a:spcBef>
                <a:spcPts val="600"/>
              </a:spcBef>
              <a:defRPr sz="5000" b="1">
                <a:solidFill>
                  <a:srgbClr val="FFFFFF"/>
                </a:solidFill>
              </a:defRPr>
            </a:lvl1pPr>
          </a:lstStyle>
          <a:p>
            <a:pPr algn="ctr">
              <a:defRPr/>
            </a:pPr>
            <a:r>
              <a:rPr lang="en-US" sz="2400" dirty="0" smtClean="0">
                <a:latin typeface="Segoe UI" pitchFamily="34" charset="0"/>
                <a:cs typeface="Segoe UI" pitchFamily="34" charset="0"/>
              </a:rPr>
              <a:t> </a:t>
            </a:r>
            <a:r>
              <a:rPr lang="id-ID" sz="2400" dirty="0" smtClean="0">
                <a:latin typeface="Segoe UI" pitchFamily="34" charset="0"/>
                <a:cs typeface="Segoe UI" pitchFamily="34" charset="0"/>
              </a:rPr>
              <a:t>Mendukung Pemulihan Ekonomi</a:t>
            </a:r>
          </a:p>
          <a:p>
            <a:pPr algn="ctr">
              <a:defRPr/>
            </a:pPr>
            <a:r>
              <a:rPr lang="id-ID" sz="2400" dirty="0" smtClean="0">
                <a:latin typeface="Segoe UI" pitchFamily="34" charset="0"/>
                <a:cs typeface="Segoe UI" pitchFamily="34" charset="0"/>
              </a:rPr>
              <a:t> dan Pembangunan SDM</a:t>
            </a:r>
            <a:endParaRPr lang="id-ID" sz="2400" dirty="0">
              <a:latin typeface="Segoe UI" pitchFamily="34" charset="0"/>
              <a:cs typeface="Segoe UI" pitchFamily="34" charset="0"/>
            </a:endParaRPr>
          </a:p>
        </p:txBody>
      </p:sp>
      <p:sp>
        <p:nvSpPr>
          <p:cNvPr id="10" name="Slide Number Placeholder 1"/>
          <p:cNvSpPr>
            <a:spLocks noGrp="1"/>
          </p:cNvSpPr>
          <p:nvPr>
            <p:ph type="sldNum" sz="quarter" idx="12"/>
          </p:nvPr>
        </p:nvSpPr>
        <p:spPr bwMode="auto">
          <a:xfrm>
            <a:off x="11483835" y="6046094"/>
            <a:ext cx="838199" cy="767687"/>
          </a:xfrm>
          <a:noFill/>
          <a:ln>
            <a:miter lim="800000"/>
            <a:headEnd/>
            <a:tailEnd/>
          </a:ln>
        </p:spPr>
        <p:txBody>
          <a:bodyPr/>
          <a:lstStyle/>
          <a:p>
            <a:fld id="{275A5E3D-3015-495F-9A15-3A379805A14F}" type="slidenum">
              <a:rPr lang="en-US" altLang="en-US" sz="1600" smtClean="0">
                <a:solidFill>
                  <a:schemeClr val="tx1"/>
                </a:solidFill>
                <a:latin typeface="Segoe UI" pitchFamily="34" charset="0"/>
                <a:cs typeface="Segoe UI" pitchFamily="34" charset="0"/>
              </a:rPr>
              <a:pPr/>
              <a:t>12</a:t>
            </a:fld>
            <a:endParaRPr lang="en-US" altLang="en-US" sz="1600" dirty="0" smtClean="0">
              <a:solidFill>
                <a:schemeClr val="tx1"/>
              </a:solidFill>
              <a:latin typeface="Segoe UI" pitchFamily="34" charset="0"/>
              <a:cs typeface="Segoe UI" pitchFamily="34"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 name="Terima Kasih"/>
          <p:cNvSpPr txBox="1">
            <a:spLocks noGrp="1"/>
          </p:cNvSpPr>
          <p:nvPr>
            <p:ph type="title" idx="4294967295"/>
          </p:nvPr>
        </p:nvSpPr>
        <p:spPr>
          <a:xfrm>
            <a:off x="1001713" y="1936750"/>
            <a:ext cx="8062912" cy="715963"/>
          </a:xfrm>
        </p:spPr>
        <p:txBody>
          <a:bodyPr/>
          <a:lstStyle/>
          <a:p>
            <a:pPr>
              <a:defRPr/>
            </a:pPr>
            <a:r>
              <a:rPr sz="8000">
                <a:solidFill>
                  <a:schemeClr val="accent1">
                    <a:lumOff val="-13575"/>
                  </a:schemeClr>
                </a:solidFill>
                <a:latin typeface="Segoe UI Black" pitchFamily="34" charset="0"/>
                <a:ea typeface="Segoe UI Black" pitchFamily="34" charset="0"/>
                <a:cs typeface="Segoe UI" pitchFamily="34" charset="0"/>
              </a:rPr>
              <a:t>Terima </a:t>
            </a:r>
            <a:r>
              <a:rPr sz="8000">
                <a:solidFill>
                  <a:schemeClr val="accent4">
                    <a:hueOff val="-476017"/>
                    <a:lumOff val="-10042"/>
                  </a:schemeClr>
                </a:solidFill>
                <a:latin typeface="Segoe UI Black" pitchFamily="34" charset="0"/>
                <a:ea typeface="Segoe UI Black" pitchFamily="34" charset="0"/>
                <a:cs typeface="Segoe UI" pitchFamily="34" charset="0"/>
              </a:rPr>
              <a:t>Kasih</a:t>
            </a:r>
          </a:p>
        </p:txBody>
      </p:sp>
      <p:pic>
        <p:nvPicPr>
          <p:cNvPr id="32771" name="Picture 32" descr="Picture 32"/>
          <p:cNvPicPr>
            <a:picLocks noChangeAspect="1"/>
          </p:cNvPicPr>
          <p:nvPr/>
        </p:nvPicPr>
        <p:blipFill>
          <a:blip r:embed="rId2"/>
          <a:srcRect/>
          <a:stretch>
            <a:fillRect/>
          </a:stretch>
        </p:blipFill>
        <p:spPr bwMode="auto">
          <a:xfrm>
            <a:off x="1200150" y="4078288"/>
            <a:ext cx="530225" cy="385762"/>
          </a:xfrm>
          <a:prstGeom prst="rect">
            <a:avLst/>
          </a:prstGeom>
          <a:noFill/>
          <a:ln w="12700">
            <a:noFill/>
            <a:miter lim="400000"/>
            <a:headEnd/>
            <a:tailEnd/>
          </a:ln>
        </p:spPr>
      </p:pic>
      <p:pic>
        <p:nvPicPr>
          <p:cNvPr id="32772" name="Picture 33" descr="Picture 33"/>
          <p:cNvPicPr>
            <a:picLocks noChangeAspect="1"/>
          </p:cNvPicPr>
          <p:nvPr/>
        </p:nvPicPr>
        <p:blipFill>
          <a:blip r:embed="rId3"/>
          <a:srcRect/>
          <a:stretch>
            <a:fillRect/>
          </a:stretch>
        </p:blipFill>
        <p:spPr bwMode="auto">
          <a:xfrm>
            <a:off x="1200150" y="4598988"/>
            <a:ext cx="534988" cy="387350"/>
          </a:xfrm>
          <a:prstGeom prst="rect">
            <a:avLst/>
          </a:prstGeom>
          <a:noFill/>
          <a:ln w="12700">
            <a:noFill/>
            <a:miter lim="400000"/>
            <a:headEnd/>
            <a:tailEnd/>
          </a:ln>
        </p:spPr>
      </p:pic>
      <p:pic>
        <p:nvPicPr>
          <p:cNvPr id="32773" name="Picture 6" descr="Picture 6"/>
          <p:cNvPicPr>
            <a:picLocks noChangeAspect="1"/>
          </p:cNvPicPr>
          <p:nvPr/>
        </p:nvPicPr>
        <p:blipFill>
          <a:blip r:embed="rId4"/>
          <a:srcRect/>
          <a:stretch>
            <a:fillRect/>
          </a:stretch>
        </p:blipFill>
        <p:spPr bwMode="auto">
          <a:xfrm>
            <a:off x="1201738" y="5135563"/>
            <a:ext cx="530225" cy="387350"/>
          </a:xfrm>
          <a:prstGeom prst="rect">
            <a:avLst/>
          </a:prstGeom>
          <a:noFill/>
          <a:ln w="12700">
            <a:noFill/>
            <a:miter lim="400000"/>
            <a:headEnd/>
            <a:tailEnd/>
          </a:ln>
        </p:spPr>
      </p:pic>
      <p:pic>
        <p:nvPicPr>
          <p:cNvPr id="32774" name="Picture 8" descr="Picture 8"/>
          <p:cNvPicPr>
            <a:picLocks noChangeAspect="1"/>
          </p:cNvPicPr>
          <p:nvPr/>
        </p:nvPicPr>
        <p:blipFill>
          <a:blip r:embed="rId5"/>
          <a:srcRect/>
          <a:stretch>
            <a:fillRect/>
          </a:stretch>
        </p:blipFill>
        <p:spPr bwMode="auto">
          <a:xfrm>
            <a:off x="1203325" y="5697538"/>
            <a:ext cx="530225" cy="293687"/>
          </a:xfrm>
          <a:prstGeom prst="rect">
            <a:avLst/>
          </a:prstGeom>
          <a:noFill/>
          <a:ln w="12700">
            <a:noFill/>
            <a:miter lim="400000"/>
            <a:headEnd/>
            <a:tailEnd/>
          </a:ln>
        </p:spPr>
      </p:pic>
      <p:sp>
        <p:nvSpPr>
          <p:cNvPr id="32775" name="TextBox 36"/>
          <p:cNvSpPr txBox="1">
            <a:spLocks noChangeArrowheads="1"/>
          </p:cNvSpPr>
          <p:nvPr/>
        </p:nvSpPr>
        <p:spPr bwMode="auto">
          <a:xfrm>
            <a:off x="1882775" y="3990975"/>
            <a:ext cx="8191500" cy="539750"/>
          </a:xfrm>
          <a:prstGeom prst="rect">
            <a:avLst/>
          </a:prstGeom>
          <a:noFill/>
          <a:ln w="12700">
            <a:noFill/>
            <a:miter lim="400000"/>
            <a:headEnd/>
            <a:tailEnd/>
          </a:ln>
        </p:spPr>
        <p:txBody>
          <a:bodyPr lIns="22860" tIns="22860" rIns="22860" bIns="22860">
            <a:spAutoFit/>
          </a:bodyPr>
          <a:lstStyle/>
          <a:p>
            <a:pPr defTabSz="457200">
              <a:lnSpc>
                <a:spcPct val="80000"/>
              </a:lnSpc>
            </a:pPr>
            <a:r>
              <a:rPr lang="en-US" altLang="id-ID" sz="2000" b="1">
                <a:solidFill>
                  <a:srgbClr val="5E5E5E"/>
                </a:solidFill>
                <a:latin typeface="Segoe UI" pitchFamily="34" charset="0"/>
                <a:ea typeface="Abadi MT Condensed Extra Bold"/>
                <a:cs typeface="Segoe UI" pitchFamily="34" charset="0"/>
                <a:sym typeface="Abadi MT Condensed Extra Bold"/>
              </a:rPr>
              <a:t>facebook.com/KementerianKeuanganRI</a:t>
            </a:r>
          </a:p>
          <a:p>
            <a:pPr defTabSz="457200">
              <a:lnSpc>
                <a:spcPct val="80000"/>
              </a:lnSpc>
            </a:pPr>
            <a:r>
              <a:rPr lang="en-US" altLang="id-ID" sz="2000" b="1">
                <a:solidFill>
                  <a:srgbClr val="5E5E5E"/>
                </a:solidFill>
                <a:latin typeface="Segoe UI" pitchFamily="34" charset="0"/>
                <a:ea typeface="Abadi MT Condensed Extra Bold"/>
                <a:cs typeface="Segoe UI" pitchFamily="34" charset="0"/>
                <a:sym typeface="Abadi MT Condensed Extra Bold"/>
              </a:rPr>
              <a:t>facebook.com/DirektoratJenderalPerimbanganKeuangan</a:t>
            </a:r>
          </a:p>
        </p:txBody>
      </p:sp>
      <p:sp>
        <p:nvSpPr>
          <p:cNvPr id="32776" name="TextBox 37"/>
          <p:cNvSpPr txBox="1">
            <a:spLocks noChangeArrowheads="1"/>
          </p:cNvSpPr>
          <p:nvPr/>
        </p:nvSpPr>
        <p:spPr bwMode="auto">
          <a:xfrm>
            <a:off x="1912938" y="4583113"/>
            <a:ext cx="3749675" cy="538162"/>
          </a:xfrm>
          <a:prstGeom prst="rect">
            <a:avLst/>
          </a:prstGeom>
          <a:noFill/>
          <a:ln w="12700">
            <a:noFill/>
            <a:miter lim="400000"/>
            <a:headEnd/>
            <a:tailEnd/>
          </a:ln>
        </p:spPr>
        <p:txBody>
          <a:bodyPr lIns="22860" tIns="22860" rIns="22860" bIns="22860">
            <a:spAutoFit/>
          </a:bodyPr>
          <a:lstStyle/>
          <a:p>
            <a:pPr defTabSz="457200">
              <a:lnSpc>
                <a:spcPct val="80000"/>
              </a:lnSpc>
            </a:pPr>
            <a:r>
              <a:rPr lang="en-US" altLang="id-ID" sz="2000" b="1">
                <a:solidFill>
                  <a:srgbClr val="5E5E5E"/>
                </a:solidFill>
                <a:latin typeface="Segoe UI" pitchFamily="34" charset="0"/>
                <a:ea typeface="Abadi MT Condensed Extra Bold"/>
                <a:cs typeface="Segoe UI" pitchFamily="34" charset="0"/>
                <a:sym typeface="Abadi MT Condensed Extra Bold"/>
              </a:rPr>
              <a:t>@KemenkeuRI</a:t>
            </a:r>
          </a:p>
          <a:p>
            <a:pPr defTabSz="457200">
              <a:lnSpc>
                <a:spcPct val="80000"/>
              </a:lnSpc>
            </a:pPr>
            <a:r>
              <a:rPr lang="en-US" altLang="id-ID" sz="2000" b="1">
                <a:solidFill>
                  <a:srgbClr val="5E5E5E"/>
                </a:solidFill>
                <a:latin typeface="Segoe UI" pitchFamily="34" charset="0"/>
                <a:ea typeface="Abadi MT Condensed Extra Bold"/>
                <a:cs typeface="Segoe UI" pitchFamily="34" charset="0"/>
                <a:sym typeface="Abadi MT Condensed Extra Bold"/>
              </a:rPr>
              <a:t>@DitjenPK</a:t>
            </a:r>
          </a:p>
        </p:txBody>
      </p:sp>
      <p:sp>
        <p:nvSpPr>
          <p:cNvPr id="32777" name="TextBox 38"/>
          <p:cNvSpPr txBox="1">
            <a:spLocks noChangeArrowheads="1"/>
          </p:cNvSpPr>
          <p:nvPr/>
        </p:nvSpPr>
        <p:spPr bwMode="auto">
          <a:xfrm>
            <a:off x="1912938" y="5143500"/>
            <a:ext cx="3749675" cy="538163"/>
          </a:xfrm>
          <a:prstGeom prst="rect">
            <a:avLst/>
          </a:prstGeom>
          <a:noFill/>
          <a:ln w="12700">
            <a:noFill/>
            <a:miter lim="400000"/>
            <a:headEnd/>
            <a:tailEnd/>
          </a:ln>
        </p:spPr>
        <p:txBody>
          <a:bodyPr lIns="22860" tIns="22860" rIns="22860" bIns="22860">
            <a:spAutoFit/>
          </a:bodyPr>
          <a:lstStyle/>
          <a:p>
            <a:pPr defTabSz="457200">
              <a:lnSpc>
                <a:spcPct val="80000"/>
              </a:lnSpc>
            </a:pPr>
            <a:r>
              <a:rPr lang="en-US" altLang="id-ID" sz="2000" b="1">
                <a:solidFill>
                  <a:srgbClr val="5E5E5E"/>
                </a:solidFill>
                <a:latin typeface="Segoe UI" pitchFamily="34" charset="0"/>
                <a:ea typeface="Abadi MT Condensed Extra Bold"/>
                <a:cs typeface="Segoe UI" pitchFamily="34" charset="0"/>
                <a:sym typeface="Abadi MT Condensed Extra Bold"/>
              </a:rPr>
              <a:t>@KemenkeuRI</a:t>
            </a:r>
          </a:p>
          <a:p>
            <a:pPr defTabSz="457200">
              <a:lnSpc>
                <a:spcPct val="80000"/>
              </a:lnSpc>
            </a:pPr>
            <a:r>
              <a:rPr lang="en-US" altLang="id-ID" sz="2000" b="1">
                <a:solidFill>
                  <a:srgbClr val="5E5E5E"/>
                </a:solidFill>
                <a:latin typeface="Segoe UI" pitchFamily="34" charset="0"/>
                <a:ea typeface="Abadi MT Condensed Extra Bold"/>
                <a:cs typeface="Segoe UI" pitchFamily="34" charset="0"/>
                <a:sym typeface="Abadi MT Condensed Extra Bold"/>
              </a:rPr>
              <a:t>@DitjenPK</a:t>
            </a:r>
          </a:p>
        </p:txBody>
      </p:sp>
      <p:sp>
        <p:nvSpPr>
          <p:cNvPr id="32778" name="TextBox 39"/>
          <p:cNvSpPr txBox="1">
            <a:spLocks noChangeArrowheads="1"/>
          </p:cNvSpPr>
          <p:nvPr/>
        </p:nvSpPr>
        <p:spPr bwMode="auto">
          <a:xfrm>
            <a:off x="1928813" y="5672138"/>
            <a:ext cx="8164512" cy="538162"/>
          </a:xfrm>
          <a:prstGeom prst="rect">
            <a:avLst/>
          </a:prstGeom>
          <a:noFill/>
          <a:ln w="12700">
            <a:noFill/>
            <a:miter lim="400000"/>
            <a:headEnd/>
            <a:tailEnd/>
          </a:ln>
        </p:spPr>
        <p:txBody>
          <a:bodyPr lIns="22860" tIns="22860" rIns="22860" bIns="22860">
            <a:spAutoFit/>
          </a:bodyPr>
          <a:lstStyle/>
          <a:p>
            <a:pPr defTabSz="457200">
              <a:lnSpc>
                <a:spcPct val="80000"/>
              </a:lnSpc>
            </a:pPr>
            <a:r>
              <a:rPr lang="en-US" altLang="id-ID" sz="2000" b="1">
                <a:solidFill>
                  <a:srgbClr val="5E5E5E"/>
                </a:solidFill>
                <a:latin typeface="Segoe UI" pitchFamily="34" charset="0"/>
                <a:ea typeface="Abadi MT Condensed Extra Bold"/>
                <a:cs typeface="Segoe UI" pitchFamily="34" charset="0"/>
                <a:sym typeface="Abadi MT Condensed Extra Bold"/>
              </a:rPr>
              <a:t>www.youtube.com/KemenkeuRI</a:t>
            </a:r>
          </a:p>
          <a:p>
            <a:pPr defTabSz="457200">
              <a:lnSpc>
                <a:spcPct val="80000"/>
              </a:lnSpc>
            </a:pPr>
            <a:r>
              <a:rPr lang="en-US" altLang="id-ID" sz="2000" b="1">
                <a:solidFill>
                  <a:srgbClr val="5E5E5E"/>
                </a:solidFill>
                <a:latin typeface="Segoe UI" pitchFamily="34" charset="0"/>
                <a:ea typeface="Abadi MT Condensed Extra Bold"/>
                <a:cs typeface="Segoe UI" pitchFamily="34" charset="0"/>
                <a:sym typeface="Abadi MT Condensed Extra Bold"/>
              </a:rPr>
              <a:t>Ditjen PK Kemenkeu RI</a:t>
            </a:r>
          </a:p>
        </p:txBody>
      </p:sp>
      <p:sp>
        <p:nvSpPr>
          <p:cNvPr id="32779" name="TextBox 44"/>
          <p:cNvSpPr txBox="1">
            <a:spLocks noChangeArrowheads="1"/>
          </p:cNvSpPr>
          <p:nvPr/>
        </p:nvSpPr>
        <p:spPr bwMode="auto">
          <a:xfrm>
            <a:off x="1941513" y="6235700"/>
            <a:ext cx="4467225" cy="292100"/>
          </a:xfrm>
          <a:prstGeom prst="rect">
            <a:avLst/>
          </a:prstGeom>
          <a:noFill/>
          <a:ln w="12700">
            <a:noFill/>
            <a:miter lim="400000"/>
            <a:headEnd/>
            <a:tailEnd/>
          </a:ln>
        </p:spPr>
        <p:txBody>
          <a:bodyPr lIns="22860" tIns="22860" rIns="22860" bIns="22860">
            <a:spAutoFit/>
          </a:bodyPr>
          <a:lstStyle/>
          <a:p>
            <a:pPr>
              <a:lnSpc>
                <a:spcPct val="80000"/>
              </a:lnSpc>
            </a:pPr>
            <a:r>
              <a:rPr lang="en-US" altLang="id-ID" sz="2000" b="1">
                <a:solidFill>
                  <a:srgbClr val="5E5E5E"/>
                </a:solidFill>
                <a:latin typeface="Segoe UI" pitchFamily="34" charset="0"/>
                <a:ea typeface="Arial" pitchFamily="34" charset="0"/>
                <a:cs typeface="Segoe UI" pitchFamily="34" charset="0"/>
                <a:sym typeface="Arial" pitchFamily="34" charset="0"/>
              </a:rPr>
              <a:t>www.djpk.kemenkeu.go.id</a:t>
            </a:r>
          </a:p>
        </p:txBody>
      </p:sp>
      <p:pic>
        <p:nvPicPr>
          <p:cNvPr id="32780" name="Picture 4" descr="http://sweetclipart.com/multisite/sweetclipart/files/shiny_glossy_earth_logo.png"/>
          <p:cNvPicPr>
            <a:picLocks noChangeAspect="1" noChangeArrowheads="1"/>
          </p:cNvPicPr>
          <p:nvPr/>
        </p:nvPicPr>
        <p:blipFill>
          <a:blip r:embed="rId6"/>
          <a:srcRect/>
          <a:stretch>
            <a:fillRect/>
          </a:stretch>
        </p:blipFill>
        <p:spPr bwMode="auto">
          <a:xfrm>
            <a:off x="1344613" y="6159500"/>
            <a:ext cx="358775" cy="3651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11045</TotalTime>
  <Words>1360</Words>
  <Application>Microsoft Office PowerPoint</Application>
  <PresentationFormat>Widescreen</PresentationFormat>
  <Paragraphs>238</Paragraphs>
  <Slides>13</Slides>
  <Notes>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Abadi MT Condensed Extra Bold</vt:lpstr>
      <vt:lpstr>Arial</vt:lpstr>
      <vt:lpstr>Bookman Old Style</vt:lpstr>
      <vt:lpstr>Calibri</vt:lpstr>
      <vt:lpstr>Cambria</vt:lpstr>
      <vt:lpstr>Carlito</vt:lpstr>
      <vt:lpstr>Century Gothic</vt:lpstr>
      <vt:lpstr>Segoe UI</vt:lpstr>
      <vt:lpstr>Segoe UI Black</vt:lpstr>
      <vt:lpstr>Times New Roman</vt:lpstr>
      <vt:lpstr>Wingdings</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Kebijakan Fiskal dan TKDD 2021</vt:lpstr>
      <vt:lpstr>KEBIJAKAN FISKAL 2021</vt:lpstr>
      <vt:lpstr>KEBIJAKAN TKDD 2021</vt:lpstr>
      <vt:lpstr>PowerPoint Presentation</vt:lpstr>
      <vt:lpstr>Terima Kasih</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Riyan PC</dc:creator>
  <cp:lastModifiedBy>Windows User</cp:lastModifiedBy>
  <cp:revision>629</cp:revision>
  <cp:lastPrinted>2019-02-12T08:14:26Z</cp:lastPrinted>
  <dcterms:created xsi:type="dcterms:W3CDTF">2017-04-28T15:26:35Z</dcterms:created>
  <dcterms:modified xsi:type="dcterms:W3CDTF">2020-05-28T10:38:55Z</dcterms:modified>
</cp:coreProperties>
</file>